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 ContentType="image/tiff"/>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5"/>
  </p:sldMasterIdLst>
  <p:notesMasterIdLst>
    <p:notesMasterId r:id="rId26"/>
  </p:notesMasterIdLst>
  <p:handoutMasterIdLst>
    <p:handoutMasterId r:id="rId27"/>
  </p:handoutMasterIdLst>
  <p:sldIdLst>
    <p:sldId id="368" r:id="rId6"/>
    <p:sldId id="366" r:id="rId7"/>
    <p:sldId id="409" r:id="rId8"/>
    <p:sldId id="412" r:id="rId9"/>
    <p:sldId id="414" r:id="rId10"/>
    <p:sldId id="416" r:id="rId11"/>
    <p:sldId id="413" r:id="rId12"/>
    <p:sldId id="421" r:id="rId13"/>
    <p:sldId id="422" r:id="rId14"/>
    <p:sldId id="418" r:id="rId15"/>
    <p:sldId id="420" r:id="rId16"/>
    <p:sldId id="427" r:id="rId17"/>
    <p:sldId id="428" r:id="rId18"/>
    <p:sldId id="429" r:id="rId19"/>
    <p:sldId id="430" r:id="rId20"/>
    <p:sldId id="431" r:id="rId21"/>
    <p:sldId id="434" r:id="rId22"/>
    <p:sldId id="436" r:id="rId23"/>
    <p:sldId id="423" r:id="rId24"/>
    <p:sldId id="432" r:id="rId2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385D8A"/>
    <a:srgbClr val="5B9BD5"/>
    <a:srgbClr val="919D77"/>
    <a:srgbClr val="3E4A83"/>
    <a:srgbClr val="E60019"/>
    <a:srgbClr val="BD987A"/>
    <a:srgbClr val="A558A0"/>
    <a:srgbClr val="993D3F"/>
    <a:srgbClr val="E18B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979" autoAdjust="0"/>
  </p:normalViewPr>
  <p:slideViewPr>
    <p:cSldViewPr snapToGrid="0">
      <p:cViewPr>
        <p:scale>
          <a:sx n="100" d="100"/>
          <a:sy n="100" d="100"/>
        </p:scale>
        <p:origin x="990" y="396"/>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75" d="100"/>
          <a:sy n="75" d="100"/>
        </p:scale>
        <p:origin x="3516"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31230463-975F-1FC5-F130-344B42C6A7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879A2308-FA37-6278-0449-3B38B9528E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7398CF4-0D8F-4DD3-B28A-923FF3FEE419}" type="datetimeFigureOut">
              <a:rPr lang="fr-FR" smtClean="0"/>
              <a:t>01/09/2025</a:t>
            </a:fld>
            <a:endParaRPr lang="fr-FR"/>
          </a:p>
        </p:txBody>
      </p:sp>
      <p:sp>
        <p:nvSpPr>
          <p:cNvPr id="4" name="Espace réservé du pied de page 3">
            <a:extLst>
              <a:ext uri="{FF2B5EF4-FFF2-40B4-BE49-F238E27FC236}">
                <a16:creationId xmlns:a16="http://schemas.microsoft.com/office/drawing/2014/main" id="{6A7B76CB-13A6-4357-471D-C13C8A6F579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B515A29A-0630-2B6D-5C6E-AD2B8E0564F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C857BD6-0A34-47E4-9D7D-D4D6BB65499E}" type="slidenum">
              <a:rPr lang="fr-FR" smtClean="0"/>
              <a:t>‹N°›</a:t>
            </a:fld>
            <a:endParaRPr lang="fr-FR"/>
          </a:p>
        </p:txBody>
      </p:sp>
    </p:spTree>
    <p:extLst>
      <p:ext uri="{BB962C8B-B14F-4D97-AF65-F5344CB8AC3E}">
        <p14:creationId xmlns:p14="http://schemas.microsoft.com/office/powerpoint/2010/main" val="6156703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C2B5AC-F81D-469C-ADE7-402A20B32007}" type="datetimeFigureOut">
              <a:rPr lang="fr-FR" smtClean="0"/>
              <a:t>01/09/2025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7C14E6-2559-451E-807A-4A34163A34D7}" type="slidenum">
              <a:rPr lang="fr-FR" smtClean="0"/>
              <a:t>‹N°›</a:t>
            </a:fld>
            <a:endParaRPr lang="fr-FR"/>
          </a:p>
        </p:txBody>
      </p:sp>
    </p:spTree>
    <p:extLst>
      <p:ext uri="{BB962C8B-B14F-4D97-AF65-F5344CB8AC3E}">
        <p14:creationId xmlns:p14="http://schemas.microsoft.com/office/powerpoint/2010/main" val="4214140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4.emf"/><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7526982-0BD3-80B2-D0C1-E141B8AD1D26}"/>
              </a:ext>
            </a:extLst>
          </p:cNvPr>
          <p:cNvSpPr/>
          <p:nvPr userDrawn="1"/>
        </p:nvSpPr>
        <p:spPr>
          <a:xfrm>
            <a:off x="11182350" y="0"/>
            <a:ext cx="10096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44000" rtlCol="0" anchor="ctr">
            <a:spAutoFit/>
          </a:bodyPr>
          <a:lstStyle/>
          <a:p>
            <a:pPr algn="ctr"/>
            <a:endParaRPr lang="fr-FR" dirty="0"/>
          </a:p>
        </p:txBody>
      </p:sp>
      <p:sp>
        <p:nvSpPr>
          <p:cNvPr id="2" name="Titre 1">
            <a:extLst>
              <a:ext uri="{FF2B5EF4-FFF2-40B4-BE49-F238E27FC236}">
                <a16:creationId xmlns:a16="http://schemas.microsoft.com/office/drawing/2014/main" id="{107B68EE-BDE5-1E9D-059B-83B50A6ACD18}"/>
              </a:ext>
            </a:extLst>
          </p:cNvPr>
          <p:cNvSpPr>
            <a:spLocks noGrp="1"/>
          </p:cNvSpPr>
          <p:nvPr>
            <p:ph type="ctrTitle"/>
          </p:nvPr>
        </p:nvSpPr>
        <p:spPr>
          <a:xfrm>
            <a:off x="731838" y="2654299"/>
            <a:ext cx="5294312" cy="1587501"/>
          </a:xfrm>
        </p:spPr>
        <p:txBody>
          <a:bodyPr anchor="b">
            <a:normAutofit/>
          </a:bodyPr>
          <a:lstStyle>
            <a:lvl1pPr algn="l">
              <a:defRPr sz="2800">
                <a:solidFill>
                  <a:schemeClr val="tx1"/>
                </a:solidFill>
              </a:defRPr>
            </a:lvl1pPr>
          </a:lstStyle>
          <a:p>
            <a:r>
              <a:rPr lang="fr-FR"/>
              <a:t>Modifiez le style du titre</a:t>
            </a:r>
            <a:endParaRPr lang="fr-FR" dirty="0"/>
          </a:p>
        </p:txBody>
      </p:sp>
      <p:sp>
        <p:nvSpPr>
          <p:cNvPr id="3" name="Sous-titre 2">
            <a:extLst>
              <a:ext uri="{FF2B5EF4-FFF2-40B4-BE49-F238E27FC236}">
                <a16:creationId xmlns:a16="http://schemas.microsoft.com/office/drawing/2014/main" id="{34801059-2D37-8D44-42C0-ED46DE3A8FD1}"/>
              </a:ext>
            </a:extLst>
          </p:cNvPr>
          <p:cNvSpPr>
            <a:spLocks noGrp="1"/>
          </p:cNvSpPr>
          <p:nvPr>
            <p:ph type="subTitle" idx="1"/>
          </p:nvPr>
        </p:nvSpPr>
        <p:spPr>
          <a:xfrm>
            <a:off x="731838" y="4262438"/>
            <a:ext cx="5294312" cy="1178242"/>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pic>
        <p:nvPicPr>
          <p:cNvPr id="8" name="Logo CEA">
            <a:extLst>
              <a:ext uri="{FF2B5EF4-FFF2-40B4-BE49-F238E27FC236}">
                <a16:creationId xmlns:a16="http://schemas.microsoft.com/office/drawing/2014/main" id="{1051C7ED-2FE9-229E-F0BD-000C6D22DEC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31838" y="728663"/>
            <a:ext cx="1803600" cy="1803600"/>
          </a:xfrm>
          <a:prstGeom prst="rect">
            <a:avLst/>
          </a:prstGeom>
        </p:spPr>
      </p:pic>
      <p:sp>
        <p:nvSpPr>
          <p:cNvPr id="10" name="ZoneTexte 9">
            <a:extLst>
              <a:ext uri="{FF2B5EF4-FFF2-40B4-BE49-F238E27FC236}">
                <a16:creationId xmlns:a16="http://schemas.microsoft.com/office/drawing/2014/main" id="{931EACC6-5472-4DD6-3DB8-DB3936803B32}"/>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Titre</a:t>
            </a:r>
          </a:p>
        </p:txBody>
      </p:sp>
      <p:pic>
        <p:nvPicPr>
          <p:cNvPr id="11" name="PATTERN CARRE DECAL">
            <a:extLst>
              <a:ext uri="{FF2B5EF4-FFF2-40B4-BE49-F238E27FC236}">
                <a16:creationId xmlns:a16="http://schemas.microsoft.com/office/drawing/2014/main" id="{B904F070-A99F-1AC0-845C-9E05CE6DF32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19705" r="39861" b="-1"/>
          <a:stretch/>
        </p:blipFill>
        <p:spPr>
          <a:xfrm>
            <a:off x="9406296" y="-1"/>
            <a:ext cx="2785704" cy="2447637"/>
          </a:xfrm>
          <a:prstGeom prst="rect">
            <a:avLst/>
          </a:prstGeom>
        </p:spPr>
      </p:pic>
      <p:sp>
        <p:nvSpPr>
          <p:cNvPr id="5" name="Espace réservé du texte 4">
            <a:extLst>
              <a:ext uri="{FF2B5EF4-FFF2-40B4-BE49-F238E27FC236}">
                <a16:creationId xmlns:a16="http://schemas.microsoft.com/office/drawing/2014/main" id="{0A828EFF-0769-991A-745D-86154BF58E56}"/>
              </a:ext>
            </a:extLst>
          </p:cNvPr>
          <p:cNvSpPr>
            <a:spLocks noGrp="1"/>
          </p:cNvSpPr>
          <p:nvPr>
            <p:ph type="body" sz="quarter" idx="17" hasCustomPrompt="1"/>
          </p:nvPr>
        </p:nvSpPr>
        <p:spPr>
          <a:xfrm>
            <a:off x="731838" y="5507445"/>
            <a:ext cx="6578600" cy="558800"/>
          </a:xfrm>
        </p:spPr>
        <p:txBody>
          <a:bodyPr>
            <a:normAutofit/>
          </a:bodyPr>
          <a:lstStyle>
            <a:lvl1pPr>
              <a:defRPr sz="1200" i="1">
                <a:solidFill>
                  <a:schemeClr val="tx1"/>
                </a:solidFill>
              </a:defRPr>
            </a:lvl1pPr>
          </a:lstStyle>
          <a:p>
            <a:pPr lvl="0"/>
            <a:r>
              <a:rPr lang="fr-FR" dirty="0"/>
              <a:t>Emplacement logotypes financeurs/partenaires</a:t>
            </a:r>
          </a:p>
        </p:txBody>
      </p:sp>
      <p:pic>
        <p:nvPicPr>
          <p:cNvPr id="12" name="Image 11"/>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333471" y="6136587"/>
            <a:ext cx="1718076" cy="583200"/>
          </a:xfrm>
          <a:prstGeom prst="rect">
            <a:avLst/>
          </a:prstGeom>
        </p:spPr>
      </p:pic>
      <p:sp>
        <p:nvSpPr>
          <p:cNvPr id="4" name="Rectangle 3"/>
          <p:cNvSpPr/>
          <p:nvPr userDrawn="1"/>
        </p:nvSpPr>
        <p:spPr>
          <a:xfrm>
            <a:off x="3635455" y="6119335"/>
            <a:ext cx="4921091" cy="738664"/>
          </a:xfrm>
          <a:prstGeom prst="rect">
            <a:avLst/>
          </a:prstGeom>
        </p:spPr>
        <p:txBody>
          <a:bodyPr wrap="none">
            <a:spAutoFit/>
          </a:bodyPr>
          <a:lstStyle/>
          <a:p>
            <a:pPr algn="ctr"/>
            <a:r>
              <a:rPr lang="fr-FR" sz="1800" dirty="0">
                <a:solidFill>
                  <a:schemeClr val="tx2"/>
                </a:solidFill>
              </a:rPr>
              <a:t>CONFIDENTIEL</a:t>
            </a:r>
            <a:r>
              <a:rPr lang="fr-FR" sz="1800" baseline="0" dirty="0">
                <a:solidFill>
                  <a:schemeClr val="tx2"/>
                </a:solidFill>
              </a:rPr>
              <a:t> PROJET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2"/>
                </a:solidFill>
                <a:effectLst/>
                <a:latin typeface="+mn-lt"/>
                <a:ea typeface="+mn-ea"/>
                <a:cs typeface="+mn-cs"/>
              </a:rPr>
              <a:t>Ce document est la propriété du CEA et ne peut être utilisé, reproduit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2"/>
                </a:solidFill>
                <a:effectLst/>
                <a:latin typeface="+mn-lt"/>
                <a:ea typeface="+mn-ea"/>
                <a:cs typeface="+mn-cs"/>
              </a:rPr>
              <a:t>ou communiqué en dehors du CEA sans l’accord de son émetteur.</a:t>
            </a:r>
          </a:p>
        </p:txBody>
      </p:sp>
    </p:spTree>
    <p:extLst>
      <p:ext uri="{BB962C8B-B14F-4D97-AF65-F5344CB8AC3E}">
        <p14:creationId xmlns:p14="http://schemas.microsoft.com/office/powerpoint/2010/main" val="1286138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re imag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7B68EE-BDE5-1E9D-059B-83B50A6ACD18}"/>
              </a:ext>
            </a:extLst>
          </p:cNvPr>
          <p:cNvSpPr>
            <a:spLocks noGrp="1"/>
          </p:cNvSpPr>
          <p:nvPr>
            <p:ph type="ctrTitle"/>
          </p:nvPr>
        </p:nvSpPr>
        <p:spPr>
          <a:xfrm>
            <a:off x="731838" y="2654299"/>
            <a:ext cx="5294312" cy="1587501"/>
          </a:xfrm>
        </p:spPr>
        <p:txBody>
          <a:bodyPr lIns="0" anchor="b">
            <a:normAutofit/>
          </a:bodyPr>
          <a:lstStyle>
            <a:lvl1pPr algn="l">
              <a:defRPr sz="2800">
                <a:solidFill>
                  <a:schemeClr val="tx1"/>
                </a:solidFill>
              </a:defRPr>
            </a:lvl1pPr>
          </a:lstStyle>
          <a:p>
            <a:r>
              <a:rPr lang="fr-FR"/>
              <a:t>Modifiez le style du titre</a:t>
            </a:r>
            <a:endParaRPr lang="fr-FR" dirty="0"/>
          </a:p>
        </p:txBody>
      </p:sp>
      <p:sp>
        <p:nvSpPr>
          <p:cNvPr id="3" name="Sous-titre 2">
            <a:extLst>
              <a:ext uri="{FF2B5EF4-FFF2-40B4-BE49-F238E27FC236}">
                <a16:creationId xmlns:a16="http://schemas.microsoft.com/office/drawing/2014/main" id="{34801059-2D37-8D44-42C0-ED46DE3A8FD1}"/>
              </a:ext>
            </a:extLst>
          </p:cNvPr>
          <p:cNvSpPr>
            <a:spLocks noGrp="1"/>
          </p:cNvSpPr>
          <p:nvPr>
            <p:ph type="subTitle" idx="1" hasCustomPrompt="1"/>
          </p:nvPr>
        </p:nvSpPr>
        <p:spPr>
          <a:xfrm>
            <a:off x="731838" y="4262438"/>
            <a:ext cx="5294312" cy="1145585"/>
          </a:xfrm>
        </p:spPr>
        <p:txBody>
          <a:bodyPr rIns="0">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Modifier le style des sous-titres du masque</a:t>
            </a:r>
          </a:p>
        </p:txBody>
      </p:sp>
      <p:sp>
        <p:nvSpPr>
          <p:cNvPr id="10" name="ZoneTexte 9">
            <a:extLst>
              <a:ext uri="{FF2B5EF4-FFF2-40B4-BE49-F238E27FC236}">
                <a16:creationId xmlns:a16="http://schemas.microsoft.com/office/drawing/2014/main" id="{931EACC6-5472-4DD6-3DB8-DB3936803B32}"/>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Titre image</a:t>
            </a:r>
          </a:p>
        </p:txBody>
      </p:sp>
      <p:sp>
        <p:nvSpPr>
          <p:cNvPr id="38" name="Rectangle 21">
            <a:extLst>
              <a:ext uri="{FF2B5EF4-FFF2-40B4-BE49-F238E27FC236}">
                <a16:creationId xmlns:a16="http://schemas.microsoft.com/office/drawing/2014/main" id="{A735B0D2-65F8-67B3-4CB3-F526012A0592}"/>
              </a:ext>
            </a:extLst>
          </p:cNvPr>
          <p:cNvSpPr>
            <a:spLocks noChangeArrowheads="1"/>
          </p:cNvSpPr>
          <p:nvPr userDrawn="1"/>
        </p:nvSpPr>
        <p:spPr bwMode="auto">
          <a:xfrm>
            <a:off x="7110585" y="-1588"/>
            <a:ext cx="20638" cy="3111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61" name="Espace réservé pour une image  60">
            <a:extLst>
              <a:ext uri="{FF2B5EF4-FFF2-40B4-BE49-F238E27FC236}">
                <a16:creationId xmlns:a16="http://schemas.microsoft.com/office/drawing/2014/main" id="{570E7ABE-1C46-BCBC-E4AA-CED1991C314D}"/>
              </a:ext>
            </a:extLst>
          </p:cNvPr>
          <p:cNvSpPr>
            <a:spLocks noGrp="1"/>
          </p:cNvSpPr>
          <p:nvPr>
            <p:ph type="pic" sz="quarter" idx="10" hasCustomPrompt="1"/>
          </p:nvPr>
        </p:nvSpPr>
        <p:spPr>
          <a:xfrm>
            <a:off x="5435600" y="0"/>
            <a:ext cx="6756400" cy="6858000"/>
          </a:xfrm>
          <a:custGeom>
            <a:avLst/>
            <a:gdLst>
              <a:gd name="connsiteX0" fmla="*/ 558577 w 6756400"/>
              <a:gd name="connsiteY0" fmla="*/ 2472501 h 6858000"/>
              <a:gd name="connsiteX1" fmla="*/ 1118234 w 6756400"/>
              <a:gd name="connsiteY1" fmla="*/ 2898413 h 6858000"/>
              <a:gd name="connsiteX2" fmla="*/ 754773 w 6756400"/>
              <a:gd name="connsiteY2" fmla="*/ 3179642 h 6858000"/>
              <a:gd name="connsiteX3" fmla="*/ 765623 w 6756400"/>
              <a:gd name="connsiteY3" fmla="*/ 3197727 h 6858000"/>
              <a:gd name="connsiteX4" fmla="*/ 1132700 w 6756400"/>
              <a:gd name="connsiteY4" fmla="*/ 2912881 h 6858000"/>
              <a:gd name="connsiteX5" fmla="*/ 1132700 w 6756400"/>
              <a:gd name="connsiteY5" fmla="*/ 3443689 h 6858000"/>
              <a:gd name="connsiteX6" fmla="*/ 978998 w 6756400"/>
              <a:gd name="connsiteY6" fmla="*/ 3562149 h 6858000"/>
              <a:gd name="connsiteX7" fmla="*/ 990752 w 6756400"/>
              <a:gd name="connsiteY7" fmla="*/ 3582043 h 6858000"/>
              <a:gd name="connsiteX8" fmla="*/ 1138125 w 6756400"/>
              <a:gd name="connsiteY8" fmla="*/ 3467200 h 6858000"/>
              <a:gd name="connsiteX9" fmla="*/ 1697783 w 6756400"/>
              <a:gd name="connsiteY9" fmla="*/ 3892208 h 6858000"/>
              <a:gd name="connsiteX10" fmla="*/ 1337034 w 6756400"/>
              <a:gd name="connsiteY10" fmla="*/ 4172532 h 6858000"/>
              <a:gd name="connsiteX11" fmla="*/ 1346980 w 6756400"/>
              <a:gd name="connsiteY11" fmla="*/ 4190618 h 6858000"/>
              <a:gd name="connsiteX12" fmla="*/ 1704112 w 6756400"/>
              <a:gd name="connsiteY12" fmla="*/ 3913006 h 6858000"/>
              <a:gd name="connsiteX13" fmla="*/ 1704112 w 6756400"/>
              <a:gd name="connsiteY13" fmla="*/ 4443814 h 6858000"/>
              <a:gd name="connsiteX14" fmla="*/ 1560355 w 6756400"/>
              <a:gd name="connsiteY14" fmla="*/ 4555944 h 6858000"/>
              <a:gd name="connsiteX15" fmla="*/ 1149879 w 6756400"/>
              <a:gd name="connsiteY15" fmla="*/ 4874248 h 6858000"/>
              <a:gd name="connsiteX16" fmla="*/ 1149879 w 6756400"/>
              <a:gd name="connsiteY16" fmla="*/ 4343440 h 6858000"/>
              <a:gd name="connsiteX17" fmla="*/ 1346076 w 6756400"/>
              <a:gd name="connsiteY17" fmla="*/ 4190618 h 6858000"/>
              <a:gd name="connsiteX18" fmla="*/ 1336130 w 6756400"/>
              <a:gd name="connsiteY18" fmla="*/ 4173437 h 6858000"/>
              <a:gd name="connsiteX19" fmla="*/ 1139934 w 6756400"/>
              <a:gd name="connsiteY19" fmla="*/ 4325354 h 6858000"/>
              <a:gd name="connsiteX20" fmla="*/ 580276 w 6756400"/>
              <a:gd name="connsiteY20" fmla="*/ 3900346 h 6858000"/>
              <a:gd name="connsiteX21" fmla="*/ 989848 w 6756400"/>
              <a:gd name="connsiteY21" fmla="*/ 3582043 h 6858000"/>
              <a:gd name="connsiteX22" fmla="*/ 978094 w 6756400"/>
              <a:gd name="connsiteY22" fmla="*/ 3563053 h 6858000"/>
              <a:gd name="connsiteX23" fmla="*/ 577563 w 6756400"/>
              <a:gd name="connsiteY23" fmla="*/ 3874123 h 6858000"/>
              <a:gd name="connsiteX24" fmla="*/ 577563 w 6756400"/>
              <a:gd name="connsiteY24" fmla="*/ 3342411 h 6858000"/>
              <a:gd name="connsiteX25" fmla="*/ 764719 w 6756400"/>
              <a:gd name="connsiteY25" fmla="*/ 3197727 h 6858000"/>
              <a:gd name="connsiteX26" fmla="*/ 754773 w 6756400"/>
              <a:gd name="connsiteY26" fmla="*/ 3180546 h 6858000"/>
              <a:gd name="connsiteX27" fmla="*/ 567618 w 6756400"/>
              <a:gd name="connsiteY27" fmla="*/ 3325229 h 6858000"/>
              <a:gd name="connsiteX28" fmla="*/ 7960 w 6756400"/>
              <a:gd name="connsiteY28" fmla="*/ 2899317 h 6858000"/>
              <a:gd name="connsiteX29" fmla="*/ 558577 w 6756400"/>
              <a:gd name="connsiteY29" fmla="*/ 2472501 h 6858000"/>
              <a:gd name="connsiteX30" fmla="*/ 1724907 w 6756400"/>
              <a:gd name="connsiteY30" fmla="*/ 0 h 6858000"/>
              <a:gd name="connsiteX31" fmla="*/ 6756400 w 6756400"/>
              <a:gd name="connsiteY31" fmla="*/ 0 h 6858000"/>
              <a:gd name="connsiteX32" fmla="*/ 6756400 w 6756400"/>
              <a:gd name="connsiteY32" fmla="*/ 6858000 h 6858000"/>
              <a:gd name="connsiteX33" fmla="*/ 0 w 6756400"/>
              <a:gd name="connsiteY33" fmla="*/ 6858000 h 6858000"/>
              <a:gd name="connsiteX34" fmla="*/ 0 w 6756400"/>
              <a:gd name="connsiteY34" fmla="*/ 6856412 h 6858000"/>
              <a:gd name="connsiteX35" fmla="*/ 162738 w 6756400"/>
              <a:gd name="connsiteY35" fmla="*/ 6856412 h 6858000"/>
              <a:gd name="connsiteX36" fmla="*/ 1149879 w 6756400"/>
              <a:gd name="connsiteY36" fmla="*/ 6856412 h 6858000"/>
              <a:gd name="connsiteX37" fmla="*/ 1149879 w 6756400"/>
              <a:gd name="connsiteY37" fmla="*/ 6332839 h 6858000"/>
              <a:gd name="connsiteX38" fmla="*/ 1704112 w 6756400"/>
              <a:gd name="connsiteY38" fmla="*/ 5902405 h 6858000"/>
              <a:gd name="connsiteX39" fmla="*/ 1704112 w 6756400"/>
              <a:gd name="connsiteY39" fmla="*/ 6433213 h 6858000"/>
              <a:gd name="connsiteX40" fmla="*/ 1159824 w 6756400"/>
              <a:gd name="connsiteY40" fmla="*/ 6855508 h 6858000"/>
              <a:gd name="connsiteX41" fmla="*/ 1193277 w 6756400"/>
              <a:gd name="connsiteY41" fmla="*/ 6855508 h 6858000"/>
              <a:gd name="connsiteX42" fmla="*/ 1724907 w 6756400"/>
              <a:gd name="connsiteY42" fmla="*/ 6443160 h 6858000"/>
              <a:gd name="connsiteX43" fmla="*/ 1724907 w 6756400"/>
              <a:gd name="connsiteY43" fmla="*/ 5877086 h 6858000"/>
              <a:gd name="connsiteX44" fmla="*/ 1386762 w 6756400"/>
              <a:gd name="connsiteY44" fmla="*/ 5620272 h 6858000"/>
              <a:gd name="connsiteX45" fmla="*/ 1343363 w 6756400"/>
              <a:gd name="connsiteY45" fmla="*/ 5612134 h 6858000"/>
              <a:gd name="connsiteX46" fmla="*/ 1697783 w 6756400"/>
              <a:gd name="connsiteY46" fmla="*/ 5881607 h 6858000"/>
              <a:gd name="connsiteX47" fmla="*/ 1139934 w 6756400"/>
              <a:gd name="connsiteY47" fmla="*/ 6314753 h 6858000"/>
              <a:gd name="connsiteX48" fmla="*/ 581180 w 6756400"/>
              <a:gd name="connsiteY48" fmla="*/ 5889745 h 6858000"/>
              <a:gd name="connsiteX49" fmla="*/ 1014259 w 6756400"/>
              <a:gd name="connsiteY49" fmla="*/ 5553356 h 6858000"/>
              <a:gd name="connsiteX50" fmla="*/ 987135 w 6756400"/>
              <a:gd name="connsiteY50" fmla="*/ 5548835 h 6858000"/>
              <a:gd name="connsiteX51" fmla="*/ 577563 w 6756400"/>
              <a:gd name="connsiteY51" fmla="*/ 5866234 h 6858000"/>
              <a:gd name="connsiteX52" fmla="*/ 577563 w 6756400"/>
              <a:gd name="connsiteY52" fmla="*/ 5335426 h 6858000"/>
              <a:gd name="connsiteX53" fmla="*/ 1132700 w 6756400"/>
              <a:gd name="connsiteY53" fmla="*/ 4905897 h 6858000"/>
              <a:gd name="connsiteX54" fmla="*/ 1132700 w 6756400"/>
              <a:gd name="connsiteY54" fmla="*/ 5435801 h 6858000"/>
              <a:gd name="connsiteX55" fmla="*/ 988039 w 6756400"/>
              <a:gd name="connsiteY55" fmla="*/ 5547930 h 6858000"/>
              <a:gd name="connsiteX56" fmla="*/ 1015163 w 6756400"/>
              <a:gd name="connsiteY56" fmla="*/ 5552452 h 6858000"/>
              <a:gd name="connsiteX57" fmla="*/ 1139029 w 6756400"/>
              <a:gd name="connsiteY57" fmla="*/ 5456599 h 6858000"/>
              <a:gd name="connsiteX58" fmla="*/ 1342459 w 6756400"/>
              <a:gd name="connsiteY58" fmla="*/ 5611229 h 6858000"/>
              <a:gd name="connsiteX59" fmla="*/ 1384953 w 6756400"/>
              <a:gd name="connsiteY59" fmla="*/ 5619368 h 6858000"/>
              <a:gd name="connsiteX60" fmla="*/ 1152591 w 6756400"/>
              <a:gd name="connsiteY60" fmla="*/ 5442131 h 6858000"/>
              <a:gd name="connsiteX61" fmla="*/ 1152591 w 6756400"/>
              <a:gd name="connsiteY61" fmla="*/ 4897759 h 6858000"/>
              <a:gd name="connsiteX62" fmla="*/ 1570300 w 6756400"/>
              <a:gd name="connsiteY62" fmla="*/ 4573125 h 6858000"/>
              <a:gd name="connsiteX63" fmla="*/ 1560355 w 6756400"/>
              <a:gd name="connsiteY63" fmla="*/ 4555944 h 6858000"/>
              <a:gd name="connsiteX64" fmla="*/ 1571205 w 6756400"/>
              <a:gd name="connsiteY64" fmla="*/ 4573125 h 6858000"/>
              <a:gd name="connsiteX65" fmla="*/ 1709537 w 6756400"/>
              <a:gd name="connsiteY65" fmla="*/ 4465517 h 6858000"/>
              <a:gd name="connsiteX66" fmla="*/ 2290894 w 6756400"/>
              <a:gd name="connsiteY66" fmla="*/ 4907706 h 6858000"/>
              <a:gd name="connsiteX67" fmla="*/ 2874963 w 6756400"/>
              <a:gd name="connsiteY67" fmla="*/ 4453761 h 6858000"/>
              <a:gd name="connsiteX68" fmla="*/ 2874963 w 6756400"/>
              <a:gd name="connsiteY68" fmla="*/ 4272907 h 6858000"/>
              <a:gd name="connsiteX69" fmla="*/ 2855072 w 6756400"/>
              <a:gd name="connsiteY69" fmla="*/ 4281949 h 6858000"/>
              <a:gd name="connsiteX70" fmla="*/ 2855072 w 6756400"/>
              <a:gd name="connsiteY70" fmla="*/ 4443814 h 6858000"/>
              <a:gd name="connsiteX71" fmla="*/ 2300839 w 6756400"/>
              <a:gd name="connsiteY71" fmla="*/ 4874248 h 6858000"/>
              <a:gd name="connsiteX72" fmla="*/ 2300839 w 6756400"/>
              <a:gd name="connsiteY72" fmla="*/ 4343440 h 6858000"/>
              <a:gd name="connsiteX73" fmla="*/ 2855072 w 6756400"/>
              <a:gd name="connsiteY73" fmla="*/ 3913006 h 6858000"/>
              <a:gd name="connsiteX74" fmla="*/ 2855072 w 6756400"/>
              <a:gd name="connsiteY74" fmla="*/ 4281045 h 6858000"/>
              <a:gd name="connsiteX75" fmla="*/ 2874963 w 6756400"/>
              <a:gd name="connsiteY75" fmla="*/ 4272002 h 6858000"/>
              <a:gd name="connsiteX76" fmla="*/ 2874963 w 6756400"/>
              <a:gd name="connsiteY76" fmla="*/ 3887687 h 6858000"/>
              <a:gd name="connsiteX77" fmla="*/ 2675150 w 6756400"/>
              <a:gd name="connsiteY77" fmla="*/ 3735769 h 6858000"/>
              <a:gd name="connsiteX78" fmla="*/ 2654355 w 6756400"/>
              <a:gd name="connsiteY78" fmla="*/ 3744812 h 6858000"/>
              <a:gd name="connsiteX79" fmla="*/ 2848743 w 6756400"/>
              <a:gd name="connsiteY79" fmla="*/ 3892208 h 6858000"/>
              <a:gd name="connsiteX80" fmla="*/ 2290894 w 6756400"/>
              <a:gd name="connsiteY80" fmla="*/ 4325354 h 6858000"/>
              <a:gd name="connsiteX81" fmla="*/ 1731236 w 6756400"/>
              <a:gd name="connsiteY81" fmla="*/ 3900346 h 6858000"/>
              <a:gd name="connsiteX82" fmla="*/ 2289086 w 6756400"/>
              <a:gd name="connsiteY82" fmla="*/ 3467200 h 6858000"/>
              <a:gd name="connsiteX83" fmla="*/ 2653451 w 6756400"/>
              <a:gd name="connsiteY83" fmla="*/ 3743907 h 6858000"/>
              <a:gd name="connsiteX84" fmla="*/ 2674246 w 6756400"/>
              <a:gd name="connsiteY84" fmla="*/ 3734865 h 6858000"/>
              <a:gd name="connsiteX85" fmla="*/ 2303552 w 6756400"/>
              <a:gd name="connsiteY85" fmla="*/ 3452732 h 6858000"/>
              <a:gd name="connsiteX86" fmla="*/ 2303552 w 6756400"/>
              <a:gd name="connsiteY86" fmla="*/ 3177833 h 6858000"/>
              <a:gd name="connsiteX87" fmla="*/ 2282757 w 6756400"/>
              <a:gd name="connsiteY87" fmla="*/ 3180546 h 6858000"/>
              <a:gd name="connsiteX88" fmla="*/ 2282757 w 6756400"/>
              <a:gd name="connsiteY88" fmla="*/ 3443689 h 6858000"/>
              <a:gd name="connsiteX89" fmla="*/ 1728524 w 6756400"/>
              <a:gd name="connsiteY89" fmla="*/ 3874123 h 6858000"/>
              <a:gd name="connsiteX90" fmla="*/ 1728524 w 6756400"/>
              <a:gd name="connsiteY90" fmla="*/ 3342411 h 6858000"/>
              <a:gd name="connsiteX91" fmla="*/ 1989818 w 6756400"/>
              <a:gd name="connsiteY91" fmla="*/ 3140758 h 6858000"/>
              <a:gd name="connsiteX92" fmla="*/ 1978064 w 6756400"/>
              <a:gd name="connsiteY92" fmla="*/ 3124481 h 6858000"/>
              <a:gd name="connsiteX93" fmla="*/ 1718578 w 6756400"/>
              <a:gd name="connsiteY93" fmla="*/ 3325229 h 6858000"/>
              <a:gd name="connsiteX94" fmla="*/ 1158920 w 6756400"/>
              <a:gd name="connsiteY94" fmla="*/ 2899317 h 6858000"/>
              <a:gd name="connsiteX95" fmla="*/ 1579342 w 6756400"/>
              <a:gd name="connsiteY95" fmla="*/ 2573779 h 6858000"/>
              <a:gd name="connsiteX96" fmla="*/ 1567588 w 6756400"/>
              <a:gd name="connsiteY96" fmla="*/ 2557502 h 6858000"/>
              <a:gd name="connsiteX97" fmla="*/ 1149879 w 6756400"/>
              <a:gd name="connsiteY97" fmla="*/ 2881232 h 6858000"/>
              <a:gd name="connsiteX98" fmla="*/ 1149879 w 6756400"/>
              <a:gd name="connsiteY98" fmla="*/ 2350424 h 6858000"/>
              <a:gd name="connsiteX99" fmla="*/ 1321664 w 6756400"/>
              <a:gd name="connsiteY99" fmla="*/ 2216592 h 6858000"/>
              <a:gd name="connsiteX100" fmla="*/ 1309910 w 6756400"/>
              <a:gd name="connsiteY100" fmla="*/ 2201219 h 6858000"/>
              <a:gd name="connsiteX101" fmla="*/ 1139934 w 6756400"/>
              <a:gd name="connsiteY101" fmla="*/ 2332339 h 6858000"/>
              <a:gd name="connsiteX102" fmla="*/ 580276 w 6756400"/>
              <a:gd name="connsiteY102" fmla="*/ 1907331 h 6858000"/>
              <a:gd name="connsiteX103" fmla="*/ 1138125 w 6756400"/>
              <a:gd name="connsiteY103" fmla="*/ 1474184 h 6858000"/>
              <a:gd name="connsiteX104" fmla="*/ 1697783 w 6756400"/>
              <a:gd name="connsiteY104" fmla="*/ 1899192 h 6858000"/>
              <a:gd name="connsiteX105" fmla="*/ 1310815 w 6756400"/>
              <a:gd name="connsiteY105" fmla="*/ 2200315 h 6858000"/>
              <a:gd name="connsiteX106" fmla="*/ 1322568 w 6756400"/>
              <a:gd name="connsiteY106" fmla="*/ 2216592 h 6858000"/>
              <a:gd name="connsiteX107" fmla="*/ 1704112 w 6756400"/>
              <a:gd name="connsiteY107" fmla="*/ 1919991 h 6858000"/>
              <a:gd name="connsiteX108" fmla="*/ 1704112 w 6756400"/>
              <a:gd name="connsiteY108" fmla="*/ 2450798 h 6858000"/>
              <a:gd name="connsiteX109" fmla="*/ 1568492 w 6756400"/>
              <a:gd name="connsiteY109" fmla="*/ 2556598 h 6858000"/>
              <a:gd name="connsiteX110" fmla="*/ 1580246 w 6756400"/>
              <a:gd name="connsiteY110" fmla="*/ 2572875 h 6858000"/>
              <a:gd name="connsiteX111" fmla="*/ 1709537 w 6756400"/>
              <a:gd name="connsiteY111" fmla="*/ 2472501 h 6858000"/>
              <a:gd name="connsiteX112" fmla="*/ 2269195 w 6756400"/>
              <a:gd name="connsiteY112" fmla="*/ 2898413 h 6858000"/>
              <a:gd name="connsiteX113" fmla="*/ 1978968 w 6756400"/>
              <a:gd name="connsiteY113" fmla="*/ 3123577 h 6858000"/>
              <a:gd name="connsiteX114" fmla="*/ 1990722 w 6756400"/>
              <a:gd name="connsiteY114" fmla="*/ 3139854 h 6858000"/>
              <a:gd name="connsiteX115" fmla="*/ 2282757 w 6756400"/>
              <a:gd name="connsiteY115" fmla="*/ 2912881 h 6858000"/>
              <a:gd name="connsiteX116" fmla="*/ 2282757 w 6756400"/>
              <a:gd name="connsiteY116" fmla="*/ 3179642 h 6858000"/>
              <a:gd name="connsiteX117" fmla="*/ 2303552 w 6756400"/>
              <a:gd name="connsiteY117" fmla="*/ 3176929 h 6858000"/>
              <a:gd name="connsiteX118" fmla="*/ 2303552 w 6756400"/>
              <a:gd name="connsiteY118" fmla="*/ 2904743 h 6858000"/>
              <a:gd name="connsiteX119" fmla="*/ 2327963 w 6756400"/>
              <a:gd name="connsiteY119" fmla="*/ 2885753 h 6858000"/>
              <a:gd name="connsiteX120" fmla="*/ 2327963 w 6756400"/>
              <a:gd name="connsiteY120" fmla="*/ 2860433 h 6858000"/>
              <a:gd name="connsiteX121" fmla="*/ 2300839 w 6756400"/>
              <a:gd name="connsiteY121" fmla="*/ 2881232 h 6858000"/>
              <a:gd name="connsiteX122" fmla="*/ 2300839 w 6756400"/>
              <a:gd name="connsiteY122" fmla="*/ 2350424 h 6858000"/>
              <a:gd name="connsiteX123" fmla="*/ 2327963 w 6756400"/>
              <a:gd name="connsiteY123" fmla="*/ 2328721 h 6858000"/>
              <a:gd name="connsiteX124" fmla="*/ 2327963 w 6756400"/>
              <a:gd name="connsiteY124" fmla="*/ 2303402 h 6858000"/>
              <a:gd name="connsiteX125" fmla="*/ 2290894 w 6756400"/>
              <a:gd name="connsiteY125" fmla="*/ 2332339 h 6858000"/>
              <a:gd name="connsiteX126" fmla="*/ 1731236 w 6756400"/>
              <a:gd name="connsiteY126" fmla="*/ 1907331 h 6858000"/>
              <a:gd name="connsiteX127" fmla="*/ 2289086 w 6756400"/>
              <a:gd name="connsiteY127" fmla="*/ 1474184 h 6858000"/>
              <a:gd name="connsiteX128" fmla="*/ 2848743 w 6756400"/>
              <a:gd name="connsiteY128" fmla="*/ 1899192 h 6858000"/>
              <a:gd name="connsiteX129" fmla="*/ 2328867 w 6756400"/>
              <a:gd name="connsiteY129" fmla="*/ 2302498 h 6858000"/>
              <a:gd name="connsiteX130" fmla="*/ 2328867 w 6756400"/>
              <a:gd name="connsiteY130" fmla="*/ 2327817 h 6858000"/>
              <a:gd name="connsiteX131" fmla="*/ 2855072 w 6756400"/>
              <a:gd name="connsiteY131" fmla="*/ 1919991 h 6858000"/>
              <a:gd name="connsiteX132" fmla="*/ 2855072 w 6756400"/>
              <a:gd name="connsiteY132" fmla="*/ 2450798 h 6858000"/>
              <a:gd name="connsiteX133" fmla="*/ 2328867 w 6756400"/>
              <a:gd name="connsiteY133" fmla="*/ 2859529 h 6858000"/>
              <a:gd name="connsiteX134" fmla="*/ 2328867 w 6756400"/>
              <a:gd name="connsiteY134" fmla="*/ 2884849 h 6858000"/>
              <a:gd name="connsiteX135" fmla="*/ 2874963 w 6756400"/>
              <a:gd name="connsiteY135" fmla="*/ 2460745 h 6858000"/>
              <a:gd name="connsiteX136" fmla="*/ 2874963 w 6756400"/>
              <a:gd name="connsiteY136" fmla="*/ 1894671 h 6858000"/>
              <a:gd name="connsiteX137" fmla="*/ 2303552 w 6756400"/>
              <a:gd name="connsiteY137" fmla="*/ 1459716 h 6858000"/>
              <a:gd name="connsiteX138" fmla="*/ 2303552 w 6756400"/>
              <a:gd name="connsiteY138" fmla="*/ 926195 h 6858000"/>
              <a:gd name="connsiteX139" fmla="*/ 2282757 w 6756400"/>
              <a:gd name="connsiteY139" fmla="*/ 941568 h 6858000"/>
              <a:gd name="connsiteX140" fmla="*/ 2282757 w 6756400"/>
              <a:gd name="connsiteY140" fmla="*/ 1451578 h 6858000"/>
              <a:gd name="connsiteX141" fmla="*/ 1728524 w 6756400"/>
              <a:gd name="connsiteY141" fmla="*/ 1882011 h 6858000"/>
              <a:gd name="connsiteX142" fmla="*/ 1728524 w 6756400"/>
              <a:gd name="connsiteY142" fmla="*/ 1351203 h 6858000"/>
              <a:gd name="connsiteX143" fmla="*/ 2282757 w 6756400"/>
              <a:gd name="connsiteY143" fmla="*/ 920770 h 6858000"/>
              <a:gd name="connsiteX144" fmla="*/ 2282757 w 6756400"/>
              <a:gd name="connsiteY144" fmla="*/ 940664 h 6858000"/>
              <a:gd name="connsiteX145" fmla="*/ 2303552 w 6756400"/>
              <a:gd name="connsiteY145" fmla="*/ 924387 h 6858000"/>
              <a:gd name="connsiteX146" fmla="*/ 2303552 w 6756400"/>
              <a:gd name="connsiteY146" fmla="*/ 895450 h 6858000"/>
              <a:gd name="connsiteX147" fmla="*/ 1749319 w 6756400"/>
              <a:gd name="connsiteY147" fmla="*/ 474059 h 6858000"/>
              <a:gd name="connsiteX148" fmla="*/ 1733044 w 6756400"/>
              <a:gd name="connsiteY148" fmla="*/ 486719 h 6858000"/>
              <a:gd name="connsiteX149" fmla="*/ 2276428 w 6756400"/>
              <a:gd name="connsiteY149" fmla="*/ 899971 h 6858000"/>
              <a:gd name="connsiteX150" fmla="*/ 1718578 w 6756400"/>
              <a:gd name="connsiteY150" fmla="*/ 1333118 h 6858000"/>
              <a:gd name="connsiteX151" fmla="*/ 1158920 w 6756400"/>
              <a:gd name="connsiteY151" fmla="*/ 908110 h 6858000"/>
              <a:gd name="connsiteX152" fmla="*/ 1716770 w 6756400"/>
              <a:gd name="connsiteY152" fmla="*/ 474964 h 6858000"/>
              <a:gd name="connsiteX153" fmla="*/ 1732140 w 6756400"/>
              <a:gd name="connsiteY153" fmla="*/ 486719 h 6858000"/>
              <a:gd name="connsiteX154" fmla="*/ 1748415 w 6756400"/>
              <a:gd name="connsiteY154" fmla="*/ 474059 h 6858000"/>
              <a:gd name="connsiteX155" fmla="*/ 1724907 w 6756400"/>
              <a:gd name="connsiteY155" fmla="*/ 455070 h 6858000"/>
              <a:gd name="connsiteX156" fmla="*/ 1724907 w 6756400"/>
              <a:gd name="connsiteY156" fmla="*/ 206 h 6858000"/>
              <a:gd name="connsiteX157" fmla="*/ 1606490 w 6756400"/>
              <a:gd name="connsiteY157" fmla="*/ 0 h 6858000"/>
              <a:gd name="connsiteX158" fmla="*/ 1704112 w 6756400"/>
              <a:gd name="connsiteY158" fmla="*/ 0 h 6858000"/>
              <a:gd name="connsiteX159" fmla="*/ 1704112 w 6756400"/>
              <a:gd name="connsiteY159" fmla="*/ 79700 h 6858000"/>
              <a:gd name="connsiteX160" fmla="*/ 1704112 w 6756400"/>
              <a:gd name="connsiteY160" fmla="*/ 455974 h 6858000"/>
              <a:gd name="connsiteX161" fmla="*/ 1149879 w 6756400"/>
              <a:gd name="connsiteY161" fmla="*/ 885503 h 6858000"/>
              <a:gd name="connsiteX162" fmla="*/ 1149879 w 6756400"/>
              <a:gd name="connsiteY162" fmla="*/ 354695 h 6858000"/>
              <a:gd name="connsiteX163" fmla="*/ 1606476 w 6756400"/>
              <a:gd name="connsiteY163" fmla="*/ 11 h 6858000"/>
              <a:gd name="connsiteX164" fmla="*/ 696284 w 6756400"/>
              <a:gd name="connsiteY164" fmla="*/ 0 h 6858000"/>
              <a:gd name="connsiteX165" fmla="*/ 1573942 w 6756400"/>
              <a:gd name="connsiteY165" fmla="*/ 0 h 6858000"/>
              <a:gd name="connsiteX166" fmla="*/ 1498270 w 6756400"/>
              <a:gd name="connsiteY166" fmla="*/ 58848 h 6858000"/>
              <a:gd name="connsiteX167" fmla="*/ 1139934 w 6756400"/>
              <a:gd name="connsiteY167" fmla="*/ 337514 h 6858000"/>
              <a:gd name="connsiteX168" fmla="*/ 701161 w 6756400"/>
              <a:gd name="connsiteY168" fmla="*/ 371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6756400" h="6858000">
                <a:moveTo>
                  <a:pt x="558577" y="2472501"/>
                </a:moveTo>
                <a:cubicBezTo>
                  <a:pt x="1118234" y="2898413"/>
                  <a:pt x="1118234" y="2898413"/>
                  <a:pt x="1118234" y="2898413"/>
                </a:cubicBezTo>
                <a:cubicBezTo>
                  <a:pt x="754773" y="3179642"/>
                  <a:pt x="754773" y="3179642"/>
                  <a:pt x="754773" y="3179642"/>
                </a:cubicBezTo>
                <a:cubicBezTo>
                  <a:pt x="765623" y="3197727"/>
                  <a:pt x="765623" y="3197727"/>
                  <a:pt x="765623" y="3197727"/>
                </a:cubicBezTo>
                <a:cubicBezTo>
                  <a:pt x="1132700" y="2912881"/>
                  <a:pt x="1132700" y="2912881"/>
                  <a:pt x="1132700" y="2912881"/>
                </a:cubicBezTo>
                <a:cubicBezTo>
                  <a:pt x="1132700" y="3443689"/>
                  <a:pt x="1132700" y="3443689"/>
                  <a:pt x="1132700" y="3443689"/>
                </a:cubicBezTo>
                <a:cubicBezTo>
                  <a:pt x="978998" y="3562149"/>
                  <a:pt x="978998" y="3562149"/>
                  <a:pt x="978998" y="3562149"/>
                </a:cubicBezTo>
                <a:cubicBezTo>
                  <a:pt x="990752" y="3582043"/>
                  <a:pt x="990752" y="3582043"/>
                  <a:pt x="990752" y="3582043"/>
                </a:cubicBezTo>
                <a:cubicBezTo>
                  <a:pt x="1138125" y="3467200"/>
                  <a:pt x="1138125" y="3467200"/>
                  <a:pt x="1138125" y="3467200"/>
                </a:cubicBezTo>
                <a:cubicBezTo>
                  <a:pt x="1697783" y="3892208"/>
                  <a:pt x="1697783" y="3892208"/>
                  <a:pt x="1697783" y="3892208"/>
                </a:cubicBezTo>
                <a:cubicBezTo>
                  <a:pt x="1337034" y="4172532"/>
                  <a:pt x="1337034" y="4172532"/>
                  <a:pt x="1337034" y="4172532"/>
                </a:cubicBezTo>
                <a:cubicBezTo>
                  <a:pt x="1346980" y="4190618"/>
                  <a:pt x="1346980" y="4190618"/>
                  <a:pt x="1346980" y="4190618"/>
                </a:cubicBezTo>
                <a:cubicBezTo>
                  <a:pt x="1704112" y="3913006"/>
                  <a:pt x="1704112" y="3913006"/>
                  <a:pt x="1704112" y="3913006"/>
                </a:cubicBezTo>
                <a:cubicBezTo>
                  <a:pt x="1704112" y="4443814"/>
                  <a:pt x="1704112" y="4443814"/>
                  <a:pt x="1704112" y="4443814"/>
                </a:cubicBezTo>
                <a:cubicBezTo>
                  <a:pt x="1560355" y="4555944"/>
                  <a:pt x="1560355" y="4555944"/>
                  <a:pt x="1560355" y="4555944"/>
                </a:cubicBezTo>
                <a:cubicBezTo>
                  <a:pt x="1149879" y="4874248"/>
                  <a:pt x="1149879" y="4874248"/>
                  <a:pt x="1149879" y="4874248"/>
                </a:cubicBezTo>
                <a:cubicBezTo>
                  <a:pt x="1149879" y="4343440"/>
                  <a:pt x="1149879" y="4343440"/>
                  <a:pt x="1149879" y="4343440"/>
                </a:cubicBezTo>
                <a:cubicBezTo>
                  <a:pt x="1346076" y="4190618"/>
                  <a:pt x="1346076" y="4190618"/>
                  <a:pt x="1346076" y="4190618"/>
                </a:cubicBezTo>
                <a:cubicBezTo>
                  <a:pt x="1336130" y="4173437"/>
                  <a:pt x="1336130" y="4173437"/>
                  <a:pt x="1336130" y="4173437"/>
                </a:cubicBezTo>
                <a:cubicBezTo>
                  <a:pt x="1139934" y="4325354"/>
                  <a:pt x="1139934" y="4325354"/>
                  <a:pt x="1139934" y="4325354"/>
                </a:cubicBezTo>
                <a:cubicBezTo>
                  <a:pt x="580276" y="3900346"/>
                  <a:pt x="580276" y="3900346"/>
                  <a:pt x="580276" y="3900346"/>
                </a:cubicBezTo>
                <a:cubicBezTo>
                  <a:pt x="989848" y="3582043"/>
                  <a:pt x="989848" y="3582043"/>
                  <a:pt x="989848" y="3582043"/>
                </a:cubicBezTo>
                <a:cubicBezTo>
                  <a:pt x="978094" y="3563053"/>
                  <a:pt x="978094" y="3563053"/>
                  <a:pt x="978094" y="3563053"/>
                </a:cubicBezTo>
                <a:cubicBezTo>
                  <a:pt x="577563" y="3874123"/>
                  <a:pt x="577563" y="3874123"/>
                  <a:pt x="577563" y="3874123"/>
                </a:cubicBezTo>
                <a:cubicBezTo>
                  <a:pt x="577563" y="3342411"/>
                  <a:pt x="577563" y="3342411"/>
                  <a:pt x="577563" y="3342411"/>
                </a:cubicBezTo>
                <a:cubicBezTo>
                  <a:pt x="764719" y="3197727"/>
                  <a:pt x="764719" y="3197727"/>
                  <a:pt x="764719" y="3197727"/>
                </a:cubicBezTo>
                <a:cubicBezTo>
                  <a:pt x="754773" y="3180546"/>
                  <a:pt x="754773" y="3180546"/>
                  <a:pt x="754773" y="3180546"/>
                </a:cubicBezTo>
                <a:cubicBezTo>
                  <a:pt x="567618" y="3325229"/>
                  <a:pt x="567618" y="3325229"/>
                  <a:pt x="567618" y="3325229"/>
                </a:cubicBezTo>
                <a:cubicBezTo>
                  <a:pt x="7960" y="2899317"/>
                  <a:pt x="7960" y="2899317"/>
                  <a:pt x="7960" y="2899317"/>
                </a:cubicBezTo>
                <a:cubicBezTo>
                  <a:pt x="558577" y="2472501"/>
                  <a:pt x="558577" y="2472501"/>
                  <a:pt x="558577" y="2472501"/>
                </a:cubicBezTo>
                <a:close/>
                <a:moveTo>
                  <a:pt x="1724907" y="0"/>
                </a:moveTo>
                <a:lnTo>
                  <a:pt x="6756400" y="0"/>
                </a:lnTo>
                <a:lnTo>
                  <a:pt x="6756400" y="6858000"/>
                </a:lnTo>
                <a:lnTo>
                  <a:pt x="0" y="6858000"/>
                </a:lnTo>
                <a:lnTo>
                  <a:pt x="0" y="6856412"/>
                </a:lnTo>
                <a:lnTo>
                  <a:pt x="162738" y="6856412"/>
                </a:lnTo>
                <a:cubicBezTo>
                  <a:pt x="1149879" y="6856412"/>
                  <a:pt x="1149879" y="6856412"/>
                  <a:pt x="1149879" y="6856412"/>
                </a:cubicBezTo>
                <a:cubicBezTo>
                  <a:pt x="1149879" y="6332839"/>
                  <a:pt x="1149879" y="6332839"/>
                  <a:pt x="1149879" y="6332839"/>
                </a:cubicBezTo>
                <a:cubicBezTo>
                  <a:pt x="1704112" y="5902405"/>
                  <a:pt x="1704112" y="5902405"/>
                  <a:pt x="1704112" y="5902405"/>
                </a:cubicBezTo>
                <a:cubicBezTo>
                  <a:pt x="1704112" y="6433213"/>
                  <a:pt x="1704112" y="6433213"/>
                  <a:pt x="1704112" y="6433213"/>
                </a:cubicBezTo>
                <a:cubicBezTo>
                  <a:pt x="1159824" y="6855508"/>
                  <a:pt x="1159824" y="6855508"/>
                  <a:pt x="1159824" y="6855508"/>
                </a:cubicBezTo>
                <a:cubicBezTo>
                  <a:pt x="1193277" y="6855508"/>
                  <a:pt x="1193277" y="6855508"/>
                  <a:pt x="1193277" y="6855508"/>
                </a:cubicBezTo>
                <a:cubicBezTo>
                  <a:pt x="1724907" y="6443160"/>
                  <a:pt x="1724907" y="6443160"/>
                  <a:pt x="1724907" y="6443160"/>
                </a:cubicBezTo>
                <a:cubicBezTo>
                  <a:pt x="1724907" y="5877086"/>
                  <a:pt x="1724907" y="5877086"/>
                  <a:pt x="1724907" y="5877086"/>
                </a:cubicBezTo>
                <a:cubicBezTo>
                  <a:pt x="1386762" y="5620272"/>
                  <a:pt x="1386762" y="5620272"/>
                  <a:pt x="1386762" y="5620272"/>
                </a:cubicBezTo>
                <a:cubicBezTo>
                  <a:pt x="1372296" y="5617559"/>
                  <a:pt x="1357829" y="5614847"/>
                  <a:pt x="1343363" y="5612134"/>
                </a:cubicBezTo>
                <a:cubicBezTo>
                  <a:pt x="1697783" y="5881607"/>
                  <a:pt x="1697783" y="5881607"/>
                  <a:pt x="1697783" y="5881607"/>
                </a:cubicBezTo>
                <a:cubicBezTo>
                  <a:pt x="1139934" y="6314753"/>
                  <a:pt x="1139934" y="6314753"/>
                  <a:pt x="1139934" y="6314753"/>
                </a:cubicBezTo>
                <a:cubicBezTo>
                  <a:pt x="581180" y="5889745"/>
                  <a:pt x="581180" y="5889745"/>
                  <a:pt x="581180" y="5889745"/>
                </a:cubicBezTo>
                <a:cubicBezTo>
                  <a:pt x="1014259" y="5553356"/>
                  <a:pt x="1014259" y="5553356"/>
                  <a:pt x="1014259" y="5553356"/>
                </a:cubicBezTo>
                <a:cubicBezTo>
                  <a:pt x="1005218" y="5551548"/>
                  <a:pt x="995272" y="5549739"/>
                  <a:pt x="987135" y="5548835"/>
                </a:cubicBezTo>
                <a:cubicBezTo>
                  <a:pt x="577563" y="5866234"/>
                  <a:pt x="577563" y="5866234"/>
                  <a:pt x="577563" y="5866234"/>
                </a:cubicBezTo>
                <a:cubicBezTo>
                  <a:pt x="577563" y="5335426"/>
                  <a:pt x="577563" y="5335426"/>
                  <a:pt x="577563" y="5335426"/>
                </a:cubicBezTo>
                <a:cubicBezTo>
                  <a:pt x="1132700" y="4905897"/>
                  <a:pt x="1132700" y="4905897"/>
                  <a:pt x="1132700" y="4905897"/>
                </a:cubicBezTo>
                <a:cubicBezTo>
                  <a:pt x="1132700" y="5435801"/>
                  <a:pt x="1132700" y="5435801"/>
                  <a:pt x="1132700" y="5435801"/>
                </a:cubicBezTo>
                <a:cubicBezTo>
                  <a:pt x="988039" y="5547930"/>
                  <a:pt x="988039" y="5547930"/>
                  <a:pt x="988039" y="5547930"/>
                </a:cubicBezTo>
                <a:cubicBezTo>
                  <a:pt x="997081" y="5549739"/>
                  <a:pt x="1006122" y="5550643"/>
                  <a:pt x="1015163" y="5552452"/>
                </a:cubicBezTo>
                <a:cubicBezTo>
                  <a:pt x="1139029" y="5456599"/>
                  <a:pt x="1139029" y="5456599"/>
                  <a:pt x="1139029" y="5456599"/>
                </a:cubicBezTo>
                <a:cubicBezTo>
                  <a:pt x="1342459" y="5611229"/>
                  <a:pt x="1342459" y="5611229"/>
                  <a:pt x="1342459" y="5611229"/>
                </a:cubicBezTo>
                <a:cubicBezTo>
                  <a:pt x="1356925" y="5613942"/>
                  <a:pt x="1371391" y="5616655"/>
                  <a:pt x="1384953" y="5619368"/>
                </a:cubicBezTo>
                <a:cubicBezTo>
                  <a:pt x="1152591" y="5442131"/>
                  <a:pt x="1152591" y="5442131"/>
                  <a:pt x="1152591" y="5442131"/>
                </a:cubicBezTo>
                <a:cubicBezTo>
                  <a:pt x="1152591" y="4897759"/>
                  <a:pt x="1152591" y="4897759"/>
                  <a:pt x="1152591" y="4897759"/>
                </a:cubicBezTo>
                <a:cubicBezTo>
                  <a:pt x="1570300" y="4573125"/>
                  <a:pt x="1570300" y="4573125"/>
                  <a:pt x="1570300" y="4573125"/>
                </a:cubicBezTo>
                <a:cubicBezTo>
                  <a:pt x="1560355" y="4555944"/>
                  <a:pt x="1560355" y="4555944"/>
                  <a:pt x="1560355" y="4555944"/>
                </a:cubicBezTo>
                <a:cubicBezTo>
                  <a:pt x="1571205" y="4573125"/>
                  <a:pt x="1571205" y="4573125"/>
                  <a:pt x="1571205" y="4573125"/>
                </a:cubicBezTo>
                <a:cubicBezTo>
                  <a:pt x="1709537" y="4465517"/>
                  <a:pt x="1709537" y="4465517"/>
                  <a:pt x="1709537" y="4465517"/>
                </a:cubicBezTo>
                <a:cubicBezTo>
                  <a:pt x="2290894" y="4907706"/>
                  <a:pt x="2290894" y="4907706"/>
                  <a:pt x="2290894" y="4907706"/>
                </a:cubicBezTo>
                <a:cubicBezTo>
                  <a:pt x="2874963" y="4453761"/>
                  <a:pt x="2874963" y="4453761"/>
                  <a:pt x="2874963" y="4453761"/>
                </a:cubicBezTo>
                <a:cubicBezTo>
                  <a:pt x="2874963" y="4272907"/>
                  <a:pt x="2874963" y="4272907"/>
                  <a:pt x="2874963" y="4272907"/>
                </a:cubicBezTo>
                <a:cubicBezTo>
                  <a:pt x="2855072" y="4281949"/>
                  <a:pt x="2855072" y="4281949"/>
                  <a:pt x="2855072" y="4281949"/>
                </a:cubicBezTo>
                <a:cubicBezTo>
                  <a:pt x="2855072" y="4443814"/>
                  <a:pt x="2855072" y="4443814"/>
                  <a:pt x="2855072" y="4443814"/>
                </a:cubicBezTo>
                <a:cubicBezTo>
                  <a:pt x="2300839" y="4874248"/>
                  <a:pt x="2300839" y="4874248"/>
                  <a:pt x="2300839" y="4874248"/>
                </a:cubicBezTo>
                <a:cubicBezTo>
                  <a:pt x="2300839" y="4343440"/>
                  <a:pt x="2300839" y="4343440"/>
                  <a:pt x="2300839" y="4343440"/>
                </a:cubicBezTo>
                <a:cubicBezTo>
                  <a:pt x="2855072" y="3913006"/>
                  <a:pt x="2855072" y="3913006"/>
                  <a:pt x="2855072" y="3913006"/>
                </a:cubicBezTo>
                <a:cubicBezTo>
                  <a:pt x="2855072" y="4281045"/>
                  <a:pt x="2855072" y="4281045"/>
                  <a:pt x="2855072" y="4281045"/>
                </a:cubicBezTo>
                <a:cubicBezTo>
                  <a:pt x="2874963" y="4272002"/>
                  <a:pt x="2874963" y="4272002"/>
                  <a:pt x="2874963" y="4272002"/>
                </a:cubicBezTo>
                <a:cubicBezTo>
                  <a:pt x="2874963" y="3887687"/>
                  <a:pt x="2874963" y="3887687"/>
                  <a:pt x="2874963" y="3887687"/>
                </a:cubicBezTo>
                <a:cubicBezTo>
                  <a:pt x="2675150" y="3735769"/>
                  <a:pt x="2675150" y="3735769"/>
                  <a:pt x="2675150" y="3735769"/>
                </a:cubicBezTo>
                <a:cubicBezTo>
                  <a:pt x="2654355" y="3744812"/>
                  <a:pt x="2654355" y="3744812"/>
                  <a:pt x="2654355" y="3744812"/>
                </a:cubicBezTo>
                <a:cubicBezTo>
                  <a:pt x="2848743" y="3892208"/>
                  <a:pt x="2848743" y="3892208"/>
                  <a:pt x="2848743" y="3892208"/>
                </a:cubicBezTo>
                <a:cubicBezTo>
                  <a:pt x="2290894" y="4325354"/>
                  <a:pt x="2290894" y="4325354"/>
                  <a:pt x="2290894" y="4325354"/>
                </a:cubicBezTo>
                <a:cubicBezTo>
                  <a:pt x="1731236" y="3900346"/>
                  <a:pt x="1731236" y="3900346"/>
                  <a:pt x="1731236" y="3900346"/>
                </a:cubicBezTo>
                <a:cubicBezTo>
                  <a:pt x="2289086" y="3467200"/>
                  <a:pt x="2289086" y="3467200"/>
                  <a:pt x="2289086" y="3467200"/>
                </a:cubicBezTo>
                <a:cubicBezTo>
                  <a:pt x="2653451" y="3743907"/>
                  <a:pt x="2653451" y="3743907"/>
                  <a:pt x="2653451" y="3743907"/>
                </a:cubicBezTo>
                <a:cubicBezTo>
                  <a:pt x="2674246" y="3734865"/>
                  <a:pt x="2674246" y="3734865"/>
                  <a:pt x="2674246" y="3734865"/>
                </a:cubicBezTo>
                <a:cubicBezTo>
                  <a:pt x="2303552" y="3452732"/>
                  <a:pt x="2303552" y="3452732"/>
                  <a:pt x="2303552" y="3452732"/>
                </a:cubicBezTo>
                <a:cubicBezTo>
                  <a:pt x="2303552" y="3177833"/>
                  <a:pt x="2303552" y="3177833"/>
                  <a:pt x="2303552" y="3177833"/>
                </a:cubicBezTo>
                <a:cubicBezTo>
                  <a:pt x="2282757" y="3180546"/>
                  <a:pt x="2282757" y="3180546"/>
                  <a:pt x="2282757" y="3180546"/>
                </a:cubicBezTo>
                <a:cubicBezTo>
                  <a:pt x="2282757" y="3443689"/>
                  <a:pt x="2282757" y="3443689"/>
                  <a:pt x="2282757" y="3443689"/>
                </a:cubicBezTo>
                <a:cubicBezTo>
                  <a:pt x="1728524" y="3874123"/>
                  <a:pt x="1728524" y="3874123"/>
                  <a:pt x="1728524" y="3874123"/>
                </a:cubicBezTo>
                <a:cubicBezTo>
                  <a:pt x="1728524" y="3342411"/>
                  <a:pt x="1728524" y="3342411"/>
                  <a:pt x="1728524" y="3342411"/>
                </a:cubicBezTo>
                <a:cubicBezTo>
                  <a:pt x="1989818" y="3140758"/>
                  <a:pt x="1989818" y="3140758"/>
                  <a:pt x="1989818" y="3140758"/>
                </a:cubicBezTo>
                <a:cubicBezTo>
                  <a:pt x="1978064" y="3124481"/>
                  <a:pt x="1978064" y="3124481"/>
                  <a:pt x="1978064" y="3124481"/>
                </a:cubicBezTo>
                <a:cubicBezTo>
                  <a:pt x="1718578" y="3325229"/>
                  <a:pt x="1718578" y="3325229"/>
                  <a:pt x="1718578" y="3325229"/>
                </a:cubicBezTo>
                <a:cubicBezTo>
                  <a:pt x="1158920" y="2899317"/>
                  <a:pt x="1158920" y="2899317"/>
                  <a:pt x="1158920" y="2899317"/>
                </a:cubicBezTo>
                <a:cubicBezTo>
                  <a:pt x="1579342" y="2573779"/>
                  <a:pt x="1579342" y="2573779"/>
                  <a:pt x="1579342" y="2573779"/>
                </a:cubicBezTo>
                <a:cubicBezTo>
                  <a:pt x="1567588" y="2557502"/>
                  <a:pt x="1567588" y="2557502"/>
                  <a:pt x="1567588" y="2557502"/>
                </a:cubicBezTo>
                <a:cubicBezTo>
                  <a:pt x="1149879" y="2881232"/>
                  <a:pt x="1149879" y="2881232"/>
                  <a:pt x="1149879" y="2881232"/>
                </a:cubicBezTo>
                <a:cubicBezTo>
                  <a:pt x="1149879" y="2350424"/>
                  <a:pt x="1149879" y="2350424"/>
                  <a:pt x="1149879" y="2350424"/>
                </a:cubicBezTo>
                <a:cubicBezTo>
                  <a:pt x="1321664" y="2216592"/>
                  <a:pt x="1321664" y="2216592"/>
                  <a:pt x="1321664" y="2216592"/>
                </a:cubicBezTo>
                <a:cubicBezTo>
                  <a:pt x="1309910" y="2201219"/>
                  <a:pt x="1309910" y="2201219"/>
                  <a:pt x="1309910" y="2201219"/>
                </a:cubicBezTo>
                <a:cubicBezTo>
                  <a:pt x="1139934" y="2332339"/>
                  <a:pt x="1139934" y="2332339"/>
                  <a:pt x="1139934" y="2332339"/>
                </a:cubicBezTo>
                <a:cubicBezTo>
                  <a:pt x="580276" y="1907331"/>
                  <a:pt x="580276" y="1907331"/>
                  <a:pt x="580276" y="1907331"/>
                </a:cubicBezTo>
                <a:cubicBezTo>
                  <a:pt x="1138125" y="1474184"/>
                  <a:pt x="1138125" y="1474184"/>
                  <a:pt x="1138125" y="1474184"/>
                </a:cubicBezTo>
                <a:cubicBezTo>
                  <a:pt x="1697783" y="1899192"/>
                  <a:pt x="1697783" y="1899192"/>
                  <a:pt x="1697783" y="1899192"/>
                </a:cubicBezTo>
                <a:cubicBezTo>
                  <a:pt x="1310815" y="2200315"/>
                  <a:pt x="1310815" y="2200315"/>
                  <a:pt x="1310815" y="2200315"/>
                </a:cubicBezTo>
                <a:cubicBezTo>
                  <a:pt x="1322568" y="2216592"/>
                  <a:pt x="1322568" y="2216592"/>
                  <a:pt x="1322568" y="2216592"/>
                </a:cubicBezTo>
                <a:cubicBezTo>
                  <a:pt x="1704112" y="1919991"/>
                  <a:pt x="1704112" y="1919991"/>
                  <a:pt x="1704112" y="1919991"/>
                </a:cubicBezTo>
                <a:cubicBezTo>
                  <a:pt x="1704112" y="2450798"/>
                  <a:pt x="1704112" y="2450798"/>
                  <a:pt x="1704112" y="2450798"/>
                </a:cubicBezTo>
                <a:cubicBezTo>
                  <a:pt x="1568492" y="2556598"/>
                  <a:pt x="1568492" y="2556598"/>
                  <a:pt x="1568492" y="2556598"/>
                </a:cubicBezTo>
                <a:cubicBezTo>
                  <a:pt x="1580246" y="2572875"/>
                  <a:pt x="1580246" y="2572875"/>
                  <a:pt x="1580246" y="2572875"/>
                </a:cubicBezTo>
                <a:cubicBezTo>
                  <a:pt x="1709537" y="2472501"/>
                  <a:pt x="1709537" y="2472501"/>
                  <a:pt x="1709537" y="2472501"/>
                </a:cubicBezTo>
                <a:cubicBezTo>
                  <a:pt x="2269195" y="2898413"/>
                  <a:pt x="2269195" y="2898413"/>
                  <a:pt x="2269195" y="2898413"/>
                </a:cubicBezTo>
                <a:cubicBezTo>
                  <a:pt x="1978968" y="3123577"/>
                  <a:pt x="1978968" y="3123577"/>
                  <a:pt x="1978968" y="3123577"/>
                </a:cubicBezTo>
                <a:cubicBezTo>
                  <a:pt x="1990722" y="3139854"/>
                  <a:pt x="1990722" y="3139854"/>
                  <a:pt x="1990722" y="3139854"/>
                </a:cubicBezTo>
                <a:cubicBezTo>
                  <a:pt x="2282757" y="2912881"/>
                  <a:pt x="2282757" y="2912881"/>
                  <a:pt x="2282757" y="2912881"/>
                </a:cubicBezTo>
                <a:cubicBezTo>
                  <a:pt x="2282757" y="3179642"/>
                  <a:pt x="2282757" y="3179642"/>
                  <a:pt x="2282757" y="3179642"/>
                </a:cubicBezTo>
                <a:cubicBezTo>
                  <a:pt x="2303552" y="3176929"/>
                  <a:pt x="2303552" y="3176929"/>
                  <a:pt x="2303552" y="3176929"/>
                </a:cubicBezTo>
                <a:cubicBezTo>
                  <a:pt x="2303552" y="2904743"/>
                  <a:pt x="2303552" y="2904743"/>
                  <a:pt x="2303552" y="2904743"/>
                </a:cubicBezTo>
                <a:cubicBezTo>
                  <a:pt x="2327963" y="2885753"/>
                  <a:pt x="2327963" y="2885753"/>
                  <a:pt x="2327963" y="2885753"/>
                </a:cubicBezTo>
                <a:cubicBezTo>
                  <a:pt x="2327963" y="2860433"/>
                  <a:pt x="2327963" y="2860433"/>
                  <a:pt x="2327963" y="2860433"/>
                </a:cubicBezTo>
                <a:cubicBezTo>
                  <a:pt x="2300839" y="2881232"/>
                  <a:pt x="2300839" y="2881232"/>
                  <a:pt x="2300839" y="2881232"/>
                </a:cubicBezTo>
                <a:cubicBezTo>
                  <a:pt x="2300839" y="2350424"/>
                  <a:pt x="2300839" y="2350424"/>
                  <a:pt x="2300839" y="2350424"/>
                </a:cubicBezTo>
                <a:cubicBezTo>
                  <a:pt x="2327963" y="2328721"/>
                  <a:pt x="2327963" y="2328721"/>
                  <a:pt x="2327963" y="2328721"/>
                </a:cubicBezTo>
                <a:cubicBezTo>
                  <a:pt x="2327963" y="2303402"/>
                  <a:pt x="2327963" y="2303402"/>
                  <a:pt x="2327963" y="2303402"/>
                </a:cubicBezTo>
                <a:cubicBezTo>
                  <a:pt x="2290894" y="2332339"/>
                  <a:pt x="2290894" y="2332339"/>
                  <a:pt x="2290894" y="2332339"/>
                </a:cubicBezTo>
                <a:cubicBezTo>
                  <a:pt x="1731236" y="1907331"/>
                  <a:pt x="1731236" y="1907331"/>
                  <a:pt x="1731236" y="1907331"/>
                </a:cubicBezTo>
                <a:cubicBezTo>
                  <a:pt x="2289086" y="1474184"/>
                  <a:pt x="2289086" y="1474184"/>
                  <a:pt x="2289086" y="1474184"/>
                </a:cubicBezTo>
                <a:cubicBezTo>
                  <a:pt x="2848743" y="1899192"/>
                  <a:pt x="2848743" y="1899192"/>
                  <a:pt x="2848743" y="1899192"/>
                </a:cubicBezTo>
                <a:cubicBezTo>
                  <a:pt x="2328867" y="2302498"/>
                  <a:pt x="2328867" y="2302498"/>
                  <a:pt x="2328867" y="2302498"/>
                </a:cubicBezTo>
                <a:cubicBezTo>
                  <a:pt x="2328867" y="2327817"/>
                  <a:pt x="2328867" y="2327817"/>
                  <a:pt x="2328867" y="2327817"/>
                </a:cubicBezTo>
                <a:cubicBezTo>
                  <a:pt x="2855072" y="1919991"/>
                  <a:pt x="2855072" y="1919991"/>
                  <a:pt x="2855072" y="1919991"/>
                </a:cubicBezTo>
                <a:cubicBezTo>
                  <a:pt x="2855072" y="2450798"/>
                  <a:pt x="2855072" y="2450798"/>
                  <a:pt x="2855072" y="2450798"/>
                </a:cubicBezTo>
                <a:lnTo>
                  <a:pt x="2328867" y="2859529"/>
                </a:lnTo>
                <a:cubicBezTo>
                  <a:pt x="2328867" y="2884849"/>
                  <a:pt x="2328867" y="2884849"/>
                  <a:pt x="2328867" y="2884849"/>
                </a:cubicBezTo>
                <a:cubicBezTo>
                  <a:pt x="2874963" y="2460745"/>
                  <a:pt x="2874963" y="2460745"/>
                  <a:pt x="2874963" y="2460745"/>
                </a:cubicBezTo>
                <a:cubicBezTo>
                  <a:pt x="2874963" y="1894671"/>
                  <a:pt x="2874963" y="1894671"/>
                  <a:pt x="2874963" y="1894671"/>
                </a:cubicBezTo>
                <a:cubicBezTo>
                  <a:pt x="2303552" y="1459716"/>
                  <a:pt x="2303552" y="1459716"/>
                  <a:pt x="2303552" y="1459716"/>
                </a:cubicBezTo>
                <a:cubicBezTo>
                  <a:pt x="2303552" y="926195"/>
                  <a:pt x="2303552" y="926195"/>
                  <a:pt x="2303552" y="926195"/>
                </a:cubicBezTo>
                <a:cubicBezTo>
                  <a:pt x="2282757" y="941568"/>
                  <a:pt x="2282757" y="941568"/>
                  <a:pt x="2282757" y="941568"/>
                </a:cubicBezTo>
                <a:cubicBezTo>
                  <a:pt x="2282757" y="1451578"/>
                  <a:pt x="2282757" y="1451578"/>
                  <a:pt x="2282757" y="1451578"/>
                </a:cubicBezTo>
                <a:cubicBezTo>
                  <a:pt x="1728524" y="1882011"/>
                  <a:pt x="1728524" y="1882011"/>
                  <a:pt x="1728524" y="1882011"/>
                </a:cubicBezTo>
                <a:cubicBezTo>
                  <a:pt x="1728524" y="1351203"/>
                  <a:pt x="1728524" y="1351203"/>
                  <a:pt x="1728524" y="1351203"/>
                </a:cubicBezTo>
                <a:cubicBezTo>
                  <a:pt x="2282757" y="920770"/>
                  <a:pt x="2282757" y="920770"/>
                  <a:pt x="2282757" y="920770"/>
                </a:cubicBezTo>
                <a:cubicBezTo>
                  <a:pt x="2282757" y="940664"/>
                  <a:pt x="2282757" y="940664"/>
                  <a:pt x="2282757" y="940664"/>
                </a:cubicBezTo>
                <a:cubicBezTo>
                  <a:pt x="2303552" y="924387"/>
                  <a:pt x="2303552" y="924387"/>
                  <a:pt x="2303552" y="924387"/>
                </a:cubicBezTo>
                <a:cubicBezTo>
                  <a:pt x="2303552" y="895450"/>
                  <a:pt x="2303552" y="895450"/>
                  <a:pt x="2303552" y="895450"/>
                </a:cubicBezTo>
                <a:cubicBezTo>
                  <a:pt x="1749319" y="474059"/>
                  <a:pt x="1749319" y="474059"/>
                  <a:pt x="1749319" y="474059"/>
                </a:cubicBezTo>
                <a:cubicBezTo>
                  <a:pt x="1733044" y="486719"/>
                  <a:pt x="1733044" y="486719"/>
                  <a:pt x="1733044" y="486719"/>
                </a:cubicBezTo>
                <a:cubicBezTo>
                  <a:pt x="2276428" y="899971"/>
                  <a:pt x="2276428" y="899971"/>
                  <a:pt x="2276428" y="899971"/>
                </a:cubicBezTo>
                <a:cubicBezTo>
                  <a:pt x="1718578" y="1333118"/>
                  <a:pt x="1718578" y="1333118"/>
                  <a:pt x="1718578" y="1333118"/>
                </a:cubicBezTo>
                <a:cubicBezTo>
                  <a:pt x="1158920" y="908110"/>
                  <a:pt x="1158920" y="908110"/>
                  <a:pt x="1158920" y="908110"/>
                </a:cubicBezTo>
                <a:cubicBezTo>
                  <a:pt x="1716770" y="474964"/>
                  <a:pt x="1716770" y="474964"/>
                  <a:pt x="1716770" y="474964"/>
                </a:cubicBezTo>
                <a:cubicBezTo>
                  <a:pt x="1732140" y="486719"/>
                  <a:pt x="1732140" y="486719"/>
                  <a:pt x="1732140" y="486719"/>
                </a:cubicBezTo>
                <a:cubicBezTo>
                  <a:pt x="1748415" y="474059"/>
                  <a:pt x="1748415" y="474059"/>
                  <a:pt x="1748415" y="474059"/>
                </a:cubicBezTo>
                <a:cubicBezTo>
                  <a:pt x="1724907" y="455070"/>
                  <a:pt x="1724907" y="455070"/>
                  <a:pt x="1724907" y="455070"/>
                </a:cubicBezTo>
                <a:cubicBezTo>
                  <a:pt x="1724907" y="56286"/>
                  <a:pt x="1724907" y="6438"/>
                  <a:pt x="1724907" y="206"/>
                </a:cubicBezTo>
                <a:close/>
                <a:moveTo>
                  <a:pt x="1606490" y="0"/>
                </a:moveTo>
                <a:lnTo>
                  <a:pt x="1704112" y="0"/>
                </a:lnTo>
                <a:lnTo>
                  <a:pt x="1704112" y="79700"/>
                </a:lnTo>
                <a:cubicBezTo>
                  <a:pt x="1704112" y="455974"/>
                  <a:pt x="1704112" y="455974"/>
                  <a:pt x="1704112" y="455974"/>
                </a:cubicBezTo>
                <a:cubicBezTo>
                  <a:pt x="1149879" y="885503"/>
                  <a:pt x="1149879" y="885503"/>
                  <a:pt x="1149879" y="885503"/>
                </a:cubicBezTo>
                <a:cubicBezTo>
                  <a:pt x="1149879" y="354695"/>
                  <a:pt x="1149879" y="354695"/>
                  <a:pt x="1149879" y="354695"/>
                </a:cubicBezTo>
                <a:cubicBezTo>
                  <a:pt x="1550183" y="43739"/>
                  <a:pt x="1600221" y="4869"/>
                  <a:pt x="1606476" y="11"/>
                </a:cubicBezTo>
                <a:close/>
                <a:moveTo>
                  <a:pt x="696284" y="0"/>
                </a:moveTo>
                <a:lnTo>
                  <a:pt x="1573942" y="0"/>
                </a:lnTo>
                <a:lnTo>
                  <a:pt x="1498270" y="58848"/>
                </a:lnTo>
                <a:cubicBezTo>
                  <a:pt x="1139934" y="337514"/>
                  <a:pt x="1139934" y="337514"/>
                  <a:pt x="1139934" y="337514"/>
                </a:cubicBezTo>
                <a:cubicBezTo>
                  <a:pt x="805631" y="83188"/>
                  <a:pt x="722055" y="19606"/>
                  <a:pt x="701161" y="3711"/>
                </a:cubicBezTo>
                <a:close/>
              </a:path>
            </a:pathLst>
          </a:custGeom>
          <a:solidFill>
            <a:schemeClr val="bg1">
              <a:lumMod val="65000"/>
            </a:schemeClr>
          </a:solidFill>
        </p:spPr>
        <p:txBody>
          <a:bodyPr wrap="square" tIns="684000" rIns="756000">
            <a:noAutofit/>
          </a:bodyPr>
          <a:lstStyle>
            <a:lvl1pPr algn="r">
              <a:defRPr i="1">
                <a:solidFill>
                  <a:schemeClr val="accent2">
                    <a:lumMod val="40000"/>
                    <a:lumOff val="60000"/>
                  </a:schemeClr>
                </a:solidFill>
              </a:defRPr>
            </a:lvl1pPr>
          </a:lstStyle>
          <a:p>
            <a:r>
              <a:rPr lang="fr-FR" dirty="0"/>
              <a:t>Insérez ou glissez votre image ici</a:t>
            </a:r>
          </a:p>
        </p:txBody>
      </p:sp>
      <p:sp>
        <p:nvSpPr>
          <p:cNvPr id="4" name="Espace réservé du texte 4">
            <a:extLst>
              <a:ext uri="{FF2B5EF4-FFF2-40B4-BE49-F238E27FC236}">
                <a16:creationId xmlns:a16="http://schemas.microsoft.com/office/drawing/2014/main" id="{1CD6972B-DFC0-49E0-CEDD-F3560A107C30}"/>
              </a:ext>
            </a:extLst>
          </p:cNvPr>
          <p:cNvSpPr>
            <a:spLocks noGrp="1"/>
          </p:cNvSpPr>
          <p:nvPr>
            <p:ph type="body" sz="quarter" idx="17" hasCustomPrompt="1"/>
          </p:nvPr>
        </p:nvSpPr>
        <p:spPr>
          <a:xfrm>
            <a:off x="731838" y="5516489"/>
            <a:ext cx="6578600" cy="337066"/>
          </a:xfrm>
        </p:spPr>
        <p:txBody>
          <a:bodyPr>
            <a:normAutofit/>
          </a:bodyPr>
          <a:lstStyle>
            <a:lvl1pPr>
              <a:defRPr sz="1200" i="1">
                <a:solidFill>
                  <a:schemeClr val="tx1"/>
                </a:solidFill>
              </a:defRPr>
            </a:lvl1pPr>
          </a:lstStyle>
          <a:p>
            <a:pPr lvl="0"/>
            <a:r>
              <a:rPr lang="fr-FR" dirty="0"/>
              <a:t>Emplacement logotypes financeurs/partenaires</a:t>
            </a:r>
          </a:p>
        </p:txBody>
      </p:sp>
      <p:pic>
        <p:nvPicPr>
          <p:cNvPr id="11" name="Logo CEA liten">
            <a:extLst>
              <a:ext uri="{FF2B5EF4-FFF2-40B4-BE49-F238E27FC236}">
                <a16:creationId xmlns:a16="http://schemas.microsoft.com/office/drawing/2014/main" id="{59C151D8-9F2F-A121-360A-4DC7F82C413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31838" y="728663"/>
            <a:ext cx="4053600" cy="1804999"/>
          </a:xfrm>
          <a:prstGeom prst="rect">
            <a:avLst/>
          </a:prstGeom>
        </p:spPr>
      </p:pic>
      <p:pic>
        <p:nvPicPr>
          <p:cNvPr id="12" name="Image 11"/>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0333471" y="6136587"/>
            <a:ext cx="1718076" cy="583200"/>
          </a:xfrm>
          <a:prstGeom prst="rect">
            <a:avLst/>
          </a:prstGeom>
        </p:spPr>
      </p:pic>
      <p:sp>
        <p:nvSpPr>
          <p:cNvPr id="13" name="Rectangle 12"/>
          <p:cNvSpPr/>
          <p:nvPr userDrawn="1"/>
        </p:nvSpPr>
        <p:spPr>
          <a:xfrm>
            <a:off x="918448" y="6110347"/>
            <a:ext cx="4921091" cy="738664"/>
          </a:xfrm>
          <a:prstGeom prst="rect">
            <a:avLst/>
          </a:prstGeom>
        </p:spPr>
        <p:txBody>
          <a:bodyPr wrap="none">
            <a:spAutoFit/>
          </a:bodyPr>
          <a:lstStyle/>
          <a:p>
            <a:pPr algn="ctr"/>
            <a:r>
              <a:rPr lang="fr-FR" sz="1800" dirty="0">
                <a:solidFill>
                  <a:schemeClr val="tx2"/>
                </a:solidFill>
              </a:rPr>
              <a:t>CONFIDENTIEL</a:t>
            </a:r>
            <a:r>
              <a:rPr lang="fr-FR" sz="1800" baseline="0" dirty="0">
                <a:solidFill>
                  <a:schemeClr val="tx2"/>
                </a:solidFill>
              </a:rPr>
              <a:t> PROJET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2"/>
                </a:solidFill>
                <a:effectLst/>
                <a:latin typeface="+mn-lt"/>
                <a:ea typeface="+mn-ea"/>
                <a:cs typeface="+mn-cs"/>
              </a:rPr>
              <a:t>Ce document est la propriété du CEA et ne peut être utilisé, reproduit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2"/>
                </a:solidFill>
                <a:effectLst/>
                <a:latin typeface="+mn-lt"/>
                <a:ea typeface="+mn-ea"/>
                <a:cs typeface="+mn-cs"/>
              </a:rPr>
              <a:t>ou communiqué en dehors du CEA sans l’accord de son émetteur.</a:t>
            </a:r>
          </a:p>
        </p:txBody>
      </p:sp>
    </p:spTree>
    <p:extLst>
      <p:ext uri="{BB962C8B-B14F-4D97-AF65-F5344CB8AC3E}">
        <p14:creationId xmlns:p14="http://schemas.microsoft.com/office/powerpoint/2010/main" val="2141578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re CEA lite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7B68EE-BDE5-1E9D-059B-83B50A6ACD18}"/>
              </a:ext>
            </a:extLst>
          </p:cNvPr>
          <p:cNvSpPr>
            <a:spLocks noGrp="1"/>
          </p:cNvSpPr>
          <p:nvPr>
            <p:ph type="ctrTitle"/>
          </p:nvPr>
        </p:nvSpPr>
        <p:spPr>
          <a:xfrm>
            <a:off x="731838" y="2654299"/>
            <a:ext cx="5294312" cy="1587501"/>
          </a:xfrm>
        </p:spPr>
        <p:txBody>
          <a:bodyPr anchor="b">
            <a:normAutofit/>
          </a:bodyPr>
          <a:lstStyle>
            <a:lvl1pPr algn="l">
              <a:defRPr sz="2800">
                <a:solidFill>
                  <a:schemeClr val="tx1"/>
                </a:solidFill>
              </a:defRPr>
            </a:lvl1pPr>
          </a:lstStyle>
          <a:p>
            <a:r>
              <a:rPr lang="fr-FR"/>
              <a:t>Modifiez le style du titre</a:t>
            </a:r>
            <a:endParaRPr lang="fr-FR" dirty="0"/>
          </a:p>
        </p:txBody>
      </p:sp>
      <p:sp>
        <p:nvSpPr>
          <p:cNvPr id="3" name="Sous-titre 2">
            <a:extLst>
              <a:ext uri="{FF2B5EF4-FFF2-40B4-BE49-F238E27FC236}">
                <a16:creationId xmlns:a16="http://schemas.microsoft.com/office/drawing/2014/main" id="{34801059-2D37-8D44-42C0-ED46DE3A8FD1}"/>
              </a:ext>
            </a:extLst>
          </p:cNvPr>
          <p:cNvSpPr>
            <a:spLocks noGrp="1"/>
          </p:cNvSpPr>
          <p:nvPr>
            <p:ph type="subTitle" idx="1"/>
          </p:nvPr>
        </p:nvSpPr>
        <p:spPr>
          <a:xfrm>
            <a:off x="731838" y="4262438"/>
            <a:ext cx="5294312" cy="1655762"/>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sp>
        <p:nvSpPr>
          <p:cNvPr id="4" name="ZoneTexte 3">
            <a:extLst>
              <a:ext uri="{FF2B5EF4-FFF2-40B4-BE49-F238E27FC236}">
                <a16:creationId xmlns:a16="http://schemas.microsoft.com/office/drawing/2014/main" id="{772B667D-CC06-7D82-8E0F-CFDA021D6AD4}"/>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Titre CEA </a:t>
            </a:r>
            <a:r>
              <a:rPr lang="fr-FR" sz="1200" dirty="0" err="1">
                <a:solidFill>
                  <a:schemeClr val="bg1">
                    <a:lumMod val="50000"/>
                  </a:schemeClr>
                </a:solidFill>
              </a:rPr>
              <a:t>liten</a:t>
            </a:r>
            <a:endParaRPr lang="fr-FR" sz="1200" dirty="0">
              <a:solidFill>
                <a:schemeClr val="bg1">
                  <a:lumMod val="50000"/>
                </a:schemeClr>
              </a:solidFill>
            </a:endParaRPr>
          </a:p>
        </p:txBody>
      </p:sp>
      <p:pic>
        <p:nvPicPr>
          <p:cNvPr id="5" name="Logo CEA liten">
            <a:extLst>
              <a:ext uri="{FF2B5EF4-FFF2-40B4-BE49-F238E27FC236}">
                <a16:creationId xmlns:a16="http://schemas.microsoft.com/office/drawing/2014/main" id="{59C151D8-9F2F-A121-360A-4DC7F82C413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731838" y="728663"/>
            <a:ext cx="4053600" cy="1804999"/>
          </a:xfrm>
          <a:prstGeom prst="rect">
            <a:avLst/>
          </a:prstGeom>
        </p:spPr>
      </p:pic>
      <p:sp>
        <p:nvSpPr>
          <p:cNvPr id="6" name="Rectangle 5">
            <a:extLst>
              <a:ext uri="{FF2B5EF4-FFF2-40B4-BE49-F238E27FC236}">
                <a16:creationId xmlns:a16="http://schemas.microsoft.com/office/drawing/2014/main" id="{31F5FF40-204E-79EE-35CB-85711491D064}"/>
              </a:ext>
            </a:extLst>
          </p:cNvPr>
          <p:cNvSpPr/>
          <p:nvPr userDrawn="1"/>
        </p:nvSpPr>
        <p:spPr>
          <a:xfrm>
            <a:off x="11182350" y="0"/>
            <a:ext cx="10096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44000" rtlCol="0" anchor="ctr">
            <a:spAutoFit/>
          </a:bodyPr>
          <a:lstStyle/>
          <a:p>
            <a:pPr algn="ctr"/>
            <a:endParaRPr lang="fr-FR" dirty="0"/>
          </a:p>
        </p:txBody>
      </p:sp>
      <p:pic>
        <p:nvPicPr>
          <p:cNvPr id="11" name="PATTERN CARRE DECAL">
            <a:extLst>
              <a:ext uri="{FF2B5EF4-FFF2-40B4-BE49-F238E27FC236}">
                <a16:creationId xmlns:a16="http://schemas.microsoft.com/office/drawing/2014/main" id="{B904F070-A99F-1AC0-845C-9E05CE6DF32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19705" r="39861" b="-1"/>
          <a:stretch/>
        </p:blipFill>
        <p:spPr>
          <a:xfrm>
            <a:off x="9406296" y="-1"/>
            <a:ext cx="2785704" cy="2447637"/>
          </a:xfrm>
          <a:prstGeom prst="rect">
            <a:avLst/>
          </a:prstGeom>
        </p:spPr>
      </p:pic>
      <p:pic>
        <p:nvPicPr>
          <p:cNvPr id="8" name="Image 7"/>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10333471" y="6136587"/>
            <a:ext cx="1718076" cy="583200"/>
          </a:xfrm>
          <a:prstGeom prst="rect">
            <a:avLst/>
          </a:prstGeom>
        </p:spPr>
      </p:pic>
      <p:sp>
        <p:nvSpPr>
          <p:cNvPr id="10" name="Rectangle 9"/>
          <p:cNvSpPr/>
          <p:nvPr userDrawn="1"/>
        </p:nvSpPr>
        <p:spPr>
          <a:xfrm>
            <a:off x="3635455" y="6119335"/>
            <a:ext cx="4921091" cy="738664"/>
          </a:xfrm>
          <a:prstGeom prst="rect">
            <a:avLst/>
          </a:prstGeom>
        </p:spPr>
        <p:txBody>
          <a:bodyPr wrap="none">
            <a:spAutoFit/>
          </a:bodyPr>
          <a:lstStyle/>
          <a:p>
            <a:pPr algn="ctr"/>
            <a:r>
              <a:rPr lang="fr-FR" sz="1800" dirty="0">
                <a:solidFill>
                  <a:schemeClr val="tx2"/>
                </a:solidFill>
              </a:rPr>
              <a:t>CONFIDENTIEL</a:t>
            </a:r>
            <a:r>
              <a:rPr lang="fr-FR" sz="1800" baseline="0" dirty="0">
                <a:solidFill>
                  <a:schemeClr val="tx2"/>
                </a:solidFill>
              </a:rPr>
              <a:t> PROJET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2"/>
                </a:solidFill>
                <a:effectLst/>
                <a:latin typeface="+mn-lt"/>
                <a:ea typeface="+mn-ea"/>
                <a:cs typeface="+mn-cs"/>
              </a:rPr>
              <a:t>Ce document est la propriété du CEA et ne peut être utilisé, reproduit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2"/>
                </a:solidFill>
                <a:effectLst/>
                <a:latin typeface="+mn-lt"/>
                <a:ea typeface="+mn-ea"/>
                <a:cs typeface="+mn-cs"/>
              </a:rPr>
              <a:t>ou communiqué en dehors du CEA sans l’accord de son émetteur.</a:t>
            </a:r>
          </a:p>
        </p:txBody>
      </p:sp>
    </p:spTree>
    <p:extLst>
      <p:ext uri="{BB962C8B-B14F-4D97-AF65-F5344CB8AC3E}">
        <p14:creationId xmlns:p14="http://schemas.microsoft.com/office/powerpoint/2010/main" val="2291770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 preserve="1">
  <p:cSld name="Titre CEA isa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7B68EE-BDE5-1E9D-059B-83B50A6ACD18}"/>
              </a:ext>
            </a:extLst>
          </p:cNvPr>
          <p:cNvSpPr>
            <a:spLocks noGrp="1"/>
          </p:cNvSpPr>
          <p:nvPr>
            <p:ph type="ctrTitle"/>
          </p:nvPr>
        </p:nvSpPr>
        <p:spPr>
          <a:xfrm>
            <a:off x="731838" y="2654299"/>
            <a:ext cx="5294312" cy="1587501"/>
          </a:xfrm>
        </p:spPr>
        <p:txBody>
          <a:bodyPr anchor="b">
            <a:normAutofit/>
          </a:bodyPr>
          <a:lstStyle>
            <a:lvl1pPr algn="l">
              <a:defRPr sz="2800">
                <a:solidFill>
                  <a:schemeClr val="tx1"/>
                </a:solidFill>
              </a:defRPr>
            </a:lvl1pPr>
          </a:lstStyle>
          <a:p>
            <a:r>
              <a:rPr lang="fr-FR"/>
              <a:t>Modifiez le style du titre</a:t>
            </a:r>
            <a:endParaRPr lang="fr-FR" dirty="0"/>
          </a:p>
        </p:txBody>
      </p:sp>
      <p:sp>
        <p:nvSpPr>
          <p:cNvPr id="3" name="Sous-titre 2">
            <a:extLst>
              <a:ext uri="{FF2B5EF4-FFF2-40B4-BE49-F238E27FC236}">
                <a16:creationId xmlns:a16="http://schemas.microsoft.com/office/drawing/2014/main" id="{34801059-2D37-8D44-42C0-ED46DE3A8FD1}"/>
              </a:ext>
            </a:extLst>
          </p:cNvPr>
          <p:cNvSpPr>
            <a:spLocks noGrp="1"/>
          </p:cNvSpPr>
          <p:nvPr>
            <p:ph type="subTitle" idx="1"/>
          </p:nvPr>
        </p:nvSpPr>
        <p:spPr>
          <a:xfrm>
            <a:off x="731838" y="4262438"/>
            <a:ext cx="5294312" cy="1655762"/>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FR" dirty="0"/>
          </a:p>
        </p:txBody>
      </p:sp>
      <p:pic>
        <p:nvPicPr>
          <p:cNvPr id="5" name="Logo CEA liten">
            <a:extLst>
              <a:ext uri="{FF2B5EF4-FFF2-40B4-BE49-F238E27FC236}">
                <a16:creationId xmlns:a16="http://schemas.microsoft.com/office/drawing/2014/main" id="{59C151D8-9F2F-A121-360A-4DC7F82C413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731838" y="728663"/>
            <a:ext cx="4053599" cy="1804999"/>
          </a:xfrm>
          <a:prstGeom prst="rect">
            <a:avLst/>
          </a:prstGeom>
        </p:spPr>
      </p:pic>
      <p:sp>
        <p:nvSpPr>
          <p:cNvPr id="6" name="ZoneTexte 5">
            <a:extLst>
              <a:ext uri="{FF2B5EF4-FFF2-40B4-BE49-F238E27FC236}">
                <a16:creationId xmlns:a16="http://schemas.microsoft.com/office/drawing/2014/main" id="{810AE585-3E8A-32F0-6876-68FBB4218CF7}"/>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Titre CEA </a:t>
            </a:r>
            <a:r>
              <a:rPr lang="fr-FR" sz="1200" dirty="0" err="1">
                <a:solidFill>
                  <a:schemeClr val="bg1">
                    <a:lumMod val="50000"/>
                  </a:schemeClr>
                </a:solidFill>
              </a:rPr>
              <a:t>isas</a:t>
            </a:r>
            <a:endParaRPr lang="fr-FR" sz="1200" dirty="0">
              <a:solidFill>
                <a:schemeClr val="bg1">
                  <a:lumMod val="50000"/>
                </a:schemeClr>
              </a:solidFill>
            </a:endParaRPr>
          </a:p>
        </p:txBody>
      </p:sp>
      <p:sp>
        <p:nvSpPr>
          <p:cNvPr id="4" name="Rectangle 3">
            <a:extLst>
              <a:ext uri="{FF2B5EF4-FFF2-40B4-BE49-F238E27FC236}">
                <a16:creationId xmlns:a16="http://schemas.microsoft.com/office/drawing/2014/main" id="{D710377C-96DE-1F86-CAD9-8510009CBC0B}"/>
              </a:ext>
            </a:extLst>
          </p:cNvPr>
          <p:cNvSpPr/>
          <p:nvPr userDrawn="1"/>
        </p:nvSpPr>
        <p:spPr>
          <a:xfrm>
            <a:off x="11182350" y="0"/>
            <a:ext cx="10096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44000" rtlCol="0" anchor="ctr">
            <a:spAutoFit/>
          </a:bodyPr>
          <a:lstStyle/>
          <a:p>
            <a:pPr algn="ctr"/>
            <a:endParaRPr lang="fr-FR" dirty="0"/>
          </a:p>
        </p:txBody>
      </p:sp>
      <p:pic>
        <p:nvPicPr>
          <p:cNvPr id="11" name="PATTERN CARRE DECAL">
            <a:extLst>
              <a:ext uri="{FF2B5EF4-FFF2-40B4-BE49-F238E27FC236}">
                <a16:creationId xmlns:a16="http://schemas.microsoft.com/office/drawing/2014/main" id="{B904F070-A99F-1AC0-845C-9E05CE6DF32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19705" r="39861" b="-1"/>
          <a:stretch/>
        </p:blipFill>
        <p:spPr>
          <a:xfrm>
            <a:off x="9406296" y="-1"/>
            <a:ext cx="2785704" cy="2447637"/>
          </a:xfrm>
          <a:prstGeom prst="rect">
            <a:avLst/>
          </a:prstGeom>
        </p:spPr>
      </p:pic>
      <p:sp>
        <p:nvSpPr>
          <p:cNvPr id="9" name="Rectangle 8"/>
          <p:cNvSpPr/>
          <p:nvPr userDrawn="1"/>
        </p:nvSpPr>
        <p:spPr>
          <a:xfrm>
            <a:off x="3635455" y="6119335"/>
            <a:ext cx="4921091" cy="738664"/>
          </a:xfrm>
          <a:prstGeom prst="rect">
            <a:avLst/>
          </a:prstGeom>
        </p:spPr>
        <p:txBody>
          <a:bodyPr wrap="none">
            <a:spAutoFit/>
          </a:bodyPr>
          <a:lstStyle/>
          <a:p>
            <a:pPr algn="ctr"/>
            <a:r>
              <a:rPr lang="fr-FR" sz="1800" dirty="0">
                <a:solidFill>
                  <a:schemeClr val="tx2"/>
                </a:solidFill>
              </a:rPr>
              <a:t>CONFIDENTIEL</a:t>
            </a:r>
            <a:r>
              <a:rPr lang="fr-FR" sz="1800" baseline="0" dirty="0">
                <a:solidFill>
                  <a:schemeClr val="tx2"/>
                </a:solidFill>
              </a:rPr>
              <a:t> PROJET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2"/>
                </a:solidFill>
                <a:effectLst/>
                <a:latin typeface="+mn-lt"/>
                <a:ea typeface="+mn-ea"/>
                <a:cs typeface="+mn-cs"/>
              </a:rPr>
              <a:t>Ce document est la propriété du CEA et ne peut être utilisé, reproduit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2"/>
                </a:solidFill>
                <a:effectLst/>
                <a:latin typeface="+mn-lt"/>
                <a:ea typeface="+mn-ea"/>
                <a:cs typeface="+mn-cs"/>
              </a:rPr>
              <a:t>ou communiqué en dehors du CEA sans l’accord de son émetteur.</a:t>
            </a:r>
          </a:p>
        </p:txBody>
      </p:sp>
    </p:spTree>
    <p:extLst>
      <p:ext uri="{BB962C8B-B14F-4D97-AF65-F5344CB8AC3E}">
        <p14:creationId xmlns:p14="http://schemas.microsoft.com/office/powerpoint/2010/main" val="617054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mmai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2FBAC49-4802-3440-8107-C65AE7ADA05A}"/>
              </a:ext>
            </a:extLst>
          </p:cNvPr>
          <p:cNvSpPr/>
          <p:nvPr userDrawn="1"/>
        </p:nvSpPr>
        <p:spPr>
          <a:xfrm>
            <a:off x="0" y="-2"/>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fr-FR"/>
          </a:p>
        </p:txBody>
      </p:sp>
      <p:sp>
        <p:nvSpPr>
          <p:cNvPr id="3" name="Espace réservé du contenu 2">
            <a:extLst>
              <a:ext uri="{FF2B5EF4-FFF2-40B4-BE49-F238E27FC236}">
                <a16:creationId xmlns:a16="http://schemas.microsoft.com/office/drawing/2014/main" id="{BD2E413D-76E6-5233-CF73-FD49BCAF474D}"/>
              </a:ext>
            </a:extLst>
          </p:cNvPr>
          <p:cNvSpPr>
            <a:spLocks noGrp="1"/>
          </p:cNvSpPr>
          <p:nvPr>
            <p:ph idx="1" hasCustomPrompt="1"/>
          </p:nvPr>
        </p:nvSpPr>
        <p:spPr>
          <a:xfrm>
            <a:off x="731838" y="1381125"/>
            <a:ext cx="8329612" cy="4795838"/>
          </a:xfrm>
        </p:spPr>
        <p:txBody>
          <a:bodyPr lIns="0"/>
          <a:lstStyle>
            <a:lvl1pPr marL="358775" indent="-358775">
              <a:spcBef>
                <a:spcPts val="1800"/>
              </a:spcBef>
              <a:buClr>
                <a:schemeClr val="bg1"/>
              </a:buClr>
              <a:buSzPct val="100000"/>
              <a:buFont typeface="+mj-lt"/>
              <a:buAutoNum type="arabicPeriod"/>
              <a:defRPr>
                <a:solidFill>
                  <a:schemeClr val="bg1"/>
                </a:solidFill>
                <a:latin typeface="+mj-lt"/>
              </a:defRPr>
            </a:lvl1pPr>
            <a:lvl2pPr marL="358775" indent="0">
              <a:buFontTx/>
              <a:buNone/>
              <a:defRPr sz="1400">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Modifier les styles du texte du masque</a:t>
            </a:r>
          </a:p>
          <a:p>
            <a:pPr lvl="1"/>
            <a:r>
              <a:rPr lang="fr-FR"/>
              <a:t>Deuxième niveau</a:t>
            </a:r>
          </a:p>
        </p:txBody>
      </p:sp>
      <p:sp>
        <p:nvSpPr>
          <p:cNvPr id="7" name="ZoneTexte 6">
            <a:extLst>
              <a:ext uri="{FF2B5EF4-FFF2-40B4-BE49-F238E27FC236}">
                <a16:creationId xmlns:a16="http://schemas.microsoft.com/office/drawing/2014/main" id="{4585063C-DA94-C737-8964-5690FC880710}"/>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Sommaire</a:t>
            </a:r>
          </a:p>
        </p:txBody>
      </p:sp>
      <p:grpSp>
        <p:nvGrpSpPr>
          <p:cNvPr id="17" name="Group 12">
            <a:extLst>
              <a:ext uri="{FF2B5EF4-FFF2-40B4-BE49-F238E27FC236}">
                <a16:creationId xmlns:a16="http://schemas.microsoft.com/office/drawing/2014/main" id="{DFC7A27D-F544-3847-F87B-0DF45C44C0D3}"/>
              </a:ext>
            </a:extLst>
          </p:cNvPr>
          <p:cNvGrpSpPr>
            <a:grpSpLocks noChangeAspect="1"/>
          </p:cNvGrpSpPr>
          <p:nvPr userDrawn="1"/>
        </p:nvGrpSpPr>
        <p:grpSpPr bwMode="auto">
          <a:xfrm>
            <a:off x="266859" y="6343650"/>
            <a:ext cx="316707" cy="316707"/>
            <a:chOff x="461" y="3861"/>
            <a:chExt cx="304" cy="304"/>
          </a:xfrm>
        </p:grpSpPr>
        <p:sp>
          <p:nvSpPr>
            <p:cNvPr id="18" name="AutoShape 11">
              <a:extLst>
                <a:ext uri="{FF2B5EF4-FFF2-40B4-BE49-F238E27FC236}">
                  <a16:creationId xmlns:a16="http://schemas.microsoft.com/office/drawing/2014/main" id="{C581EC54-E4C7-2B85-765F-226E90ED37F9}"/>
                </a:ext>
              </a:extLst>
            </p:cNvPr>
            <p:cNvSpPr>
              <a:spLocks noChangeAspect="1" noChangeArrowheads="1" noTextEdit="1"/>
            </p:cNvSpPr>
            <p:nvPr userDrawn="1"/>
          </p:nvSpPr>
          <p:spPr bwMode="auto">
            <a:xfrm>
              <a:off x="461" y="3861"/>
              <a:ext cx="30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Rectangle 13">
              <a:extLst>
                <a:ext uri="{FF2B5EF4-FFF2-40B4-BE49-F238E27FC236}">
                  <a16:creationId xmlns:a16="http://schemas.microsoft.com/office/drawing/2014/main" id="{024FFC00-E238-123D-8547-D317547D5C21}"/>
                </a:ext>
              </a:extLst>
            </p:cNvPr>
            <p:cNvSpPr>
              <a:spLocks noChangeArrowheads="1"/>
            </p:cNvSpPr>
            <p:nvPr userDrawn="1"/>
          </p:nvSpPr>
          <p:spPr bwMode="auto">
            <a:xfrm>
              <a:off x="461" y="3861"/>
              <a:ext cx="304" cy="30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Rectangle 14">
              <a:extLst>
                <a:ext uri="{FF2B5EF4-FFF2-40B4-BE49-F238E27FC236}">
                  <a16:creationId xmlns:a16="http://schemas.microsoft.com/office/drawing/2014/main" id="{26FC7AA9-98AE-CF10-6510-FBB15BB6F6AD}"/>
                </a:ext>
              </a:extLst>
            </p:cNvPr>
            <p:cNvSpPr>
              <a:spLocks noChangeArrowheads="1"/>
            </p:cNvSpPr>
            <p:nvPr userDrawn="1"/>
          </p:nvSpPr>
          <p:spPr bwMode="auto">
            <a:xfrm>
              <a:off x="461" y="3861"/>
              <a:ext cx="30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15">
              <a:extLst>
                <a:ext uri="{FF2B5EF4-FFF2-40B4-BE49-F238E27FC236}">
                  <a16:creationId xmlns:a16="http://schemas.microsoft.com/office/drawing/2014/main" id="{485E328D-5058-4023-75AE-4DF8C1BAEBCA}"/>
                </a:ext>
              </a:extLst>
            </p:cNvPr>
            <p:cNvSpPr>
              <a:spLocks noEditPoints="1"/>
            </p:cNvSpPr>
            <p:nvPr userDrawn="1"/>
          </p:nvSpPr>
          <p:spPr bwMode="auto">
            <a:xfrm>
              <a:off x="518" y="3962"/>
              <a:ext cx="189" cy="72"/>
            </a:xfrm>
            <a:custGeom>
              <a:avLst/>
              <a:gdLst>
                <a:gd name="T0" fmla="*/ 498 w 498"/>
                <a:gd name="T1" fmla="*/ 96 h 190"/>
                <a:gd name="T2" fmla="*/ 415 w 498"/>
                <a:gd name="T3" fmla="*/ 0 h 190"/>
                <a:gd name="T4" fmla="*/ 350 w 498"/>
                <a:gd name="T5" fmla="*/ 13 h 190"/>
                <a:gd name="T6" fmla="*/ 348 w 498"/>
                <a:gd name="T7" fmla="*/ 37 h 190"/>
                <a:gd name="T8" fmla="*/ 413 w 498"/>
                <a:gd name="T9" fmla="*/ 21 h 190"/>
                <a:gd name="T10" fmla="*/ 463 w 498"/>
                <a:gd name="T11" fmla="*/ 43 h 190"/>
                <a:gd name="T12" fmla="*/ 335 w 498"/>
                <a:gd name="T13" fmla="*/ 141 h 190"/>
                <a:gd name="T14" fmla="*/ 252 w 498"/>
                <a:gd name="T15" fmla="*/ 169 h 190"/>
                <a:gd name="T16" fmla="*/ 199 w 498"/>
                <a:gd name="T17" fmla="*/ 147 h 190"/>
                <a:gd name="T18" fmla="*/ 320 w 498"/>
                <a:gd name="T19" fmla="*/ 34 h 190"/>
                <a:gd name="T20" fmla="*/ 251 w 498"/>
                <a:gd name="T21" fmla="*/ 0 h 190"/>
                <a:gd name="T22" fmla="*/ 188 w 498"/>
                <a:gd name="T23" fmla="*/ 24 h 190"/>
                <a:gd name="T24" fmla="*/ 165 w 498"/>
                <a:gd name="T25" fmla="*/ 98 h 190"/>
                <a:gd name="T26" fmla="*/ 173 w 498"/>
                <a:gd name="T27" fmla="*/ 140 h 190"/>
                <a:gd name="T28" fmla="*/ 85 w 498"/>
                <a:gd name="T29" fmla="*/ 169 h 190"/>
                <a:gd name="T30" fmla="*/ 19 w 498"/>
                <a:gd name="T31" fmla="*/ 95 h 190"/>
                <a:gd name="T32" fmla="*/ 85 w 498"/>
                <a:gd name="T33" fmla="*/ 21 h 190"/>
                <a:gd name="T34" fmla="*/ 150 w 498"/>
                <a:gd name="T35" fmla="*/ 37 h 190"/>
                <a:gd name="T36" fmla="*/ 148 w 498"/>
                <a:gd name="T37" fmla="*/ 13 h 190"/>
                <a:gd name="T38" fmla="*/ 87 w 498"/>
                <a:gd name="T39" fmla="*/ 0 h 190"/>
                <a:gd name="T40" fmla="*/ 0 w 498"/>
                <a:gd name="T41" fmla="*/ 95 h 190"/>
                <a:gd name="T42" fmla="*/ 86 w 498"/>
                <a:gd name="T43" fmla="*/ 190 h 190"/>
                <a:gd name="T44" fmla="*/ 182 w 498"/>
                <a:gd name="T45" fmla="*/ 159 h 190"/>
                <a:gd name="T46" fmla="*/ 251 w 498"/>
                <a:gd name="T47" fmla="*/ 190 h 190"/>
                <a:gd name="T48" fmla="*/ 338 w 498"/>
                <a:gd name="T49" fmla="*/ 164 h 190"/>
                <a:gd name="T50" fmla="*/ 411 w 498"/>
                <a:gd name="T51" fmla="*/ 190 h 190"/>
                <a:gd name="T52" fmla="*/ 477 w 498"/>
                <a:gd name="T53" fmla="*/ 163 h 190"/>
                <a:gd name="T54" fmla="*/ 478 w 498"/>
                <a:gd name="T55" fmla="*/ 185 h 190"/>
                <a:gd name="T56" fmla="*/ 498 w 498"/>
                <a:gd name="T57" fmla="*/ 189 h 190"/>
                <a:gd name="T58" fmla="*/ 498 w 498"/>
                <a:gd name="T59" fmla="*/ 96 h 190"/>
                <a:gd name="T60" fmla="*/ 184 w 498"/>
                <a:gd name="T61" fmla="*/ 107 h 190"/>
                <a:gd name="T62" fmla="*/ 201 w 498"/>
                <a:gd name="T63" fmla="*/ 39 h 190"/>
                <a:gd name="T64" fmla="*/ 251 w 498"/>
                <a:gd name="T65" fmla="*/ 19 h 190"/>
                <a:gd name="T66" fmla="*/ 297 w 498"/>
                <a:gd name="T67" fmla="*/ 37 h 190"/>
                <a:gd name="T68" fmla="*/ 261 w 498"/>
                <a:gd name="T69" fmla="*/ 78 h 190"/>
                <a:gd name="T70" fmla="*/ 190 w 498"/>
                <a:gd name="T71" fmla="*/ 128 h 190"/>
                <a:gd name="T72" fmla="*/ 184 w 498"/>
                <a:gd name="T73" fmla="*/ 107 h 190"/>
                <a:gd name="T74" fmla="*/ 462 w 498"/>
                <a:gd name="T75" fmla="*/ 151 h 190"/>
                <a:gd name="T76" fmla="*/ 411 w 498"/>
                <a:gd name="T77" fmla="*/ 170 h 190"/>
                <a:gd name="T78" fmla="*/ 356 w 498"/>
                <a:gd name="T79" fmla="*/ 151 h 190"/>
                <a:gd name="T80" fmla="*/ 472 w 498"/>
                <a:gd name="T81" fmla="*/ 60 h 190"/>
                <a:gd name="T82" fmla="*/ 479 w 498"/>
                <a:gd name="T83" fmla="*/ 83 h 190"/>
                <a:gd name="T84" fmla="*/ 462 w 498"/>
                <a:gd name="T85" fmla="*/ 151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98" h="190">
                  <a:moveTo>
                    <a:pt x="498" y="96"/>
                  </a:moveTo>
                  <a:cubicBezTo>
                    <a:pt x="498" y="6"/>
                    <a:pt x="430" y="0"/>
                    <a:pt x="415" y="0"/>
                  </a:cubicBezTo>
                  <a:cubicBezTo>
                    <a:pt x="393" y="0"/>
                    <a:pt x="372" y="4"/>
                    <a:pt x="350" y="13"/>
                  </a:cubicBezTo>
                  <a:cubicBezTo>
                    <a:pt x="348" y="37"/>
                    <a:pt x="348" y="37"/>
                    <a:pt x="348" y="37"/>
                  </a:cubicBezTo>
                  <a:cubicBezTo>
                    <a:pt x="357" y="33"/>
                    <a:pt x="385" y="21"/>
                    <a:pt x="413" y="21"/>
                  </a:cubicBezTo>
                  <a:cubicBezTo>
                    <a:pt x="435" y="21"/>
                    <a:pt x="452" y="28"/>
                    <a:pt x="463" y="43"/>
                  </a:cubicBezTo>
                  <a:cubicBezTo>
                    <a:pt x="387" y="82"/>
                    <a:pt x="342" y="114"/>
                    <a:pt x="335" y="141"/>
                  </a:cubicBezTo>
                  <a:cubicBezTo>
                    <a:pt x="316" y="154"/>
                    <a:pt x="282" y="169"/>
                    <a:pt x="252" y="169"/>
                  </a:cubicBezTo>
                  <a:cubicBezTo>
                    <a:pt x="219" y="169"/>
                    <a:pt x="205" y="155"/>
                    <a:pt x="199" y="147"/>
                  </a:cubicBezTo>
                  <a:cubicBezTo>
                    <a:pt x="282" y="91"/>
                    <a:pt x="325" y="59"/>
                    <a:pt x="320" y="34"/>
                  </a:cubicBezTo>
                  <a:cubicBezTo>
                    <a:pt x="315" y="11"/>
                    <a:pt x="281" y="0"/>
                    <a:pt x="251" y="0"/>
                  </a:cubicBezTo>
                  <a:cubicBezTo>
                    <a:pt x="219" y="0"/>
                    <a:pt x="198" y="13"/>
                    <a:pt x="188" y="24"/>
                  </a:cubicBezTo>
                  <a:cubicBezTo>
                    <a:pt x="172" y="41"/>
                    <a:pt x="164" y="66"/>
                    <a:pt x="165" y="98"/>
                  </a:cubicBezTo>
                  <a:cubicBezTo>
                    <a:pt x="165" y="112"/>
                    <a:pt x="168" y="127"/>
                    <a:pt x="173" y="140"/>
                  </a:cubicBezTo>
                  <a:cubicBezTo>
                    <a:pt x="160" y="148"/>
                    <a:pt x="125" y="169"/>
                    <a:pt x="85" y="169"/>
                  </a:cubicBezTo>
                  <a:cubicBezTo>
                    <a:pt x="38" y="169"/>
                    <a:pt x="19" y="132"/>
                    <a:pt x="19" y="95"/>
                  </a:cubicBezTo>
                  <a:cubicBezTo>
                    <a:pt x="19" y="59"/>
                    <a:pt x="37" y="21"/>
                    <a:pt x="85" y="21"/>
                  </a:cubicBezTo>
                  <a:cubicBezTo>
                    <a:pt x="113" y="21"/>
                    <a:pt x="140" y="32"/>
                    <a:pt x="150" y="37"/>
                  </a:cubicBezTo>
                  <a:cubicBezTo>
                    <a:pt x="148" y="13"/>
                    <a:pt x="148" y="13"/>
                    <a:pt x="148" y="13"/>
                  </a:cubicBezTo>
                  <a:cubicBezTo>
                    <a:pt x="130" y="6"/>
                    <a:pt x="107" y="0"/>
                    <a:pt x="87" y="0"/>
                  </a:cubicBezTo>
                  <a:cubicBezTo>
                    <a:pt x="7" y="0"/>
                    <a:pt x="0" y="67"/>
                    <a:pt x="0" y="95"/>
                  </a:cubicBezTo>
                  <a:cubicBezTo>
                    <a:pt x="0" y="122"/>
                    <a:pt x="7" y="190"/>
                    <a:pt x="86" y="190"/>
                  </a:cubicBezTo>
                  <a:cubicBezTo>
                    <a:pt x="134" y="190"/>
                    <a:pt x="175" y="164"/>
                    <a:pt x="182" y="159"/>
                  </a:cubicBezTo>
                  <a:cubicBezTo>
                    <a:pt x="187" y="168"/>
                    <a:pt x="208" y="190"/>
                    <a:pt x="251" y="190"/>
                  </a:cubicBezTo>
                  <a:cubicBezTo>
                    <a:pt x="286" y="190"/>
                    <a:pt x="325" y="173"/>
                    <a:pt x="338" y="164"/>
                  </a:cubicBezTo>
                  <a:cubicBezTo>
                    <a:pt x="346" y="175"/>
                    <a:pt x="362" y="190"/>
                    <a:pt x="411" y="190"/>
                  </a:cubicBezTo>
                  <a:cubicBezTo>
                    <a:pt x="444" y="190"/>
                    <a:pt x="464" y="179"/>
                    <a:pt x="477" y="163"/>
                  </a:cubicBezTo>
                  <a:cubicBezTo>
                    <a:pt x="477" y="171"/>
                    <a:pt x="478" y="179"/>
                    <a:pt x="478" y="185"/>
                  </a:cubicBezTo>
                  <a:cubicBezTo>
                    <a:pt x="498" y="189"/>
                    <a:pt x="498" y="189"/>
                    <a:pt x="498" y="189"/>
                  </a:cubicBezTo>
                  <a:cubicBezTo>
                    <a:pt x="497" y="168"/>
                    <a:pt x="498" y="97"/>
                    <a:pt x="498" y="96"/>
                  </a:cubicBezTo>
                  <a:moveTo>
                    <a:pt x="184" y="107"/>
                  </a:moveTo>
                  <a:cubicBezTo>
                    <a:pt x="184" y="107"/>
                    <a:pt x="178" y="65"/>
                    <a:pt x="201" y="39"/>
                  </a:cubicBezTo>
                  <a:cubicBezTo>
                    <a:pt x="212" y="26"/>
                    <a:pt x="229" y="19"/>
                    <a:pt x="251" y="19"/>
                  </a:cubicBezTo>
                  <a:cubicBezTo>
                    <a:pt x="275" y="19"/>
                    <a:pt x="295" y="28"/>
                    <a:pt x="297" y="37"/>
                  </a:cubicBezTo>
                  <a:cubicBezTo>
                    <a:pt x="299" y="44"/>
                    <a:pt x="292" y="53"/>
                    <a:pt x="261" y="78"/>
                  </a:cubicBezTo>
                  <a:cubicBezTo>
                    <a:pt x="261" y="78"/>
                    <a:pt x="230" y="105"/>
                    <a:pt x="190" y="128"/>
                  </a:cubicBezTo>
                  <a:cubicBezTo>
                    <a:pt x="187" y="122"/>
                    <a:pt x="185" y="115"/>
                    <a:pt x="184" y="107"/>
                  </a:cubicBezTo>
                  <a:moveTo>
                    <a:pt x="462" y="151"/>
                  </a:moveTo>
                  <a:cubicBezTo>
                    <a:pt x="450" y="164"/>
                    <a:pt x="433" y="170"/>
                    <a:pt x="411" y="170"/>
                  </a:cubicBezTo>
                  <a:cubicBezTo>
                    <a:pt x="361" y="170"/>
                    <a:pt x="356" y="151"/>
                    <a:pt x="356" y="151"/>
                  </a:cubicBezTo>
                  <a:cubicBezTo>
                    <a:pt x="350" y="140"/>
                    <a:pt x="367" y="116"/>
                    <a:pt x="472" y="60"/>
                  </a:cubicBezTo>
                  <a:cubicBezTo>
                    <a:pt x="475" y="67"/>
                    <a:pt x="477" y="75"/>
                    <a:pt x="479" y="83"/>
                  </a:cubicBezTo>
                  <a:cubicBezTo>
                    <a:pt x="479" y="83"/>
                    <a:pt x="484" y="125"/>
                    <a:pt x="462" y="151"/>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Rectangle 16">
              <a:extLst>
                <a:ext uri="{FF2B5EF4-FFF2-40B4-BE49-F238E27FC236}">
                  <a16:creationId xmlns:a16="http://schemas.microsoft.com/office/drawing/2014/main" id="{B32124BB-315A-4642-3185-D0F09F05E9F3}"/>
                </a:ext>
              </a:extLst>
            </p:cNvPr>
            <p:cNvSpPr>
              <a:spLocks noChangeArrowheads="1"/>
            </p:cNvSpPr>
            <p:nvPr userDrawn="1"/>
          </p:nvSpPr>
          <p:spPr bwMode="auto">
            <a:xfrm>
              <a:off x="526" y="4057"/>
              <a:ext cx="174" cy="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Rectangle 17">
              <a:extLst>
                <a:ext uri="{FF2B5EF4-FFF2-40B4-BE49-F238E27FC236}">
                  <a16:creationId xmlns:a16="http://schemas.microsoft.com/office/drawing/2014/main" id="{283D2C2C-F437-0747-2745-E4E3B6D20760}"/>
                </a:ext>
              </a:extLst>
            </p:cNvPr>
            <p:cNvSpPr>
              <a:spLocks noChangeArrowheads="1"/>
            </p:cNvSpPr>
            <p:nvPr userDrawn="1"/>
          </p:nvSpPr>
          <p:spPr bwMode="auto">
            <a:xfrm>
              <a:off x="526" y="4057"/>
              <a:ext cx="174" cy="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
        <p:nvSpPr>
          <p:cNvPr id="24" name="Espace réservé du titre 1">
            <a:extLst>
              <a:ext uri="{FF2B5EF4-FFF2-40B4-BE49-F238E27FC236}">
                <a16:creationId xmlns:a16="http://schemas.microsoft.com/office/drawing/2014/main" id="{1502D9F9-80C2-D30F-8D8B-9F5A494EF69D}"/>
              </a:ext>
            </a:extLst>
          </p:cNvPr>
          <p:cNvSpPr>
            <a:spLocks noGrp="1"/>
          </p:cNvSpPr>
          <p:nvPr>
            <p:ph type="title"/>
          </p:nvPr>
        </p:nvSpPr>
        <p:spPr>
          <a:xfrm>
            <a:off x="731838" y="314036"/>
            <a:ext cx="10728325" cy="871827"/>
          </a:xfrm>
          <a:prstGeom prst="rect">
            <a:avLst/>
          </a:prstGeom>
        </p:spPr>
        <p:txBody>
          <a:bodyPr vert="horz" lIns="0" tIns="45720" rIns="91440" bIns="45720" rtlCol="0" anchor="b">
            <a:normAutofit/>
          </a:bodyPr>
          <a:lstStyle>
            <a:lvl1pPr>
              <a:defRPr>
                <a:solidFill>
                  <a:schemeClr val="bg1"/>
                </a:solidFill>
              </a:defRPr>
            </a:lvl1pPr>
          </a:lstStyle>
          <a:p>
            <a:r>
              <a:rPr lang="fr-FR"/>
              <a:t>Modifiez le style du titre</a:t>
            </a:r>
            <a:endParaRPr lang="fr-FR" dirty="0"/>
          </a:p>
        </p:txBody>
      </p:sp>
      <p:pic>
        <p:nvPicPr>
          <p:cNvPr id="12" name="Image 11">
            <a:extLst>
              <a:ext uri="{FF2B5EF4-FFF2-40B4-BE49-F238E27FC236}">
                <a16:creationId xmlns:a16="http://schemas.microsoft.com/office/drawing/2014/main" id="{B717F4D1-D2E3-F44D-BEED-84560474205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3666" r="82853" b="2802"/>
          <a:stretch/>
        </p:blipFill>
        <p:spPr>
          <a:xfrm>
            <a:off x="11647944" y="-1"/>
            <a:ext cx="544056" cy="6858001"/>
          </a:xfrm>
          <a:prstGeom prst="rect">
            <a:avLst/>
          </a:prstGeom>
        </p:spPr>
      </p:pic>
      <p:sp>
        <p:nvSpPr>
          <p:cNvPr id="16" name="Rectangle 15"/>
          <p:cNvSpPr/>
          <p:nvPr userDrawn="1"/>
        </p:nvSpPr>
        <p:spPr>
          <a:xfrm>
            <a:off x="623888" y="6295812"/>
            <a:ext cx="12198416"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bg1"/>
                </a:solidFill>
              </a:rPr>
              <a:t>CONFIDENTIEL</a:t>
            </a:r>
            <a:r>
              <a:rPr lang="fr-FR" sz="1200" baseline="0" dirty="0">
                <a:solidFill>
                  <a:schemeClr val="bg1"/>
                </a:solidFill>
              </a:rPr>
              <a:t> PROJET </a:t>
            </a:r>
            <a:r>
              <a:rPr lang="fr-FR" sz="1200" dirty="0">
                <a:solidFill>
                  <a:schemeClr val="bg1"/>
                </a:solidFill>
              </a:rPr>
              <a:t>– </a:t>
            </a:r>
            <a:r>
              <a:rPr lang="fr-FR" sz="1100" kern="1200" dirty="0">
                <a:solidFill>
                  <a:schemeClr val="bg1"/>
                </a:solidFill>
                <a:effectLst/>
                <a:latin typeface="+mn-lt"/>
                <a:ea typeface="+mn-ea"/>
                <a:cs typeface="+mn-cs"/>
              </a:rPr>
              <a:t>Ce document est la propriété du CEA et ne peut être utilisé, reproduit ou communiqué en dehors du CEA sans l’accord de son émetteur.</a:t>
            </a:r>
          </a:p>
          <a:p>
            <a:r>
              <a:rPr lang="fr-FR" sz="1200" dirty="0">
                <a:solidFill>
                  <a:schemeClr val="bg1"/>
                </a:solidFill>
              </a:rPr>
              <a:t>Nom Projet - Chrono Livrable (A modifier dans le</a:t>
            </a:r>
            <a:r>
              <a:rPr lang="fr-FR" sz="1200" baseline="0" dirty="0">
                <a:solidFill>
                  <a:schemeClr val="bg1"/>
                </a:solidFill>
              </a:rPr>
              <a:t> mode masque)</a:t>
            </a:r>
            <a:endParaRPr lang="fr-FR" sz="1200" dirty="0">
              <a:solidFill>
                <a:schemeClr val="bg1"/>
              </a:solidFill>
            </a:endParaRPr>
          </a:p>
        </p:txBody>
      </p:sp>
      <p:sp>
        <p:nvSpPr>
          <p:cNvPr id="25" name="ZoneTexte 24"/>
          <p:cNvSpPr txBox="1"/>
          <p:nvPr userDrawn="1"/>
        </p:nvSpPr>
        <p:spPr>
          <a:xfrm>
            <a:off x="4667600" y="-4462"/>
            <a:ext cx="3060000" cy="360000"/>
          </a:xfrm>
          <a:prstGeom prst="rect">
            <a:avLst/>
          </a:prstGeom>
          <a:solidFill>
            <a:schemeClr val="bg1"/>
          </a:solidFill>
          <a:ln w="28575">
            <a:solidFill>
              <a:schemeClr val="tx2"/>
            </a:solidFill>
          </a:ln>
        </p:spPr>
        <p:txBody>
          <a:bodyPr wrap="square" rtlCol="0">
            <a:spAutoFit/>
          </a:bodyPr>
          <a:lstStyle/>
          <a:p>
            <a:pPr algn="ctr"/>
            <a:r>
              <a:rPr lang="fr-FR" b="1" dirty="0">
                <a:solidFill>
                  <a:schemeClr val="tx2"/>
                </a:solidFill>
              </a:rPr>
              <a:t>CONFIDENTIEL PROJET</a:t>
            </a:r>
          </a:p>
        </p:txBody>
      </p:sp>
    </p:spTree>
    <p:extLst>
      <p:ext uri="{BB962C8B-B14F-4D97-AF65-F5344CB8AC3E}">
        <p14:creationId xmlns:p14="http://schemas.microsoft.com/office/powerpoint/2010/main" val="112158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ommaire light">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D2E413D-76E6-5233-CF73-FD49BCAF474D}"/>
              </a:ext>
            </a:extLst>
          </p:cNvPr>
          <p:cNvSpPr>
            <a:spLocks noGrp="1"/>
          </p:cNvSpPr>
          <p:nvPr>
            <p:ph idx="1" hasCustomPrompt="1"/>
          </p:nvPr>
        </p:nvSpPr>
        <p:spPr>
          <a:xfrm>
            <a:off x="727076" y="1765299"/>
            <a:ext cx="8659812" cy="4148139"/>
          </a:xfrm>
        </p:spPr>
        <p:txBody>
          <a:bodyPr lIns="0" numCol="2" spcCol="360000"/>
          <a:lstStyle>
            <a:lvl1pPr marL="358775" indent="-358775">
              <a:spcBef>
                <a:spcPts val="1800"/>
              </a:spcBef>
              <a:buClr>
                <a:schemeClr val="tx2"/>
              </a:buClr>
              <a:buSzPct val="100000"/>
              <a:buFont typeface="+mj-lt"/>
              <a:buAutoNum type="arabicPeriod"/>
              <a:defRPr>
                <a:solidFill>
                  <a:schemeClr val="tx1"/>
                </a:solidFill>
                <a:latin typeface="+mj-lt"/>
              </a:defRPr>
            </a:lvl1pPr>
            <a:lvl2pPr marL="358775" indent="0">
              <a:buFontTx/>
              <a:buNone/>
              <a:defRPr sz="1400">
                <a:solidFill>
                  <a:schemeClr val="tx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Modifier les styles du texte du masque</a:t>
            </a:r>
          </a:p>
          <a:p>
            <a:pPr lvl="1"/>
            <a:r>
              <a:rPr lang="fr-FR"/>
              <a:t>Deuxième niveau</a:t>
            </a:r>
          </a:p>
        </p:txBody>
      </p:sp>
      <p:sp>
        <p:nvSpPr>
          <p:cNvPr id="7" name="ZoneTexte 6">
            <a:extLst>
              <a:ext uri="{FF2B5EF4-FFF2-40B4-BE49-F238E27FC236}">
                <a16:creationId xmlns:a16="http://schemas.microsoft.com/office/drawing/2014/main" id="{4585063C-DA94-C737-8964-5690FC880710}"/>
              </a:ext>
            </a:extLst>
          </p:cNvPr>
          <p:cNvSpPr txBox="1"/>
          <p:nvPr userDrawn="1"/>
        </p:nvSpPr>
        <p:spPr>
          <a:xfrm>
            <a:off x="-101600" y="-276999"/>
            <a:ext cx="12192000" cy="461665"/>
          </a:xfrm>
          <a:prstGeom prst="rect">
            <a:avLst/>
          </a:prstGeom>
          <a:noFill/>
        </p:spPr>
        <p:txBody>
          <a:bodyPr wrap="square" rtlCol="0">
            <a:spAutoFit/>
          </a:bodyPr>
          <a:lstStyle/>
          <a:p>
            <a:r>
              <a:rPr lang="fr-FR" sz="1200" dirty="0">
                <a:solidFill>
                  <a:schemeClr val="bg1">
                    <a:lumMod val="50000"/>
                  </a:schemeClr>
                </a:solidFill>
              </a:rPr>
              <a:t>Disposition : Sommaire light</a:t>
            </a:r>
          </a:p>
          <a:p>
            <a:endParaRPr lang="fr-FR" sz="1200" dirty="0">
              <a:solidFill>
                <a:schemeClr val="bg1">
                  <a:lumMod val="50000"/>
                </a:schemeClr>
              </a:solidFill>
            </a:endParaRPr>
          </a:p>
        </p:txBody>
      </p:sp>
      <p:sp>
        <p:nvSpPr>
          <p:cNvPr id="2" name="ZoneTexte 1">
            <a:extLst>
              <a:ext uri="{FF2B5EF4-FFF2-40B4-BE49-F238E27FC236}">
                <a16:creationId xmlns:a16="http://schemas.microsoft.com/office/drawing/2014/main" id="{A21E7187-2172-D725-E095-C0FCE93238AE}"/>
              </a:ext>
            </a:extLst>
          </p:cNvPr>
          <p:cNvSpPr txBox="1"/>
          <p:nvPr userDrawn="1"/>
        </p:nvSpPr>
        <p:spPr>
          <a:xfrm>
            <a:off x="-101600" y="6858000"/>
            <a:ext cx="12192000" cy="461665"/>
          </a:xfrm>
          <a:prstGeom prst="rect">
            <a:avLst/>
          </a:prstGeom>
          <a:noFill/>
        </p:spPr>
        <p:txBody>
          <a:bodyPr wrap="square" rtlCol="0">
            <a:spAutoFit/>
          </a:bodyPr>
          <a:lstStyle/>
          <a:p>
            <a:r>
              <a:rPr lang="fr-FR" sz="1200" dirty="0">
                <a:solidFill>
                  <a:schemeClr val="bg1">
                    <a:lumMod val="50000"/>
                  </a:schemeClr>
                </a:solidFill>
              </a:rPr>
              <a:t>Astuce :Ce sommaire est sur deux colonnes, pour passer sur une colonne : Clic droit sur la zone de texte + « Format de la forme » / « Options de texte » / « Colonnes » = 1 </a:t>
            </a:r>
          </a:p>
          <a:p>
            <a:endParaRPr lang="fr-FR" sz="1200" dirty="0">
              <a:solidFill>
                <a:schemeClr val="bg1">
                  <a:lumMod val="50000"/>
                </a:schemeClr>
              </a:solidFill>
            </a:endParaRPr>
          </a:p>
        </p:txBody>
      </p:sp>
      <p:sp>
        <p:nvSpPr>
          <p:cNvPr id="14" name="Espace réservé du titre 1">
            <a:extLst>
              <a:ext uri="{FF2B5EF4-FFF2-40B4-BE49-F238E27FC236}">
                <a16:creationId xmlns:a16="http://schemas.microsoft.com/office/drawing/2014/main" id="{1502D9F9-80C2-D30F-8D8B-9F5A494EF69D}"/>
              </a:ext>
            </a:extLst>
          </p:cNvPr>
          <p:cNvSpPr>
            <a:spLocks noGrp="1"/>
          </p:cNvSpPr>
          <p:nvPr>
            <p:ph type="title"/>
          </p:nvPr>
        </p:nvSpPr>
        <p:spPr>
          <a:xfrm>
            <a:off x="727076" y="361950"/>
            <a:ext cx="10733087" cy="823913"/>
          </a:xfrm>
          <a:prstGeom prst="rect">
            <a:avLst/>
          </a:prstGeom>
        </p:spPr>
        <p:txBody>
          <a:bodyPr vert="horz" lIns="0" tIns="45720" rIns="91440" bIns="45720" rtlCol="0" anchor="b">
            <a:normAutofit/>
          </a:bodyPr>
          <a:lstStyle/>
          <a:p>
            <a:r>
              <a:rPr lang="fr-FR"/>
              <a:t>Modifiez le style du titre</a:t>
            </a:r>
            <a:endParaRPr lang="fr-FR" dirty="0"/>
          </a:p>
        </p:txBody>
      </p:sp>
      <p:pic>
        <p:nvPicPr>
          <p:cNvPr id="11" name="Image 10">
            <a:extLst>
              <a:ext uri="{FF2B5EF4-FFF2-40B4-BE49-F238E27FC236}">
                <a16:creationId xmlns:a16="http://schemas.microsoft.com/office/drawing/2014/main" id="{8B329AAF-3546-DCEA-619B-466FB9B5443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3666" r="82842" b="2802"/>
          <a:stretch/>
        </p:blipFill>
        <p:spPr>
          <a:xfrm>
            <a:off x="11647944" y="0"/>
            <a:ext cx="544056" cy="6858000"/>
          </a:xfrm>
          <a:prstGeom prst="rect">
            <a:avLst/>
          </a:prstGeom>
        </p:spPr>
      </p:pic>
    </p:spTree>
    <p:extLst>
      <p:ext uri="{BB962C8B-B14F-4D97-AF65-F5344CB8AC3E}">
        <p14:creationId xmlns:p14="http://schemas.microsoft.com/office/powerpoint/2010/main" val="654312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de sec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2B122C-7C32-00D5-5677-35CC8ABC8223}"/>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Titre 1">
            <a:extLst>
              <a:ext uri="{FF2B5EF4-FFF2-40B4-BE49-F238E27FC236}">
                <a16:creationId xmlns:a16="http://schemas.microsoft.com/office/drawing/2014/main" id="{2C297F72-9AE9-FCA1-E35C-172594739B42}"/>
              </a:ext>
            </a:extLst>
          </p:cNvPr>
          <p:cNvSpPr>
            <a:spLocks noGrp="1"/>
          </p:cNvSpPr>
          <p:nvPr>
            <p:ph type="title" hasCustomPrompt="1"/>
          </p:nvPr>
        </p:nvSpPr>
        <p:spPr>
          <a:xfrm>
            <a:off x="3771900" y="2171700"/>
            <a:ext cx="7688263" cy="2390775"/>
          </a:xfrm>
        </p:spPr>
        <p:txBody>
          <a:bodyPr anchor="b">
            <a:normAutofit/>
          </a:bodyPr>
          <a:lstStyle>
            <a:lvl1pPr>
              <a:defRPr sz="5400">
                <a:solidFill>
                  <a:schemeClr val="bg1"/>
                </a:solidFill>
              </a:defRPr>
            </a:lvl1pPr>
          </a:lstStyle>
          <a:p>
            <a:r>
              <a:rPr lang="fr-FR" dirty="0"/>
              <a:t>Titre de la partie</a:t>
            </a:r>
          </a:p>
        </p:txBody>
      </p:sp>
      <p:sp>
        <p:nvSpPr>
          <p:cNvPr id="3" name="Espace réservé du texte 2">
            <a:extLst>
              <a:ext uri="{FF2B5EF4-FFF2-40B4-BE49-F238E27FC236}">
                <a16:creationId xmlns:a16="http://schemas.microsoft.com/office/drawing/2014/main" id="{5E8D3273-E080-F9CC-63A9-0032F5C40FC7}"/>
              </a:ext>
            </a:extLst>
          </p:cNvPr>
          <p:cNvSpPr>
            <a:spLocks noGrp="1"/>
          </p:cNvSpPr>
          <p:nvPr>
            <p:ph type="body" idx="1"/>
          </p:nvPr>
        </p:nvSpPr>
        <p:spPr>
          <a:xfrm>
            <a:off x="3771900" y="4702628"/>
            <a:ext cx="7688263" cy="1387021"/>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24" name="Espace réservé du texte 2">
            <a:extLst>
              <a:ext uri="{FF2B5EF4-FFF2-40B4-BE49-F238E27FC236}">
                <a16:creationId xmlns:a16="http://schemas.microsoft.com/office/drawing/2014/main" id="{CE5019BD-FEE2-4904-8DD7-C35C97AA3BF4}"/>
              </a:ext>
            </a:extLst>
          </p:cNvPr>
          <p:cNvSpPr>
            <a:spLocks noGrp="1"/>
          </p:cNvSpPr>
          <p:nvPr>
            <p:ph type="body" idx="13" hasCustomPrompt="1"/>
          </p:nvPr>
        </p:nvSpPr>
        <p:spPr>
          <a:xfrm>
            <a:off x="522288" y="2159000"/>
            <a:ext cx="2546350" cy="2673350"/>
          </a:xfrm>
        </p:spPr>
        <p:txBody>
          <a:bodyPr anchor="b">
            <a:noAutofit/>
          </a:bodyPr>
          <a:lstStyle>
            <a:lvl1pPr marL="0" indent="0" algn="r">
              <a:buNone/>
              <a:defRPr sz="1350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0</a:t>
            </a:r>
          </a:p>
        </p:txBody>
      </p:sp>
      <p:sp>
        <p:nvSpPr>
          <p:cNvPr id="25" name="Rectangle 24">
            <a:extLst>
              <a:ext uri="{FF2B5EF4-FFF2-40B4-BE49-F238E27FC236}">
                <a16:creationId xmlns:a16="http://schemas.microsoft.com/office/drawing/2014/main" id="{2E988CD6-F875-5F20-CB25-53D3006C5582}"/>
              </a:ext>
            </a:extLst>
          </p:cNvPr>
          <p:cNvSpPr/>
          <p:nvPr userDrawn="1"/>
        </p:nvSpPr>
        <p:spPr>
          <a:xfrm>
            <a:off x="3151189" y="3987800"/>
            <a:ext cx="349250" cy="349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ZoneTexte 28">
            <a:extLst>
              <a:ext uri="{FF2B5EF4-FFF2-40B4-BE49-F238E27FC236}">
                <a16:creationId xmlns:a16="http://schemas.microsoft.com/office/drawing/2014/main" id="{BC10BA36-642C-D18A-73B5-1652743A0484}"/>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Titre de section</a:t>
            </a:r>
          </a:p>
        </p:txBody>
      </p:sp>
      <p:pic>
        <p:nvPicPr>
          <p:cNvPr id="26" name="PATTERN 14">
            <a:extLst>
              <a:ext uri="{FF2B5EF4-FFF2-40B4-BE49-F238E27FC236}">
                <a16:creationId xmlns:a16="http://schemas.microsoft.com/office/drawing/2014/main" id="{A9F2846A-9310-83E8-0175-AEDB4CD521B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642" t="81597" r="4284" b="-1066"/>
          <a:stretch/>
        </p:blipFill>
        <p:spPr>
          <a:xfrm>
            <a:off x="0" y="0"/>
            <a:ext cx="12192001" cy="591852"/>
          </a:xfrm>
          <a:prstGeom prst="rect">
            <a:avLst/>
          </a:prstGeom>
        </p:spPr>
      </p:pic>
      <p:grpSp>
        <p:nvGrpSpPr>
          <p:cNvPr id="27" name="Group 12">
            <a:extLst>
              <a:ext uri="{FF2B5EF4-FFF2-40B4-BE49-F238E27FC236}">
                <a16:creationId xmlns:a16="http://schemas.microsoft.com/office/drawing/2014/main" id="{DFC7A27D-F544-3847-F87B-0DF45C44C0D3}"/>
              </a:ext>
            </a:extLst>
          </p:cNvPr>
          <p:cNvGrpSpPr>
            <a:grpSpLocks noChangeAspect="1"/>
          </p:cNvGrpSpPr>
          <p:nvPr userDrawn="1"/>
        </p:nvGrpSpPr>
        <p:grpSpPr bwMode="auto">
          <a:xfrm>
            <a:off x="266859" y="6343650"/>
            <a:ext cx="316707" cy="316707"/>
            <a:chOff x="461" y="3861"/>
            <a:chExt cx="304" cy="304"/>
          </a:xfrm>
        </p:grpSpPr>
        <p:sp>
          <p:nvSpPr>
            <p:cNvPr id="28" name="AutoShape 11">
              <a:extLst>
                <a:ext uri="{FF2B5EF4-FFF2-40B4-BE49-F238E27FC236}">
                  <a16:creationId xmlns:a16="http://schemas.microsoft.com/office/drawing/2014/main" id="{C581EC54-E4C7-2B85-765F-226E90ED37F9}"/>
                </a:ext>
              </a:extLst>
            </p:cNvPr>
            <p:cNvSpPr>
              <a:spLocks noChangeAspect="1" noChangeArrowheads="1" noTextEdit="1"/>
            </p:cNvSpPr>
            <p:nvPr userDrawn="1"/>
          </p:nvSpPr>
          <p:spPr bwMode="auto">
            <a:xfrm>
              <a:off x="461" y="3861"/>
              <a:ext cx="30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Rectangle 13">
              <a:extLst>
                <a:ext uri="{FF2B5EF4-FFF2-40B4-BE49-F238E27FC236}">
                  <a16:creationId xmlns:a16="http://schemas.microsoft.com/office/drawing/2014/main" id="{024FFC00-E238-123D-8547-D317547D5C21}"/>
                </a:ext>
              </a:extLst>
            </p:cNvPr>
            <p:cNvSpPr>
              <a:spLocks noChangeArrowheads="1"/>
            </p:cNvSpPr>
            <p:nvPr userDrawn="1"/>
          </p:nvSpPr>
          <p:spPr bwMode="auto">
            <a:xfrm>
              <a:off x="461" y="3861"/>
              <a:ext cx="304" cy="30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Rectangle 14">
              <a:extLst>
                <a:ext uri="{FF2B5EF4-FFF2-40B4-BE49-F238E27FC236}">
                  <a16:creationId xmlns:a16="http://schemas.microsoft.com/office/drawing/2014/main" id="{26FC7AA9-98AE-CF10-6510-FBB15BB6F6AD}"/>
                </a:ext>
              </a:extLst>
            </p:cNvPr>
            <p:cNvSpPr>
              <a:spLocks noChangeArrowheads="1"/>
            </p:cNvSpPr>
            <p:nvPr userDrawn="1"/>
          </p:nvSpPr>
          <p:spPr bwMode="auto">
            <a:xfrm>
              <a:off x="461" y="3861"/>
              <a:ext cx="30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15">
              <a:extLst>
                <a:ext uri="{FF2B5EF4-FFF2-40B4-BE49-F238E27FC236}">
                  <a16:creationId xmlns:a16="http://schemas.microsoft.com/office/drawing/2014/main" id="{485E328D-5058-4023-75AE-4DF8C1BAEBCA}"/>
                </a:ext>
              </a:extLst>
            </p:cNvPr>
            <p:cNvSpPr>
              <a:spLocks noEditPoints="1"/>
            </p:cNvSpPr>
            <p:nvPr userDrawn="1"/>
          </p:nvSpPr>
          <p:spPr bwMode="auto">
            <a:xfrm>
              <a:off x="518" y="3962"/>
              <a:ext cx="189" cy="72"/>
            </a:xfrm>
            <a:custGeom>
              <a:avLst/>
              <a:gdLst>
                <a:gd name="T0" fmla="*/ 498 w 498"/>
                <a:gd name="T1" fmla="*/ 96 h 190"/>
                <a:gd name="T2" fmla="*/ 415 w 498"/>
                <a:gd name="T3" fmla="*/ 0 h 190"/>
                <a:gd name="T4" fmla="*/ 350 w 498"/>
                <a:gd name="T5" fmla="*/ 13 h 190"/>
                <a:gd name="T6" fmla="*/ 348 w 498"/>
                <a:gd name="T7" fmla="*/ 37 h 190"/>
                <a:gd name="T8" fmla="*/ 413 w 498"/>
                <a:gd name="T9" fmla="*/ 21 h 190"/>
                <a:gd name="T10" fmla="*/ 463 w 498"/>
                <a:gd name="T11" fmla="*/ 43 h 190"/>
                <a:gd name="T12" fmla="*/ 335 w 498"/>
                <a:gd name="T13" fmla="*/ 141 h 190"/>
                <a:gd name="T14" fmla="*/ 252 w 498"/>
                <a:gd name="T15" fmla="*/ 169 h 190"/>
                <a:gd name="T16" fmla="*/ 199 w 498"/>
                <a:gd name="T17" fmla="*/ 147 h 190"/>
                <a:gd name="T18" fmla="*/ 320 w 498"/>
                <a:gd name="T19" fmla="*/ 34 h 190"/>
                <a:gd name="T20" fmla="*/ 251 w 498"/>
                <a:gd name="T21" fmla="*/ 0 h 190"/>
                <a:gd name="T22" fmla="*/ 188 w 498"/>
                <a:gd name="T23" fmla="*/ 24 h 190"/>
                <a:gd name="T24" fmla="*/ 165 w 498"/>
                <a:gd name="T25" fmla="*/ 98 h 190"/>
                <a:gd name="T26" fmla="*/ 173 w 498"/>
                <a:gd name="T27" fmla="*/ 140 h 190"/>
                <a:gd name="T28" fmla="*/ 85 w 498"/>
                <a:gd name="T29" fmla="*/ 169 h 190"/>
                <a:gd name="T30" fmla="*/ 19 w 498"/>
                <a:gd name="T31" fmla="*/ 95 h 190"/>
                <a:gd name="T32" fmla="*/ 85 w 498"/>
                <a:gd name="T33" fmla="*/ 21 h 190"/>
                <a:gd name="T34" fmla="*/ 150 w 498"/>
                <a:gd name="T35" fmla="*/ 37 h 190"/>
                <a:gd name="T36" fmla="*/ 148 w 498"/>
                <a:gd name="T37" fmla="*/ 13 h 190"/>
                <a:gd name="T38" fmla="*/ 87 w 498"/>
                <a:gd name="T39" fmla="*/ 0 h 190"/>
                <a:gd name="T40" fmla="*/ 0 w 498"/>
                <a:gd name="T41" fmla="*/ 95 h 190"/>
                <a:gd name="T42" fmla="*/ 86 w 498"/>
                <a:gd name="T43" fmla="*/ 190 h 190"/>
                <a:gd name="T44" fmla="*/ 182 w 498"/>
                <a:gd name="T45" fmla="*/ 159 h 190"/>
                <a:gd name="T46" fmla="*/ 251 w 498"/>
                <a:gd name="T47" fmla="*/ 190 h 190"/>
                <a:gd name="T48" fmla="*/ 338 w 498"/>
                <a:gd name="T49" fmla="*/ 164 h 190"/>
                <a:gd name="T50" fmla="*/ 411 w 498"/>
                <a:gd name="T51" fmla="*/ 190 h 190"/>
                <a:gd name="T52" fmla="*/ 477 w 498"/>
                <a:gd name="T53" fmla="*/ 163 h 190"/>
                <a:gd name="T54" fmla="*/ 478 w 498"/>
                <a:gd name="T55" fmla="*/ 185 h 190"/>
                <a:gd name="T56" fmla="*/ 498 w 498"/>
                <a:gd name="T57" fmla="*/ 189 h 190"/>
                <a:gd name="T58" fmla="*/ 498 w 498"/>
                <a:gd name="T59" fmla="*/ 96 h 190"/>
                <a:gd name="T60" fmla="*/ 184 w 498"/>
                <a:gd name="T61" fmla="*/ 107 h 190"/>
                <a:gd name="T62" fmla="*/ 201 w 498"/>
                <a:gd name="T63" fmla="*/ 39 h 190"/>
                <a:gd name="T64" fmla="*/ 251 w 498"/>
                <a:gd name="T65" fmla="*/ 19 h 190"/>
                <a:gd name="T66" fmla="*/ 297 w 498"/>
                <a:gd name="T67" fmla="*/ 37 h 190"/>
                <a:gd name="T68" fmla="*/ 261 w 498"/>
                <a:gd name="T69" fmla="*/ 78 h 190"/>
                <a:gd name="T70" fmla="*/ 190 w 498"/>
                <a:gd name="T71" fmla="*/ 128 h 190"/>
                <a:gd name="T72" fmla="*/ 184 w 498"/>
                <a:gd name="T73" fmla="*/ 107 h 190"/>
                <a:gd name="T74" fmla="*/ 462 w 498"/>
                <a:gd name="T75" fmla="*/ 151 h 190"/>
                <a:gd name="T76" fmla="*/ 411 w 498"/>
                <a:gd name="T77" fmla="*/ 170 h 190"/>
                <a:gd name="T78" fmla="*/ 356 w 498"/>
                <a:gd name="T79" fmla="*/ 151 h 190"/>
                <a:gd name="T80" fmla="*/ 472 w 498"/>
                <a:gd name="T81" fmla="*/ 60 h 190"/>
                <a:gd name="T82" fmla="*/ 479 w 498"/>
                <a:gd name="T83" fmla="*/ 83 h 190"/>
                <a:gd name="T84" fmla="*/ 462 w 498"/>
                <a:gd name="T85" fmla="*/ 151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98" h="190">
                  <a:moveTo>
                    <a:pt x="498" y="96"/>
                  </a:moveTo>
                  <a:cubicBezTo>
                    <a:pt x="498" y="6"/>
                    <a:pt x="430" y="0"/>
                    <a:pt x="415" y="0"/>
                  </a:cubicBezTo>
                  <a:cubicBezTo>
                    <a:pt x="393" y="0"/>
                    <a:pt x="372" y="4"/>
                    <a:pt x="350" y="13"/>
                  </a:cubicBezTo>
                  <a:cubicBezTo>
                    <a:pt x="348" y="37"/>
                    <a:pt x="348" y="37"/>
                    <a:pt x="348" y="37"/>
                  </a:cubicBezTo>
                  <a:cubicBezTo>
                    <a:pt x="357" y="33"/>
                    <a:pt x="385" y="21"/>
                    <a:pt x="413" y="21"/>
                  </a:cubicBezTo>
                  <a:cubicBezTo>
                    <a:pt x="435" y="21"/>
                    <a:pt x="452" y="28"/>
                    <a:pt x="463" y="43"/>
                  </a:cubicBezTo>
                  <a:cubicBezTo>
                    <a:pt x="387" y="82"/>
                    <a:pt x="342" y="114"/>
                    <a:pt x="335" y="141"/>
                  </a:cubicBezTo>
                  <a:cubicBezTo>
                    <a:pt x="316" y="154"/>
                    <a:pt x="282" y="169"/>
                    <a:pt x="252" y="169"/>
                  </a:cubicBezTo>
                  <a:cubicBezTo>
                    <a:pt x="219" y="169"/>
                    <a:pt x="205" y="155"/>
                    <a:pt x="199" y="147"/>
                  </a:cubicBezTo>
                  <a:cubicBezTo>
                    <a:pt x="282" y="91"/>
                    <a:pt x="325" y="59"/>
                    <a:pt x="320" y="34"/>
                  </a:cubicBezTo>
                  <a:cubicBezTo>
                    <a:pt x="315" y="11"/>
                    <a:pt x="281" y="0"/>
                    <a:pt x="251" y="0"/>
                  </a:cubicBezTo>
                  <a:cubicBezTo>
                    <a:pt x="219" y="0"/>
                    <a:pt x="198" y="13"/>
                    <a:pt x="188" y="24"/>
                  </a:cubicBezTo>
                  <a:cubicBezTo>
                    <a:pt x="172" y="41"/>
                    <a:pt x="164" y="66"/>
                    <a:pt x="165" y="98"/>
                  </a:cubicBezTo>
                  <a:cubicBezTo>
                    <a:pt x="165" y="112"/>
                    <a:pt x="168" y="127"/>
                    <a:pt x="173" y="140"/>
                  </a:cubicBezTo>
                  <a:cubicBezTo>
                    <a:pt x="160" y="148"/>
                    <a:pt x="125" y="169"/>
                    <a:pt x="85" y="169"/>
                  </a:cubicBezTo>
                  <a:cubicBezTo>
                    <a:pt x="38" y="169"/>
                    <a:pt x="19" y="132"/>
                    <a:pt x="19" y="95"/>
                  </a:cubicBezTo>
                  <a:cubicBezTo>
                    <a:pt x="19" y="59"/>
                    <a:pt x="37" y="21"/>
                    <a:pt x="85" y="21"/>
                  </a:cubicBezTo>
                  <a:cubicBezTo>
                    <a:pt x="113" y="21"/>
                    <a:pt x="140" y="32"/>
                    <a:pt x="150" y="37"/>
                  </a:cubicBezTo>
                  <a:cubicBezTo>
                    <a:pt x="148" y="13"/>
                    <a:pt x="148" y="13"/>
                    <a:pt x="148" y="13"/>
                  </a:cubicBezTo>
                  <a:cubicBezTo>
                    <a:pt x="130" y="6"/>
                    <a:pt x="107" y="0"/>
                    <a:pt x="87" y="0"/>
                  </a:cubicBezTo>
                  <a:cubicBezTo>
                    <a:pt x="7" y="0"/>
                    <a:pt x="0" y="67"/>
                    <a:pt x="0" y="95"/>
                  </a:cubicBezTo>
                  <a:cubicBezTo>
                    <a:pt x="0" y="122"/>
                    <a:pt x="7" y="190"/>
                    <a:pt x="86" y="190"/>
                  </a:cubicBezTo>
                  <a:cubicBezTo>
                    <a:pt x="134" y="190"/>
                    <a:pt x="175" y="164"/>
                    <a:pt x="182" y="159"/>
                  </a:cubicBezTo>
                  <a:cubicBezTo>
                    <a:pt x="187" y="168"/>
                    <a:pt x="208" y="190"/>
                    <a:pt x="251" y="190"/>
                  </a:cubicBezTo>
                  <a:cubicBezTo>
                    <a:pt x="286" y="190"/>
                    <a:pt x="325" y="173"/>
                    <a:pt x="338" y="164"/>
                  </a:cubicBezTo>
                  <a:cubicBezTo>
                    <a:pt x="346" y="175"/>
                    <a:pt x="362" y="190"/>
                    <a:pt x="411" y="190"/>
                  </a:cubicBezTo>
                  <a:cubicBezTo>
                    <a:pt x="444" y="190"/>
                    <a:pt x="464" y="179"/>
                    <a:pt x="477" y="163"/>
                  </a:cubicBezTo>
                  <a:cubicBezTo>
                    <a:pt x="477" y="171"/>
                    <a:pt x="478" y="179"/>
                    <a:pt x="478" y="185"/>
                  </a:cubicBezTo>
                  <a:cubicBezTo>
                    <a:pt x="498" y="189"/>
                    <a:pt x="498" y="189"/>
                    <a:pt x="498" y="189"/>
                  </a:cubicBezTo>
                  <a:cubicBezTo>
                    <a:pt x="497" y="168"/>
                    <a:pt x="498" y="97"/>
                    <a:pt x="498" y="96"/>
                  </a:cubicBezTo>
                  <a:moveTo>
                    <a:pt x="184" y="107"/>
                  </a:moveTo>
                  <a:cubicBezTo>
                    <a:pt x="184" y="107"/>
                    <a:pt x="178" y="65"/>
                    <a:pt x="201" y="39"/>
                  </a:cubicBezTo>
                  <a:cubicBezTo>
                    <a:pt x="212" y="26"/>
                    <a:pt x="229" y="19"/>
                    <a:pt x="251" y="19"/>
                  </a:cubicBezTo>
                  <a:cubicBezTo>
                    <a:pt x="275" y="19"/>
                    <a:pt x="295" y="28"/>
                    <a:pt x="297" y="37"/>
                  </a:cubicBezTo>
                  <a:cubicBezTo>
                    <a:pt x="299" y="44"/>
                    <a:pt x="292" y="53"/>
                    <a:pt x="261" y="78"/>
                  </a:cubicBezTo>
                  <a:cubicBezTo>
                    <a:pt x="261" y="78"/>
                    <a:pt x="230" y="105"/>
                    <a:pt x="190" y="128"/>
                  </a:cubicBezTo>
                  <a:cubicBezTo>
                    <a:pt x="187" y="122"/>
                    <a:pt x="185" y="115"/>
                    <a:pt x="184" y="107"/>
                  </a:cubicBezTo>
                  <a:moveTo>
                    <a:pt x="462" y="151"/>
                  </a:moveTo>
                  <a:cubicBezTo>
                    <a:pt x="450" y="164"/>
                    <a:pt x="433" y="170"/>
                    <a:pt x="411" y="170"/>
                  </a:cubicBezTo>
                  <a:cubicBezTo>
                    <a:pt x="361" y="170"/>
                    <a:pt x="356" y="151"/>
                    <a:pt x="356" y="151"/>
                  </a:cubicBezTo>
                  <a:cubicBezTo>
                    <a:pt x="350" y="140"/>
                    <a:pt x="367" y="116"/>
                    <a:pt x="472" y="60"/>
                  </a:cubicBezTo>
                  <a:cubicBezTo>
                    <a:pt x="475" y="67"/>
                    <a:pt x="477" y="75"/>
                    <a:pt x="479" y="83"/>
                  </a:cubicBezTo>
                  <a:cubicBezTo>
                    <a:pt x="479" y="83"/>
                    <a:pt x="484" y="125"/>
                    <a:pt x="462" y="151"/>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Rectangle 16">
              <a:extLst>
                <a:ext uri="{FF2B5EF4-FFF2-40B4-BE49-F238E27FC236}">
                  <a16:creationId xmlns:a16="http://schemas.microsoft.com/office/drawing/2014/main" id="{B32124BB-315A-4642-3185-D0F09F05E9F3}"/>
                </a:ext>
              </a:extLst>
            </p:cNvPr>
            <p:cNvSpPr>
              <a:spLocks noChangeArrowheads="1"/>
            </p:cNvSpPr>
            <p:nvPr userDrawn="1"/>
          </p:nvSpPr>
          <p:spPr bwMode="auto">
            <a:xfrm>
              <a:off x="526" y="4057"/>
              <a:ext cx="174" cy="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Rectangle 17">
              <a:extLst>
                <a:ext uri="{FF2B5EF4-FFF2-40B4-BE49-F238E27FC236}">
                  <a16:creationId xmlns:a16="http://schemas.microsoft.com/office/drawing/2014/main" id="{283D2C2C-F437-0747-2745-E4E3B6D20760}"/>
                </a:ext>
              </a:extLst>
            </p:cNvPr>
            <p:cNvSpPr>
              <a:spLocks noChangeArrowheads="1"/>
            </p:cNvSpPr>
            <p:nvPr userDrawn="1"/>
          </p:nvSpPr>
          <p:spPr bwMode="auto">
            <a:xfrm>
              <a:off x="526" y="4057"/>
              <a:ext cx="174" cy="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
        <p:nvSpPr>
          <p:cNvPr id="17" name="Rectangle 16"/>
          <p:cNvSpPr/>
          <p:nvPr userDrawn="1"/>
        </p:nvSpPr>
        <p:spPr>
          <a:xfrm>
            <a:off x="623888" y="6295812"/>
            <a:ext cx="12198416"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bg1"/>
                </a:solidFill>
              </a:rPr>
              <a:t>CONFIDENTIEL</a:t>
            </a:r>
            <a:r>
              <a:rPr lang="fr-FR" sz="1200" baseline="0" dirty="0">
                <a:solidFill>
                  <a:schemeClr val="bg1"/>
                </a:solidFill>
              </a:rPr>
              <a:t> PROJET </a:t>
            </a:r>
            <a:r>
              <a:rPr lang="fr-FR" sz="1200" dirty="0">
                <a:solidFill>
                  <a:schemeClr val="bg1"/>
                </a:solidFill>
              </a:rPr>
              <a:t>– </a:t>
            </a:r>
            <a:r>
              <a:rPr lang="fr-FR" sz="1100" kern="1200" dirty="0">
                <a:solidFill>
                  <a:schemeClr val="bg1"/>
                </a:solidFill>
                <a:effectLst/>
                <a:latin typeface="+mn-lt"/>
                <a:ea typeface="+mn-ea"/>
                <a:cs typeface="+mn-cs"/>
              </a:rPr>
              <a:t>Ce document est la propriété du CEA et ne peut être utilisé, reproduit ou communiqué en dehors du CEA sans l’accord de son émetteur.</a:t>
            </a:r>
          </a:p>
          <a:p>
            <a:r>
              <a:rPr lang="fr-FR" sz="1200" dirty="0">
                <a:solidFill>
                  <a:schemeClr val="bg1"/>
                </a:solidFill>
              </a:rPr>
              <a:t>Nom Projet - Chrono Livrable (A modifier dans le</a:t>
            </a:r>
            <a:r>
              <a:rPr lang="fr-FR" sz="1200" baseline="0" dirty="0">
                <a:solidFill>
                  <a:schemeClr val="bg1"/>
                </a:solidFill>
              </a:rPr>
              <a:t> mode masque)</a:t>
            </a:r>
            <a:endParaRPr lang="fr-FR" sz="1200" dirty="0">
              <a:solidFill>
                <a:schemeClr val="bg1"/>
              </a:solidFill>
            </a:endParaRPr>
          </a:p>
        </p:txBody>
      </p:sp>
      <p:sp>
        <p:nvSpPr>
          <p:cNvPr id="18" name="ZoneTexte 17"/>
          <p:cNvSpPr txBox="1"/>
          <p:nvPr userDrawn="1"/>
        </p:nvSpPr>
        <p:spPr>
          <a:xfrm>
            <a:off x="4566000" y="0"/>
            <a:ext cx="3060000" cy="360000"/>
          </a:xfrm>
          <a:prstGeom prst="rect">
            <a:avLst/>
          </a:prstGeom>
          <a:solidFill>
            <a:schemeClr val="bg1"/>
          </a:solidFill>
          <a:ln w="28575">
            <a:solidFill>
              <a:schemeClr val="tx2"/>
            </a:solidFill>
          </a:ln>
        </p:spPr>
        <p:txBody>
          <a:bodyPr wrap="square" rtlCol="0">
            <a:spAutoFit/>
          </a:bodyPr>
          <a:lstStyle/>
          <a:p>
            <a:pPr algn="ctr"/>
            <a:r>
              <a:rPr lang="fr-FR" b="1" dirty="0">
                <a:solidFill>
                  <a:schemeClr val="tx2"/>
                </a:solidFill>
              </a:rPr>
              <a:t>CONFIDENTIEL PROJET</a:t>
            </a:r>
          </a:p>
        </p:txBody>
      </p:sp>
    </p:spTree>
    <p:extLst>
      <p:ext uri="{BB962C8B-B14F-4D97-AF65-F5344CB8AC3E}">
        <p14:creationId xmlns:p14="http://schemas.microsoft.com/office/powerpoint/2010/main" val="2605430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de section ligh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2B122C-7C32-00D5-5677-35CC8ABC8223}"/>
              </a:ext>
            </a:extLst>
          </p:cNvPr>
          <p:cNvSpPr/>
          <p:nvPr userDrawn="1"/>
        </p:nvSpPr>
        <p:spPr>
          <a:xfrm>
            <a:off x="5675086" y="0"/>
            <a:ext cx="6516913" cy="63028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24">
            <a:extLst>
              <a:ext uri="{FF2B5EF4-FFF2-40B4-BE49-F238E27FC236}">
                <a16:creationId xmlns:a16="http://schemas.microsoft.com/office/drawing/2014/main" id="{2E988CD6-F875-5F20-CB25-53D3006C5582}"/>
              </a:ext>
            </a:extLst>
          </p:cNvPr>
          <p:cNvSpPr/>
          <p:nvPr userDrawn="1"/>
        </p:nvSpPr>
        <p:spPr>
          <a:xfrm>
            <a:off x="3151189" y="3987800"/>
            <a:ext cx="349250" cy="3492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2"/>
              </a:solidFill>
            </a:endParaRPr>
          </a:p>
        </p:txBody>
      </p:sp>
      <p:sp>
        <p:nvSpPr>
          <p:cNvPr id="29" name="ZoneTexte 28">
            <a:extLst>
              <a:ext uri="{FF2B5EF4-FFF2-40B4-BE49-F238E27FC236}">
                <a16:creationId xmlns:a16="http://schemas.microsoft.com/office/drawing/2014/main" id="{BC10BA36-642C-D18A-73B5-1652743A0484}"/>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Titre de section light</a:t>
            </a:r>
          </a:p>
        </p:txBody>
      </p:sp>
      <p:pic>
        <p:nvPicPr>
          <p:cNvPr id="8" name="PATTERN 14">
            <a:extLst>
              <a:ext uri="{FF2B5EF4-FFF2-40B4-BE49-F238E27FC236}">
                <a16:creationId xmlns:a16="http://schemas.microsoft.com/office/drawing/2014/main" id="{2582F57D-4CEF-BB5A-C74F-450386FD8EE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3065" t="80145" r="2860" b="-12214"/>
          <a:stretch/>
        </p:blipFill>
        <p:spPr>
          <a:xfrm>
            <a:off x="0" y="0"/>
            <a:ext cx="12192001" cy="974400"/>
          </a:xfrm>
          <a:prstGeom prst="rect">
            <a:avLst/>
          </a:prstGeom>
        </p:spPr>
      </p:pic>
      <p:sp>
        <p:nvSpPr>
          <p:cNvPr id="4" name="Titre 1">
            <a:extLst>
              <a:ext uri="{FF2B5EF4-FFF2-40B4-BE49-F238E27FC236}">
                <a16:creationId xmlns:a16="http://schemas.microsoft.com/office/drawing/2014/main" id="{F8613F5A-9984-C727-F600-CCBEDD585800}"/>
              </a:ext>
            </a:extLst>
          </p:cNvPr>
          <p:cNvSpPr>
            <a:spLocks noGrp="1"/>
          </p:cNvSpPr>
          <p:nvPr>
            <p:ph type="title" hasCustomPrompt="1"/>
          </p:nvPr>
        </p:nvSpPr>
        <p:spPr>
          <a:xfrm>
            <a:off x="3771900" y="2171700"/>
            <a:ext cx="7688263" cy="2390775"/>
          </a:xfrm>
        </p:spPr>
        <p:txBody>
          <a:bodyPr anchor="b">
            <a:normAutofit/>
          </a:bodyPr>
          <a:lstStyle>
            <a:lvl1pPr>
              <a:defRPr sz="5400">
                <a:solidFill>
                  <a:schemeClr val="tx1"/>
                </a:solidFill>
              </a:defRPr>
            </a:lvl1pPr>
          </a:lstStyle>
          <a:p>
            <a:r>
              <a:rPr lang="fr-FR" dirty="0"/>
              <a:t>Titre de la partie</a:t>
            </a:r>
          </a:p>
        </p:txBody>
      </p:sp>
      <p:sp>
        <p:nvSpPr>
          <p:cNvPr id="5" name="Espace réservé du texte 2">
            <a:extLst>
              <a:ext uri="{FF2B5EF4-FFF2-40B4-BE49-F238E27FC236}">
                <a16:creationId xmlns:a16="http://schemas.microsoft.com/office/drawing/2014/main" id="{E05DBD74-1959-0025-2022-DD6D5BC564E2}"/>
              </a:ext>
            </a:extLst>
          </p:cNvPr>
          <p:cNvSpPr>
            <a:spLocks noGrp="1"/>
          </p:cNvSpPr>
          <p:nvPr>
            <p:ph type="body" idx="1"/>
          </p:nvPr>
        </p:nvSpPr>
        <p:spPr>
          <a:xfrm>
            <a:off x="3771900" y="4702628"/>
            <a:ext cx="7688263" cy="1387021"/>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6" name="Espace réservé du texte 2">
            <a:extLst>
              <a:ext uri="{FF2B5EF4-FFF2-40B4-BE49-F238E27FC236}">
                <a16:creationId xmlns:a16="http://schemas.microsoft.com/office/drawing/2014/main" id="{BD0683F2-0083-B473-85FA-BF21CA1AA74F}"/>
              </a:ext>
            </a:extLst>
          </p:cNvPr>
          <p:cNvSpPr>
            <a:spLocks noGrp="1"/>
          </p:cNvSpPr>
          <p:nvPr>
            <p:ph type="body" idx="13" hasCustomPrompt="1"/>
          </p:nvPr>
        </p:nvSpPr>
        <p:spPr>
          <a:xfrm>
            <a:off x="522288" y="2159000"/>
            <a:ext cx="2546350" cy="2673350"/>
          </a:xfrm>
        </p:spPr>
        <p:txBody>
          <a:bodyPr anchor="b">
            <a:noAutofit/>
          </a:bodyPr>
          <a:lstStyle>
            <a:lvl1pPr marL="0" indent="0" algn="r">
              <a:buNone/>
              <a:defRPr sz="13500">
                <a:solidFill>
                  <a:schemeClr val="tx2"/>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0</a:t>
            </a:r>
          </a:p>
        </p:txBody>
      </p:sp>
      <p:sp>
        <p:nvSpPr>
          <p:cNvPr id="9" name="ZoneTexte 8"/>
          <p:cNvSpPr txBox="1"/>
          <p:nvPr userDrawn="1"/>
        </p:nvSpPr>
        <p:spPr>
          <a:xfrm>
            <a:off x="4566000" y="0"/>
            <a:ext cx="3060000" cy="360000"/>
          </a:xfrm>
          <a:prstGeom prst="rect">
            <a:avLst/>
          </a:prstGeom>
          <a:solidFill>
            <a:schemeClr val="bg1"/>
          </a:solidFill>
          <a:ln w="28575">
            <a:solidFill>
              <a:schemeClr val="tx2"/>
            </a:solidFill>
          </a:ln>
        </p:spPr>
        <p:txBody>
          <a:bodyPr wrap="square" rtlCol="0">
            <a:spAutoFit/>
          </a:bodyPr>
          <a:lstStyle/>
          <a:p>
            <a:pPr algn="ctr"/>
            <a:r>
              <a:rPr lang="fr-FR" b="1" dirty="0">
                <a:solidFill>
                  <a:schemeClr val="tx2"/>
                </a:solidFill>
              </a:rPr>
              <a:t>CONFIDENTIEL PROJET</a:t>
            </a:r>
          </a:p>
        </p:txBody>
      </p:sp>
    </p:spTree>
    <p:extLst>
      <p:ext uri="{BB962C8B-B14F-4D97-AF65-F5344CB8AC3E}">
        <p14:creationId xmlns:p14="http://schemas.microsoft.com/office/powerpoint/2010/main" val="2195646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re de section Gri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2B122C-7C32-00D5-5677-35CC8ABC8223}"/>
              </a:ext>
            </a:extLst>
          </p:cNvPr>
          <p:cNvSpPr/>
          <p:nvPr userDrawn="1"/>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24">
            <a:extLst>
              <a:ext uri="{FF2B5EF4-FFF2-40B4-BE49-F238E27FC236}">
                <a16:creationId xmlns:a16="http://schemas.microsoft.com/office/drawing/2014/main" id="{2E988CD6-F875-5F20-CB25-53D3006C5582}"/>
              </a:ext>
            </a:extLst>
          </p:cNvPr>
          <p:cNvSpPr/>
          <p:nvPr userDrawn="1"/>
        </p:nvSpPr>
        <p:spPr>
          <a:xfrm>
            <a:off x="3151189" y="3987800"/>
            <a:ext cx="349250" cy="34925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ZoneTexte 28">
            <a:extLst>
              <a:ext uri="{FF2B5EF4-FFF2-40B4-BE49-F238E27FC236}">
                <a16:creationId xmlns:a16="http://schemas.microsoft.com/office/drawing/2014/main" id="{BC10BA36-642C-D18A-73B5-1652743A0484}"/>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Titre de section Gris</a:t>
            </a:r>
          </a:p>
        </p:txBody>
      </p:sp>
      <p:pic>
        <p:nvPicPr>
          <p:cNvPr id="14" name="Logo CEA">
            <a:extLst>
              <a:ext uri="{FF2B5EF4-FFF2-40B4-BE49-F238E27FC236}">
                <a16:creationId xmlns:a16="http://schemas.microsoft.com/office/drawing/2014/main" id="{87F05716-C695-E053-1C8E-FF817175674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57897" y="6343650"/>
            <a:ext cx="365991" cy="365991"/>
          </a:xfrm>
          <a:prstGeom prst="rect">
            <a:avLst/>
          </a:prstGeom>
        </p:spPr>
      </p:pic>
      <p:pic>
        <p:nvPicPr>
          <p:cNvPr id="15" name="PATTERN 14">
            <a:extLst>
              <a:ext uri="{FF2B5EF4-FFF2-40B4-BE49-F238E27FC236}">
                <a16:creationId xmlns:a16="http://schemas.microsoft.com/office/drawing/2014/main" id="{A9F2846A-9310-83E8-0175-AEDB4CD521B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642" t="81597" r="4284" b="-1066"/>
          <a:stretch/>
        </p:blipFill>
        <p:spPr>
          <a:xfrm>
            <a:off x="0" y="0"/>
            <a:ext cx="12192001" cy="591852"/>
          </a:xfrm>
          <a:prstGeom prst="rect">
            <a:avLst/>
          </a:prstGeom>
        </p:spPr>
      </p:pic>
      <p:sp>
        <p:nvSpPr>
          <p:cNvPr id="8" name="Titre 1">
            <a:extLst>
              <a:ext uri="{FF2B5EF4-FFF2-40B4-BE49-F238E27FC236}">
                <a16:creationId xmlns:a16="http://schemas.microsoft.com/office/drawing/2014/main" id="{4805F626-181E-BCC6-1382-C547F81E4E7B}"/>
              </a:ext>
            </a:extLst>
          </p:cNvPr>
          <p:cNvSpPr>
            <a:spLocks noGrp="1"/>
          </p:cNvSpPr>
          <p:nvPr>
            <p:ph type="title" hasCustomPrompt="1"/>
          </p:nvPr>
        </p:nvSpPr>
        <p:spPr>
          <a:xfrm>
            <a:off x="3771900" y="2171700"/>
            <a:ext cx="7688263" cy="2390775"/>
          </a:xfrm>
        </p:spPr>
        <p:txBody>
          <a:bodyPr anchor="b">
            <a:normAutofit/>
          </a:bodyPr>
          <a:lstStyle>
            <a:lvl1pPr>
              <a:defRPr sz="5400">
                <a:solidFill>
                  <a:schemeClr val="bg1"/>
                </a:solidFill>
              </a:defRPr>
            </a:lvl1pPr>
          </a:lstStyle>
          <a:p>
            <a:r>
              <a:rPr lang="fr-FR" dirty="0"/>
              <a:t>Titre de la partie</a:t>
            </a:r>
          </a:p>
        </p:txBody>
      </p:sp>
      <p:sp>
        <p:nvSpPr>
          <p:cNvPr id="9" name="Espace réservé du texte 2">
            <a:extLst>
              <a:ext uri="{FF2B5EF4-FFF2-40B4-BE49-F238E27FC236}">
                <a16:creationId xmlns:a16="http://schemas.microsoft.com/office/drawing/2014/main" id="{CF5C4E32-AAC2-242C-F6B9-3F8CFBDB1B6A}"/>
              </a:ext>
            </a:extLst>
          </p:cNvPr>
          <p:cNvSpPr>
            <a:spLocks noGrp="1"/>
          </p:cNvSpPr>
          <p:nvPr>
            <p:ph type="body" idx="1"/>
          </p:nvPr>
        </p:nvSpPr>
        <p:spPr>
          <a:xfrm>
            <a:off x="3771900" y="4702628"/>
            <a:ext cx="7688263" cy="1387021"/>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10" name="Espace réservé du texte 2">
            <a:extLst>
              <a:ext uri="{FF2B5EF4-FFF2-40B4-BE49-F238E27FC236}">
                <a16:creationId xmlns:a16="http://schemas.microsoft.com/office/drawing/2014/main" id="{28AA9B25-BFB9-155C-3383-B48A6E03F6A7}"/>
              </a:ext>
            </a:extLst>
          </p:cNvPr>
          <p:cNvSpPr>
            <a:spLocks noGrp="1"/>
          </p:cNvSpPr>
          <p:nvPr>
            <p:ph type="body" idx="13" hasCustomPrompt="1"/>
          </p:nvPr>
        </p:nvSpPr>
        <p:spPr>
          <a:xfrm>
            <a:off x="522288" y="2159000"/>
            <a:ext cx="2546350" cy="2673350"/>
          </a:xfrm>
        </p:spPr>
        <p:txBody>
          <a:bodyPr anchor="b">
            <a:noAutofit/>
          </a:bodyPr>
          <a:lstStyle>
            <a:lvl1pPr marL="0" indent="0" algn="r">
              <a:buNone/>
              <a:defRPr sz="13500">
                <a:solidFill>
                  <a:schemeClr val="tx2"/>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0</a:t>
            </a:r>
          </a:p>
        </p:txBody>
      </p:sp>
      <p:sp>
        <p:nvSpPr>
          <p:cNvPr id="12" name="Rectangle 11"/>
          <p:cNvSpPr/>
          <p:nvPr userDrawn="1"/>
        </p:nvSpPr>
        <p:spPr>
          <a:xfrm>
            <a:off x="623888" y="6295812"/>
            <a:ext cx="12198416"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tx2"/>
                </a:solidFill>
              </a:rPr>
              <a:t>CONFIDENTIEL</a:t>
            </a:r>
            <a:r>
              <a:rPr lang="fr-FR" sz="1200" baseline="0" dirty="0">
                <a:solidFill>
                  <a:schemeClr val="tx2"/>
                </a:solidFill>
              </a:rPr>
              <a:t> PROJET </a:t>
            </a:r>
            <a:r>
              <a:rPr lang="fr-FR" sz="1200" dirty="0">
                <a:solidFill>
                  <a:schemeClr val="tx2"/>
                </a:solidFill>
              </a:rPr>
              <a:t>– </a:t>
            </a:r>
            <a:r>
              <a:rPr lang="fr-FR" sz="1100" kern="1200" dirty="0">
                <a:solidFill>
                  <a:schemeClr val="tx2"/>
                </a:solidFill>
                <a:effectLst/>
                <a:latin typeface="+mn-lt"/>
                <a:ea typeface="+mn-ea"/>
                <a:cs typeface="+mn-cs"/>
              </a:rPr>
              <a:t>Ce document est la propriété du CEA et ne peut être utilisé, reproduit ou communiqué en dehors du CEA sans l’accord de son émetteur.</a:t>
            </a:r>
          </a:p>
          <a:p>
            <a:r>
              <a:rPr lang="fr-FR" sz="1200" dirty="0">
                <a:solidFill>
                  <a:schemeClr val="bg1"/>
                </a:solidFill>
              </a:rPr>
              <a:t>Nom Projet - Chrono Livrable (A modifier dans le</a:t>
            </a:r>
            <a:r>
              <a:rPr lang="fr-FR" sz="1200" baseline="0" dirty="0">
                <a:solidFill>
                  <a:schemeClr val="bg1"/>
                </a:solidFill>
              </a:rPr>
              <a:t> mode masque)</a:t>
            </a:r>
            <a:endParaRPr lang="fr-FR" sz="1200" dirty="0">
              <a:solidFill>
                <a:schemeClr val="bg1"/>
              </a:solidFill>
            </a:endParaRPr>
          </a:p>
        </p:txBody>
      </p:sp>
      <p:sp>
        <p:nvSpPr>
          <p:cNvPr id="11" name="ZoneTexte 10"/>
          <p:cNvSpPr txBox="1"/>
          <p:nvPr userDrawn="1"/>
        </p:nvSpPr>
        <p:spPr>
          <a:xfrm>
            <a:off x="4566000" y="0"/>
            <a:ext cx="3060000" cy="360000"/>
          </a:xfrm>
          <a:prstGeom prst="rect">
            <a:avLst/>
          </a:prstGeom>
          <a:solidFill>
            <a:schemeClr val="bg1"/>
          </a:solidFill>
          <a:ln w="28575">
            <a:solidFill>
              <a:schemeClr val="tx2"/>
            </a:solidFill>
          </a:ln>
        </p:spPr>
        <p:txBody>
          <a:bodyPr wrap="square" rtlCol="0">
            <a:spAutoFit/>
          </a:bodyPr>
          <a:lstStyle/>
          <a:p>
            <a:pPr algn="ctr"/>
            <a:r>
              <a:rPr lang="fr-FR" b="1" dirty="0">
                <a:solidFill>
                  <a:schemeClr val="tx2"/>
                </a:solidFill>
              </a:rPr>
              <a:t>CONFIDENTIEL PROJET</a:t>
            </a:r>
          </a:p>
        </p:txBody>
      </p:sp>
    </p:spTree>
    <p:extLst>
      <p:ext uri="{BB962C8B-B14F-4D97-AF65-F5344CB8AC3E}">
        <p14:creationId xmlns:p14="http://schemas.microsoft.com/office/powerpoint/2010/main" val="486025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re de section Bleu">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2B122C-7C32-00D5-5677-35CC8ABC8223}"/>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Espace réservé du numéro de diapositive 5">
            <a:extLst>
              <a:ext uri="{FF2B5EF4-FFF2-40B4-BE49-F238E27FC236}">
                <a16:creationId xmlns:a16="http://schemas.microsoft.com/office/drawing/2014/main" id="{38DBE8A5-A5C2-8825-ACF1-34BE5DCD04B0}"/>
              </a:ext>
            </a:extLst>
          </p:cNvPr>
          <p:cNvSpPr>
            <a:spLocks noGrp="1"/>
          </p:cNvSpPr>
          <p:nvPr>
            <p:ph type="sldNum" sz="quarter" idx="12"/>
          </p:nvPr>
        </p:nvSpPr>
        <p:spPr>
          <a:xfrm>
            <a:off x="10110220" y="5189770"/>
            <a:ext cx="693738" cy="365125"/>
          </a:xfrm>
          <a:prstGeom prst="rect">
            <a:avLst/>
          </a:prstGeom>
        </p:spPr>
        <p:txBody>
          <a:bodyPr/>
          <a:lstStyle>
            <a:lvl1pPr>
              <a:defRPr>
                <a:solidFill>
                  <a:schemeClr val="bg1"/>
                </a:solidFill>
              </a:defRPr>
            </a:lvl1pPr>
          </a:lstStyle>
          <a:p>
            <a:fld id="{0CBC77A0-1F4E-42FF-9FFC-F45C3A64AF90}" type="slidenum">
              <a:rPr lang="fr-FR" smtClean="0"/>
              <a:pPr/>
              <a:t>‹N°›</a:t>
            </a:fld>
            <a:endParaRPr lang="fr-FR"/>
          </a:p>
        </p:txBody>
      </p:sp>
      <p:sp>
        <p:nvSpPr>
          <p:cNvPr id="25" name="Rectangle 24">
            <a:extLst>
              <a:ext uri="{FF2B5EF4-FFF2-40B4-BE49-F238E27FC236}">
                <a16:creationId xmlns:a16="http://schemas.microsoft.com/office/drawing/2014/main" id="{2E988CD6-F875-5F20-CB25-53D3006C5582}"/>
              </a:ext>
            </a:extLst>
          </p:cNvPr>
          <p:cNvSpPr/>
          <p:nvPr userDrawn="1"/>
        </p:nvSpPr>
        <p:spPr>
          <a:xfrm>
            <a:off x="3151189" y="3987800"/>
            <a:ext cx="349250" cy="349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ZoneTexte 28">
            <a:extLst>
              <a:ext uri="{FF2B5EF4-FFF2-40B4-BE49-F238E27FC236}">
                <a16:creationId xmlns:a16="http://schemas.microsoft.com/office/drawing/2014/main" id="{BC10BA36-642C-D18A-73B5-1652743A0484}"/>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Titre de section Bleu</a:t>
            </a:r>
          </a:p>
        </p:txBody>
      </p:sp>
      <p:pic>
        <p:nvPicPr>
          <p:cNvPr id="13" name="Logo CEA">
            <a:extLst>
              <a:ext uri="{FF2B5EF4-FFF2-40B4-BE49-F238E27FC236}">
                <a16:creationId xmlns:a16="http://schemas.microsoft.com/office/drawing/2014/main" id="{87F05716-C695-E053-1C8E-FF817175674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57897" y="6343650"/>
            <a:ext cx="365991" cy="365991"/>
          </a:xfrm>
          <a:prstGeom prst="rect">
            <a:avLst/>
          </a:prstGeom>
        </p:spPr>
      </p:pic>
      <p:pic>
        <p:nvPicPr>
          <p:cNvPr id="14" name="PATTERN 14">
            <a:extLst>
              <a:ext uri="{FF2B5EF4-FFF2-40B4-BE49-F238E27FC236}">
                <a16:creationId xmlns:a16="http://schemas.microsoft.com/office/drawing/2014/main" id="{A9F2846A-9310-83E8-0175-AEDB4CD521B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642" t="81597" r="4284" b="-1066"/>
          <a:stretch/>
        </p:blipFill>
        <p:spPr>
          <a:xfrm>
            <a:off x="0" y="0"/>
            <a:ext cx="12192001" cy="591852"/>
          </a:xfrm>
          <a:prstGeom prst="rect">
            <a:avLst/>
          </a:prstGeom>
        </p:spPr>
      </p:pic>
      <p:sp>
        <p:nvSpPr>
          <p:cNvPr id="8" name="Titre 1">
            <a:extLst>
              <a:ext uri="{FF2B5EF4-FFF2-40B4-BE49-F238E27FC236}">
                <a16:creationId xmlns:a16="http://schemas.microsoft.com/office/drawing/2014/main" id="{1EE20C3D-7EDC-C467-57AB-6011AB94E6CE}"/>
              </a:ext>
            </a:extLst>
          </p:cNvPr>
          <p:cNvSpPr>
            <a:spLocks noGrp="1"/>
          </p:cNvSpPr>
          <p:nvPr>
            <p:ph type="title" hasCustomPrompt="1"/>
          </p:nvPr>
        </p:nvSpPr>
        <p:spPr>
          <a:xfrm>
            <a:off x="3771900" y="2171700"/>
            <a:ext cx="7688263" cy="2390775"/>
          </a:xfrm>
        </p:spPr>
        <p:txBody>
          <a:bodyPr anchor="b">
            <a:normAutofit/>
          </a:bodyPr>
          <a:lstStyle>
            <a:lvl1pPr>
              <a:defRPr sz="5400">
                <a:solidFill>
                  <a:schemeClr val="bg1"/>
                </a:solidFill>
              </a:defRPr>
            </a:lvl1pPr>
          </a:lstStyle>
          <a:p>
            <a:r>
              <a:rPr lang="fr-FR" dirty="0"/>
              <a:t>Titre de la partie</a:t>
            </a:r>
          </a:p>
        </p:txBody>
      </p:sp>
      <p:sp>
        <p:nvSpPr>
          <p:cNvPr id="9" name="Espace réservé du texte 2">
            <a:extLst>
              <a:ext uri="{FF2B5EF4-FFF2-40B4-BE49-F238E27FC236}">
                <a16:creationId xmlns:a16="http://schemas.microsoft.com/office/drawing/2014/main" id="{7F06A08C-C6D3-6EB1-26CF-BBE33E5D79AE}"/>
              </a:ext>
            </a:extLst>
          </p:cNvPr>
          <p:cNvSpPr>
            <a:spLocks noGrp="1"/>
          </p:cNvSpPr>
          <p:nvPr>
            <p:ph type="body" idx="1"/>
          </p:nvPr>
        </p:nvSpPr>
        <p:spPr>
          <a:xfrm>
            <a:off x="3771900" y="4702628"/>
            <a:ext cx="7688263" cy="1387021"/>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10" name="Espace réservé du texte 2">
            <a:extLst>
              <a:ext uri="{FF2B5EF4-FFF2-40B4-BE49-F238E27FC236}">
                <a16:creationId xmlns:a16="http://schemas.microsoft.com/office/drawing/2014/main" id="{6FC69820-7AD8-8DE6-6DD2-0BCC3DF92B81}"/>
              </a:ext>
            </a:extLst>
          </p:cNvPr>
          <p:cNvSpPr>
            <a:spLocks noGrp="1"/>
          </p:cNvSpPr>
          <p:nvPr>
            <p:ph type="body" idx="13" hasCustomPrompt="1"/>
          </p:nvPr>
        </p:nvSpPr>
        <p:spPr>
          <a:xfrm>
            <a:off x="522288" y="2159000"/>
            <a:ext cx="2546350" cy="2673350"/>
          </a:xfrm>
        </p:spPr>
        <p:txBody>
          <a:bodyPr anchor="b">
            <a:noAutofit/>
          </a:bodyPr>
          <a:lstStyle>
            <a:lvl1pPr marL="0" indent="0" algn="r">
              <a:buNone/>
              <a:defRPr sz="13500">
                <a:solidFill>
                  <a:schemeClr val="bg1"/>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0</a:t>
            </a:r>
          </a:p>
        </p:txBody>
      </p:sp>
      <p:sp>
        <p:nvSpPr>
          <p:cNvPr id="12" name="Rectangle 11"/>
          <p:cNvSpPr/>
          <p:nvPr userDrawn="1"/>
        </p:nvSpPr>
        <p:spPr>
          <a:xfrm>
            <a:off x="623888" y="6295812"/>
            <a:ext cx="12198416"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tx2"/>
                </a:solidFill>
              </a:rPr>
              <a:t>CONFIDENTIEL</a:t>
            </a:r>
            <a:r>
              <a:rPr lang="fr-FR" sz="1200" baseline="0" dirty="0">
                <a:solidFill>
                  <a:schemeClr val="tx2"/>
                </a:solidFill>
              </a:rPr>
              <a:t> PROJET </a:t>
            </a:r>
            <a:r>
              <a:rPr lang="fr-FR" sz="1200" dirty="0">
                <a:solidFill>
                  <a:schemeClr val="tx2"/>
                </a:solidFill>
              </a:rPr>
              <a:t>– </a:t>
            </a:r>
            <a:r>
              <a:rPr lang="fr-FR" sz="1100" kern="1200" dirty="0">
                <a:solidFill>
                  <a:schemeClr val="tx2"/>
                </a:solidFill>
                <a:effectLst/>
                <a:latin typeface="+mn-lt"/>
                <a:ea typeface="+mn-ea"/>
                <a:cs typeface="+mn-cs"/>
              </a:rPr>
              <a:t>Ce document est la propriété du CEA et ne peut être utilisé, reproduit ou communiqué en dehors du CEA sans l’accord de son émetteur.</a:t>
            </a:r>
          </a:p>
          <a:p>
            <a:r>
              <a:rPr lang="fr-FR" sz="1200" dirty="0">
                <a:solidFill>
                  <a:schemeClr val="bg1"/>
                </a:solidFill>
              </a:rPr>
              <a:t>Nom Projet - Chrono Livrable (A modifier dans le</a:t>
            </a:r>
            <a:r>
              <a:rPr lang="fr-FR" sz="1200" baseline="0" dirty="0">
                <a:solidFill>
                  <a:schemeClr val="bg1"/>
                </a:solidFill>
              </a:rPr>
              <a:t> mode masque)</a:t>
            </a:r>
            <a:endParaRPr lang="fr-FR" sz="1200" dirty="0">
              <a:solidFill>
                <a:schemeClr val="bg1"/>
              </a:solidFill>
            </a:endParaRPr>
          </a:p>
        </p:txBody>
      </p:sp>
      <p:sp>
        <p:nvSpPr>
          <p:cNvPr id="15" name="ZoneTexte 14"/>
          <p:cNvSpPr txBox="1"/>
          <p:nvPr userDrawn="1"/>
        </p:nvSpPr>
        <p:spPr>
          <a:xfrm>
            <a:off x="4566000" y="0"/>
            <a:ext cx="3060000" cy="360000"/>
          </a:xfrm>
          <a:prstGeom prst="rect">
            <a:avLst/>
          </a:prstGeom>
          <a:solidFill>
            <a:schemeClr val="bg1"/>
          </a:solidFill>
          <a:ln w="28575">
            <a:solidFill>
              <a:schemeClr val="tx2"/>
            </a:solidFill>
          </a:ln>
        </p:spPr>
        <p:txBody>
          <a:bodyPr wrap="square" rtlCol="0">
            <a:spAutoFit/>
          </a:bodyPr>
          <a:lstStyle/>
          <a:p>
            <a:pPr algn="ctr"/>
            <a:r>
              <a:rPr lang="fr-FR" b="1" dirty="0">
                <a:solidFill>
                  <a:schemeClr val="tx2"/>
                </a:solidFill>
              </a:rPr>
              <a:t>CONFIDENTIEL PROJET</a:t>
            </a:r>
          </a:p>
        </p:txBody>
      </p:sp>
    </p:spTree>
    <p:extLst>
      <p:ext uri="{BB962C8B-B14F-4D97-AF65-F5344CB8AC3E}">
        <p14:creationId xmlns:p14="http://schemas.microsoft.com/office/powerpoint/2010/main" val="635319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D2E413D-76E6-5233-CF73-FD49BCAF474D}"/>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7" name="ZoneTexte 6">
            <a:extLst>
              <a:ext uri="{FF2B5EF4-FFF2-40B4-BE49-F238E27FC236}">
                <a16:creationId xmlns:a16="http://schemas.microsoft.com/office/drawing/2014/main" id="{31680F71-13D8-7F13-2E1C-1B43E34B35C6}"/>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Titre et contenu</a:t>
            </a:r>
          </a:p>
        </p:txBody>
      </p:sp>
      <p:pic>
        <p:nvPicPr>
          <p:cNvPr id="9" name="PATTERN CARRE DECAL">
            <a:extLst>
              <a:ext uri="{FF2B5EF4-FFF2-40B4-BE49-F238E27FC236}">
                <a16:creationId xmlns:a16="http://schemas.microsoft.com/office/drawing/2014/main" id="{0BAAE597-7E43-80FB-78E3-011B878772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7494" t="76060" r="18770" b="-33262"/>
          <a:stretch/>
        </p:blipFill>
        <p:spPr>
          <a:xfrm>
            <a:off x="9626600" y="-1"/>
            <a:ext cx="2565400" cy="1515209"/>
          </a:xfrm>
          <a:prstGeom prst="rect">
            <a:avLst/>
          </a:prstGeom>
        </p:spPr>
      </p:pic>
      <p:sp>
        <p:nvSpPr>
          <p:cNvPr id="2" name="Titre 1">
            <a:extLst>
              <a:ext uri="{FF2B5EF4-FFF2-40B4-BE49-F238E27FC236}">
                <a16:creationId xmlns:a16="http://schemas.microsoft.com/office/drawing/2014/main" id="{C1303A6F-3D61-F6AC-9302-9FE476FEAE83}"/>
              </a:ext>
            </a:extLst>
          </p:cNvPr>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32983906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re et contenu 2 colonnes">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D2E413D-76E6-5233-CF73-FD49BCAF474D}"/>
              </a:ext>
            </a:extLst>
          </p:cNvPr>
          <p:cNvSpPr>
            <a:spLocks noGrp="1"/>
          </p:cNvSpPr>
          <p:nvPr>
            <p:ph idx="1"/>
          </p:nvPr>
        </p:nvSpPr>
        <p:spPr/>
        <p:txBody>
          <a:bodyPr numCol="2" spcCol="36000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7" name="ZoneTexte 6">
            <a:extLst>
              <a:ext uri="{FF2B5EF4-FFF2-40B4-BE49-F238E27FC236}">
                <a16:creationId xmlns:a16="http://schemas.microsoft.com/office/drawing/2014/main" id="{31680F71-13D8-7F13-2E1C-1B43E34B35C6}"/>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Titre et contenu 2 colonnes</a:t>
            </a:r>
          </a:p>
        </p:txBody>
      </p:sp>
      <p:pic>
        <p:nvPicPr>
          <p:cNvPr id="9" name="PATTERN CARRE DECAL">
            <a:extLst>
              <a:ext uri="{FF2B5EF4-FFF2-40B4-BE49-F238E27FC236}">
                <a16:creationId xmlns:a16="http://schemas.microsoft.com/office/drawing/2014/main" id="{0BAAE597-7E43-80FB-78E3-011B878772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7494" t="76060" r="18770" b="-33262"/>
          <a:stretch/>
        </p:blipFill>
        <p:spPr>
          <a:xfrm>
            <a:off x="9626600" y="-1"/>
            <a:ext cx="2565400" cy="1515209"/>
          </a:xfrm>
          <a:prstGeom prst="rect">
            <a:avLst/>
          </a:prstGeom>
        </p:spPr>
      </p:pic>
      <p:sp>
        <p:nvSpPr>
          <p:cNvPr id="2" name="Titre 1">
            <a:extLst>
              <a:ext uri="{FF2B5EF4-FFF2-40B4-BE49-F238E27FC236}">
                <a16:creationId xmlns:a16="http://schemas.microsoft.com/office/drawing/2014/main" id="{190406E3-1995-7E53-4201-E3BFE87AEDED}"/>
              </a:ext>
            </a:extLst>
          </p:cNvPr>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1269348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sp>
        <p:nvSpPr>
          <p:cNvPr id="8" name="ZoneTexte 7">
            <a:extLst>
              <a:ext uri="{FF2B5EF4-FFF2-40B4-BE49-F238E27FC236}">
                <a16:creationId xmlns:a16="http://schemas.microsoft.com/office/drawing/2014/main" id="{0A0EC86F-304E-3536-3F67-83FB88AE19A8}"/>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Deux contenus</a:t>
            </a:r>
          </a:p>
        </p:txBody>
      </p:sp>
      <p:sp>
        <p:nvSpPr>
          <p:cNvPr id="9" name="Espace réservé du contenu 2">
            <a:extLst>
              <a:ext uri="{FF2B5EF4-FFF2-40B4-BE49-F238E27FC236}">
                <a16:creationId xmlns:a16="http://schemas.microsoft.com/office/drawing/2014/main" id="{F34F4926-6F56-0A25-B372-10732490EDF4}"/>
              </a:ext>
            </a:extLst>
          </p:cNvPr>
          <p:cNvSpPr>
            <a:spLocks noGrp="1"/>
          </p:cNvSpPr>
          <p:nvPr>
            <p:ph idx="1"/>
          </p:nvPr>
        </p:nvSpPr>
        <p:spPr>
          <a:xfrm>
            <a:off x="731838" y="1381125"/>
            <a:ext cx="5220000" cy="4532313"/>
          </a:xfrm>
        </p:spPr>
        <p:txBody>
          <a:bodyPr numCol="1" spcCol="36000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10" name="Espace réservé du contenu 2">
            <a:extLst>
              <a:ext uri="{FF2B5EF4-FFF2-40B4-BE49-F238E27FC236}">
                <a16:creationId xmlns:a16="http://schemas.microsoft.com/office/drawing/2014/main" id="{F802D6D2-F118-2B59-9C45-1CC10FBBC483}"/>
              </a:ext>
            </a:extLst>
          </p:cNvPr>
          <p:cNvSpPr>
            <a:spLocks noGrp="1"/>
          </p:cNvSpPr>
          <p:nvPr>
            <p:ph idx="13"/>
          </p:nvPr>
        </p:nvSpPr>
        <p:spPr>
          <a:xfrm>
            <a:off x="6240163" y="1381125"/>
            <a:ext cx="5220000" cy="4532313"/>
          </a:xfrm>
        </p:spPr>
        <p:txBody>
          <a:bodyPr numCol="1" spcCol="36000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pic>
        <p:nvPicPr>
          <p:cNvPr id="13" name="PATTERN CARRE DECAL">
            <a:extLst>
              <a:ext uri="{FF2B5EF4-FFF2-40B4-BE49-F238E27FC236}">
                <a16:creationId xmlns:a16="http://schemas.microsoft.com/office/drawing/2014/main" id="{0BAAE597-7E43-80FB-78E3-011B878772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7494" t="76060" r="18770" b="-33262"/>
          <a:stretch/>
        </p:blipFill>
        <p:spPr>
          <a:xfrm>
            <a:off x="9626600" y="-1"/>
            <a:ext cx="2565400" cy="1515209"/>
          </a:xfrm>
          <a:prstGeom prst="rect">
            <a:avLst/>
          </a:prstGeom>
        </p:spPr>
      </p:pic>
      <p:sp>
        <p:nvSpPr>
          <p:cNvPr id="2" name="Titre 1">
            <a:extLst>
              <a:ext uri="{FF2B5EF4-FFF2-40B4-BE49-F238E27FC236}">
                <a16:creationId xmlns:a16="http://schemas.microsoft.com/office/drawing/2014/main" id="{093B771A-F9FE-5447-E51C-40360A182604}"/>
              </a:ext>
            </a:extLst>
          </p:cNvPr>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19207532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5D271B01-F4E4-B2FD-ADE2-0F5A74232FF0}"/>
              </a:ext>
            </a:extLst>
          </p:cNvPr>
          <p:cNvSpPr>
            <a:spLocks noGrp="1"/>
          </p:cNvSpPr>
          <p:nvPr>
            <p:ph type="body" idx="1"/>
          </p:nvPr>
        </p:nvSpPr>
        <p:spPr>
          <a:xfrm>
            <a:off x="731838" y="1350963"/>
            <a:ext cx="5220000" cy="823912"/>
          </a:xfrm>
        </p:spPr>
        <p:txBody>
          <a:bodyPr anchor="b">
            <a:norm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3FD7597D-BC71-3CA1-38C9-B6FBD6A7FA8F}"/>
              </a:ext>
            </a:extLst>
          </p:cNvPr>
          <p:cNvSpPr>
            <a:spLocks noGrp="1"/>
          </p:cNvSpPr>
          <p:nvPr>
            <p:ph sz="half" idx="2"/>
          </p:nvPr>
        </p:nvSpPr>
        <p:spPr>
          <a:xfrm>
            <a:off x="731838" y="2298700"/>
            <a:ext cx="5220000" cy="389096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5" name="Espace réservé du texte 4">
            <a:extLst>
              <a:ext uri="{FF2B5EF4-FFF2-40B4-BE49-F238E27FC236}">
                <a16:creationId xmlns:a16="http://schemas.microsoft.com/office/drawing/2014/main" id="{D5B97958-7FD8-2766-D566-D383863BB3BD}"/>
              </a:ext>
            </a:extLst>
          </p:cNvPr>
          <p:cNvSpPr>
            <a:spLocks noGrp="1"/>
          </p:cNvSpPr>
          <p:nvPr>
            <p:ph type="body" sz="quarter" idx="3"/>
          </p:nvPr>
        </p:nvSpPr>
        <p:spPr>
          <a:xfrm>
            <a:off x="6240163" y="1350963"/>
            <a:ext cx="5220000" cy="823912"/>
          </a:xfrm>
        </p:spPr>
        <p:txBody>
          <a:bodyPr anchor="b">
            <a:norm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C642EBB1-652D-E679-13E7-0B6ECA9011C8}"/>
              </a:ext>
            </a:extLst>
          </p:cNvPr>
          <p:cNvSpPr>
            <a:spLocks noGrp="1"/>
          </p:cNvSpPr>
          <p:nvPr>
            <p:ph sz="quarter" idx="4"/>
          </p:nvPr>
        </p:nvSpPr>
        <p:spPr>
          <a:xfrm>
            <a:off x="6240163" y="2298700"/>
            <a:ext cx="5220000" cy="389096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0" name="ZoneTexte 9">
            <a:extLst>
              <a:ext uri="{FF2B5EF4-FFF2-40B4-BE49-F238E27FC236}">
                <a16:creationId xmlns:a16="http://schemas.microsoft.com/office/drawing/2014/main" id="{173701A9-B73D-CA83-ABED-FAE572A2B991}"/>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Comparaison</a:t>
            </a:r>
          </a:p>
        </p:txBody>
      </p:sp>
      <p:pic>
        <p:nvPicPr>
          <p:cNvPr id="12" name="PATTERN CARRE DECAL">
            <a:extLst>
              <a:ext uri="{FF2B5EF4-FFF2-40B4-BE49-F238E27FC236}">
                <a16:creationId xmlns:a16="http://schemas.microsoft.com/office/drawing/2014/main" id="{0BAAE597-7E43-80FB-78E3-011B878772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7494" t="76060" r="18770" b="-33262"/>
          <a:stretch/>
        </p:blipFill>
        <p:spPr>
          <a:xfrm>
            <a:off x="9626600" y="-1"/>
            <a:ext cx="2565400" cy="1515209"/>
          </a:xfrm>
          <a:prstGeom prst="rect">
            <a:avLst/>
          </a:prstGeom>
        </p:spPr>
      </p:pic>
      <p:sp>
        <p:nvSpPr>
          <p:cNvPr id="2" name="Titre 1">
            <a:extLst>
              <a:ext uri="{FF2B5EF4-FFF2-40B4-BE49-F238E27FC236}">
                <a16:creationId xmlns:a16="http://schemas.microsoft.com/office/drawing/2014/main" id="{348A9086-96BC-9730-CABD-6DAB6AC20C34}"/>
              </a:ext>
            </a:extLst>
          </p:cNvPr>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38973732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ux contenus Fond gri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BE21B82-70BD-E39B-E420-F5C8A87EF98F}"/>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44000" rtlCol="0" anchor="ctr">
            <a:spAutoFit/>
          </a:bodyPr>
          <a:lstStyle/>
          <a:p>
            <a:pPr algn="ctr"/>
            <a:endParaRPr lang="fr-FR" dirty="0"/>
          </a:p>
        </p:txBody>
      </p:sp>
      <p:sp>
        <p:nvSpPr>
          <p:cNvPr id="8" name="ZoneTexte 7">
            <a:extLst>
              <a:ext uri="{FF2B5EF4-FFF2-40B4-BE49-F238E27FC236}">
                <a16:creationId xmlns:a16="http://schemas.microsoft.com/office/drawing/2014/main" id="{0A0EC86F-304E-3536-3F67-83FB88AE19A8}"/>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Deux contenus Fond gris</a:t>
            </a:r>
          </a:p>
        </p:txBody>
      </p:sp>
      <p:sp>
        <p:nvSpPr>
          <p:cNvPr id="9" name="Espace réservé du contenu 2">
            <a:extLst>
              <a:ext uri="{FF2B5EF4-FFF2-40B4-BE49-F238E27FC236}">
                <a16:creationId xmlns:a16="http://schemas.microsoft.com/office/drawing/2014/main" id="{F34F4926-6F56-0A25-B372-10732490EDF4}"/>
              </a:ext>
            </a:extLst>
          </p:cNvPr>
          <p:cNvSpPr>
            <a:spLocks noGrp="1"/>
          </p:cNvSpPr>
          <p:nvPr>
            <p:ph idx="1"/>
          </p:nvPr>
        </p:nvSpPr>
        <p:spPr>
          <a:xfrm>
            <a:off x="731838" y="1381125"/>
            <a:ext cx="5220000" cy="4532313"/>
          </a:xfrm>
        </p:spPr>
        <p:txBody>
          <a:bodyPr numCol="1" spcCol="360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10" name="Espace réservé du contenu 2">
            <a:extLst>
              <a:ext uri="{FF2B5EF4-FFF2-40B4-BE49-F238E27FC236}">
                <a16:creationId xmlns:a16="http://schemas.microsoft.com/office/drawing/2014/main" id="{F802D6D2-F118-2B59-9C45-1CC10FBBC483}"/>
              </a:ext>
            </a:extLst>
          </p:cNvPr>
          <p:cNvSpPr>
            <a:spLocks noGrp="1"/>
          </p:cNvSpPr>
          <p:nvPr>
            <p:ph idx="13"/>
          </p:nvPr>
        </p:nvSpPr>
        <p:spPr>
          <a:xfrm>
            <a:off x="6240163" y="1381125"/>
            <a:ext cx="5220000" cy="4532313"/>
          </a:xfrm>
        </p:spPr>
        <p:txBody>
          <a:bodyPr numCol="1" spcCol="360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pic>
        <p:nvPicPr>
          <p:cNvPr id="13" name="Logo CEA">
            <a:extLst>
              <a:ext uri="{FF2B5EF4-FFF2-40B4-BE49-F238E27FC236}">
                <a16:creationId xmlns:a16="http://schemas.microsoft.com/office/drawing/2014/main" id="{87F05716-C695-E053-1C8E-FF817175674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57897" y="6343650"/>
            <a:ext cx="365991" cy="365991"/>
          </a:xfrm>
          <a:prstGeom prst="rect">
            <a:avLst/>
          </a:prstGeom>
        </p:spPr>
      </p:pic>
      <p:sp>
        <p:nvSpPr>
          <p:cNvPr id="2" name="Titre 1">
            <a:extLst>
              <a:ext uri="{FF2B5EF4-FFF2-40B4-BE49-F238E27FC236}">
                <a16:creationId xmlns:a16="http://schemas.microsoft.com/office/drawing/2014/main" id="{A6F77F40-08E8-9301-36C7-9AA7D4B91AF5}"/>
              </a:ext>
            </a:extLst>
          </p:cNvPr>
          <p:cNvSpPr>
            <a:spLocks noGrp="1"/>
          </p:cNvSpPr>
          <p:nvPr>
            <p:ph type="title"/>
          </p:nvPr>
        </p:nvSpPr>
        <p:spPr/>
        <p:txBody>
          <a:bodyPr/>
          <a:lstStyle>
            <a:lvl1pPr>
              <a:defRPr>
                <a:solidFill>
                  <a:schemeClr val="bg1"/>
                </a:solidFill>
              </a:defRPr>
            </a:lvl1pPr>
          </a:lstStyle>
          <a:p>
            <a:r>
              <a:rPr lang="fr-FR"/>
              <a:t>Modifiez le style du titre</a:t>
            </a:r>
            <a:endParaRPr lang="fr-FR" dirty="0"/>
          </a:p>
        </p:txBody>
      </p:sp>
      <p:sp>
        <p:nvSpPr>
          <p:cNvPr id="12" name="Rectangle 11"/>
          <p:cNvSpPr/>
          <p:nvPr userDrawn="1"/>
        </p:nvSpPr>
        <p:spPr>
          <a:xfrm>
            <a:off x="623888" y="6295812"/>
            <a:ext cx="12198416"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tx2"/>
                </a:solidFill>
              </a:rPr>
              <a:t>CONFIDENTIEL</a:t>
            </a:r>
            <a:r>
              <a:rPr lang="fr-FR" sz="1200" baseline="0" dirty="0">
                <a:solidFill>
                  <a:schemeClr val="tx2"/>
                </a:solidFill>
              </a:rPr>
              <a:t> PROJET </a:t>
            </a:r>
            <a:r>
              <a:rPr lang="fr-FR" sz="1200" dirty="0">
                <a:solidFill>
                  <a:schemeClr val="tx2"/>
                </a:solidFill>
              </a:rPr>
              <a:t>– </a:t>
            </a:r>
            <a:r>
              <a:rPr lang="fr-FR" sz="1100" kern="1200" dirty="0">
                <a:solidFill>
                  <a:schemeClr val="tx2"/>
                </a:solidFill>
                <a:effectLst/>
                <a:latin typeface="+mn-lt"/>
                <a:ea typeface="+mn-ea"/>
                <a:cs typeface="+mn-cs"/>
              </a:rPr>
              <a:t>Ce document est la propriété du CEA et ne peut être utilisé, reproduit ou communiqué en dehors du CEA sans l’accord de son émetteur.</a:t>
            </a:r>
          </a:p>
          <a:p>
            <a:r>
              <a:rPr lang="fr-FR" sz="1200" dirty="0">
                <a:solidFill>
                  <a:schemeClr val="bg1"/>
                </a:solidFill>
              </a:rPr>
              <a:t>Nom Projet - Chrono Livrable (A modifier dans le</a:t>
            </a:r>
            <a:r>
              <a:rPr lang="fr-FR" sz="1200" baseline="0" dirty="0">
                <a:solidFill>
                  <a:schemeClr val="bg1"/>
                </a:solidFill>
              </a:rPr>
              <a:t> mode masque)</a:t>
            </a:r>
            <a:endParaRPr lang="fr-FR" sz="1200" dirty="0">
              <a:solidFill>
                <a:schemeClr val="bg1"/>
              </a:solidFill>
            </a:endParaRPr>
          </a:p>
        </p:txBody>
      </p:sp>
      <p:sp>
        <p:nvSpPr>
          <p:cNvPr id="11" name="ZoneTexte 10"/>
          <p:cNvSpPr txBox="1"/>
          <p:nvPr userDrawn="1"/>
        </p:nvSpPr>
        <p:spPr>
          <a:xfrm>
            <a:off x="4566000" y="0"/>
            <a:ext cx="3060000" cy="360000"/>
          </a:xfrm>
          <a:prstGeom prst="rect">
            <a:avLst/>
          </a:prstGeom>
          <a:solidFill>
            <a:schemeClr val="bg1"/>
          </a:solidFill>
          <a:ln w="28575">
            <a:solidFill>
              <a:schemeClr val="tx2"/>
            </a:solidFill>
          </a:ln>
        </p:spPr>
        <p:txBody>
          <a:bodyPr wrap="square" rtlCol="0">
            <a:spAutoFit/>
          </a:bodyPr>
          <a:lstStyle/>
          <a:p>
            <a:pPr algn="ctr"/>
            <a:r>
              <a:rPr lang="fr-FR" b="1" dirty="0">
                <a:solidFill>
                  <a:schemeClr val="tx2"/>
                </a:solidFill>
              </a:rPr>
              <a:t>CONFIDENTIEL PROJET</a:t>
            </a:r>
          </a:p>
        </p:txBody>
      </p:sp>
    </p:spTree>
    <p:extLst>
      <p:ext uri="{BB962C8B-B14F-4D97-AF65-F5344CB8AC3E}">
        <p14:creationId xmlns:p14="http://schemas.microsoft.com/office/powerpoint/2010/main" val="38766678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ux contenus roug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BE21B82-70BD-E39B-E420-F5C8A87EF98F}"/>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44000" rtlCol="0" anchor="ctr">
            <a:spAutoFit/>
          </a:bodyPr>
          <a:lstStyle/>
          <a:p>
            <a:pPr algn="ctr"/>
            <a:endParaRPr lang="fr-FR" dirty="0"/>
          </a:p>
        </p:txBody>
      </p:sp>
      <p:sp>
        <p:nvSpPr>
          <p:cNvPr id="8" name="ZoneTexte 7">
            <a:extLst>
              <a:ext uri="{FF2B5EF4-FFF2-40B4-BE49-F238E27FC236}">
                <a16:creationId xmlns:a16="http://schemas.microsoft.com/office/drawing/2014/main" id="{0A0EC86F-304E-3536-3F67-83FB88AE19A8}"/>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Deux contenus Fond rouge</a:t>
            </a:r>
          </a:p>
        </p:txBody>
      </p:sp>
      <p:grpSp>
        <p:nvGrpSpPr>
          <p:cNvPr id="17" name="Group 12">
            <a:extLst>
              <a:ext uri="{FF2B5EF4-FFF2-40B4-BE49-F238E27FC236}">
                <a16:creationId xmlns:a16="http://schemas.microsoft.com/office/drawing/2014/main" id="{DFC7A27D-F544-3847-F87B-0DF45C44C0D3}"/>
              </a:ext>
            </a:extLst>
          </p:cNvPr>
          <p:cNvGrpSpPr>
            <a:grpSpLocks noChangeAspect="1"/>
          </p:cNvGrpSpPr>
          <p:nvPr userDrawn="1"/>
        </p:nvGrpSpPr>
        <p:grpSpPr bwMode="auto">
          <a:xfrm>
            <a:off x="266859" y="6343650"/>
            <a:ext cx="316707" cy="316707"/>
            <a:chOff x="461" y="3861"/>
            <a:chExt cx="304" cy="304"/>
          </a:xfrm>
        </p:grpSpPr>
        <p:sp>
          <p:nvSpPr>
            <p:cNvPr id="18" name="AutoShape 11">
              <a:extLst>
                <a:ext uri="{FF2B5EF4-FFF2-40B4-BE49-F238E27FC236}">
                  <a16:creationId xmlns:a16="http://schemas.microsoft.com/office/drawing/2014/main" id="{C581EC54-E4C7-2B85-765F-226E90ED37F9}"/>
                </a:ext>
              </a:extLst>
            </p:cNvPr>
            <p:cNvSpPr>
              <a:spLocks noChangeAspect="1" noChangeArrowheads="1" noTextEdit="1"/>
            </p:cNvSpPr>
            <p:nvPr userDrawn="1"/>
          </p:nvSpPr>
          <p:spPr bwMode="auto">
            <a:xfrm>
              <a:off x="461" y="3861"/>
              <a:ext cx="30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Rectangle 13">
              <a:extLst>
                <a:ext uri="{FF2B5EF4-FFF2-40B4-BE49-F238E27FC236}">
                  <a16:creationId xmlns:a16="http://schemas.microsoft.com/office/drawing/2014/main" id="{024FFC00-E238-123D-8547-D317547D5C21}"/>
                </a:ext>
              </a:extLst>
            </p:cNvPr>
            <p:cNvSpPr>
              <a:spLocks noChangeArrowheads="1"/>
            </p:cNvSpPr>
            <p:nvPr userDrawn="1"/>
          </p:nvSpPr>
          <p:spPr bwMode="auto">
            <a:xfrm>
              <a:off x="461" y="3861"/>
              <a:ext cx="304" cy="30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Rectangle 14">
              <a:extLst>
                <a:ext uri="{FF2B5EF4-FFF2-40B4-BE49-F238E27FC236}">
                  <a16:creationId xmlns:a16="http://schemas.microsoft.com/office/drawing/2014/main" id="{26FC7AA9-98AE-CF10-6510-FBB15BB6F6AD}"/>
                </a:ext>
              </a:extLst>
            </p:cNvPr>
            <p:cNvSpPr>
              <a:spLocks noChangeArrowheads="1"/>
            </p:cNvSpPr>
            <p:nvPr userDrawn="1"/>
          </p:nvSpPr>
          <p:spPr bwMode="auto">
            <a:xfrm>
              <a:off x="461" y="3861"/>
              <a:ext cx="30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15">
              <a:extLst>
                <a:ext uri="{FF2B5EF4-FFF2-40B4-BE49-F238E27FC236}">
                  <a16:creationId xmlns:a16="http://schemas.microsoft.com/office/drawing/2014/main" id="{485E328D-5058-4023-75AE-4DF8C1BAEBCA}"/>
                </a:ext>
              </a:extLst>
            </p:cNvPr>
            <p:cNvSpPr>
              <a:spLocks noEditPoints="1"/>
            </p:cNvSpPr>
            <p:nvPr userDrawn="1"/>
          </p:nvSpPr>
          <p:spPr bwMode="auto">
            <a:xfrm>
              <a:off x="518" y="3962"/>
              <a:ext cx="189" cy="72"/>
            </a:xfrm>
            <a:custGeom>
              <a:avLst/>
              <a:gdLst>
                <a:gd name="T0" fmla="*/ 498 w 498"/>
                <a:gd name="T1" fmla="*/ 96 h 190"/>
                <a:gd name="T2" fmla="*/ 415 w 498"/>
                <a:gd name="T3" fmla="*/ 0 h 190"/>
                <a:gd name="T4" fmla="*/ 350 w 498"/>
                <a:gd name="T5" fmla="*/ 13 h 190"/>
                <a:gd name="T6" fmla="*/ 348 w 498"/>
                <a:gd name="T7" fmla="*/ 37 h 190"/>
                <a:gd name="T8" fmla="*/ 413 w 498"/>
                <a:gd name="T9" fmla="*/ 21 h 190"/>
                <a:gd name="T10" fmla="*/ 463 w 498"/>
                <a:gd name="T11" fmla="*/ 43 h 190"/>
                <a:gd name="T12" fmla="*/ 335 w 498"/>
                <a:gd name="T13" fmla="*/ 141 h 190"/>
                <a:gd name="T14" fmla="*/ 252 w 498"/>
                <a:gd name="T15" fmla="*/ 169 h 190"/>
                <a:gd name="T16" fmla="*/ 199 w 498"/>
                <a:gd name="T17" fmla="*/ 147 h 190"/>
                <a:gd name="T18" fmla="*/ 320 w 498"/>
                <a:gd name="T19" fmla="*/ 34 h 190"/>
                <a:gd name="T20" fmla="*/ 251 w 498"/>
                <a:gd name="T21" fmla="*/ 0 h 190"/>
                <a:gd name="T22" fmla="*/ 188 w 498"/>
                <a:gd name="T23" fmla="*/ 24 h 190"/>
                <a:gd name="T24" fmla="*/ 165 w 498"/>
                <a:gd name="T25" fmla="*/ 98 h 190"/>
                <a:gd name="T26" fmla="*/ 173 w 498"/>
                <a:gd name="T27" fmla="*/ 140 h 190"/>
                <a:gd name="T28" fmla="*/ 85 w 498"/>
                <a:gd name="T29" fmla="*/ 169 h 190"/>
                <a:gd name="T30" fmla="*/ 19 w 498"/>
                <a:gd name="T31" fmla="*/ 95 h 190"/>
                <a:gd name="T32" fmla="*/ 85 w 498"/>
                <a:gd name="T33" fmla="*/ 21 h 190"/>
                <a:gd name="T34" fmla="*/ 150 w 498"/>
                <a:gd name="T35" fmla="*/ 37 h 190"/>
                <a:gd name="T36" fmla="*/ 148 w 498"/>
                <a:gd name="T37" fmla="*/ 13 h 190"/>
                <a:gd name="T38" fmla="*/ 87 w 498"/>
                <a:gd name="T39" fmla="*/ 0 h 190"/>
                <a:gd name="T40" fmla="*/ 0 w 498"/>
                <a:gd name="T41" fmla="*/ 95 h 190"/>
                <a:gd name="T42" fmla="*/ 86 w 498"/>
                <a:gd name="T43" fmla="*/ 190 h 190"/>
                <a:gd name="T44" fmla="*/ 182 w 498"/>
                <a:gd name="T45" fmla="*/ 159 h 190"/>
                <a:gd name="T46" fmla="*/ 251 w 498"/>
                <a:gd name="T47" fmla="*/ 190 h 190"/>
                <a:gd name="T48" fmla="*/ 338 w 498"/>
                <a:gd name="T49" fmla="*/ 164 h 190"/>
                <a:gd name="T50" fmla="*/ 411 w 498"/>
                <a:gd name="T51" fmla="*/ 190 h 190"/>
                <a:gd name="T52" fmla="*/ 477 w 498"/>
                <a:gd name="T53" fmla="*/ 163 h 190"/>
                <a:gd name="T54" fmla="*/ 478 w 498"/>
                <a:gd name="T55" fmla="*/ 185 h 190"/>
                <a:gd name="T56" fmla="*/ 498 w 498"/>
                <a:gd name="T57" fmla="*/ 189 h 190"/>
                <a:gd name="T58" fmla="*/ 498 w 498"/>
                <a:gd name="T59" fmla="*/ 96 h 190"/>
                <a:gd name="T60" fmla="*/ 184 w 498"/>
                <a:gd name="T61" fmla="*/ 107 h 190"/>
                <a:gd name="T62" fmla="*/ 201 w 498"/>
                <a:gd name="T63" fmla="*/ 39 h 190"/>
                <a:gd name="T64" fmla="*/ 251 w 498"/>
                <a:gd name="T65" fmla="*/ 19 h 190"/>
                <a:gd name="T66" fmla="*/ 297 w 498"/>
                <a:gd name="T67" fmla="*/ 37 h 190"/>
                <a:gd name="T68" fmla="*/ 261 w 498"/>
                <a:gd name="T69" fmla="*/ 78 h 190"/>
                <a:gd name="T70" fmla="*/ 190 w 498"/>
                <a:gd name="T71" fmla="*/ 128 h 190"/>
                <a:gd name="T72" fmla="*/ 184 w 498"/>
                <a:gd name="T73" fmla="*/ 107 h 190"/>
                <a:gd name="T74" fmla="*/ 462 w 498"/>
                <a:gd name="T75" fmla="*/ 151 h 190"/>
                <a:gd name="T76" fmla="*/ 411 w 498"/>
                <a:gd name="T77" fmla="*/ 170 h 190"/>
                <a:gd name="T78" fmla="*/ 356 w 498"/>
                <a:gd name="T79" fmla="*/ 151 h 190"/>
                <a:gd name="T80" fmla="*/ 472 w 498"/>
                <a:gd name="T81" fmla="*/ 60 h 190"/>
                <a:gd name="T82" fmla="*/ 479 w 498"/>
                <a:gd name="T83" fmla="*/ 83 h 190"/>
                <a:gd name="T84" fmla="*/ 462 w 498"/>
                <a:gd name="T85" fmla="*/ 151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98" h="190">
                  <a:moveTo>
                    <a:pt x="498" y="96"/>
                  </a:moveTo>
                  <a:cubicBezTo>
                    <a:pt x="498" y="6"/>
                    <a:pt x="430" y="0"/>
                    <a:pt x="415" y="0"/>
                  </a:cubicBezTo>
                  <a:cubicBezTo>
                    <a:pt x="393" y="0"/>
                    <a:pt x="372" y="4"/>
                    <a:pt x="350" y="13"/>
                  </a:cubicBezTo>
                  <a:cubicBezTo>
                    <a:pt x="348" y="37"/>
                    <a:pt x="348" y="37"/>
                    <a:pt x="348" y="37"/>
                  </a:cubicBezTo>
                  <a:cubicBezTo>
                    <a:pt x="357" y="33"/>
                    <a:pt x="385" y="21"/>
                    <a:pt x="413" y="21"/>
                  </a:cubicBezTo>
                  <a:cubicBezTo>
                    <a:pt x="435" y="21"/>
                    <a:pt x="452" y="28"/>
                    <a:pt x="463" y="43"/>
                  </a:cubicBezTo>
                  <a:cubicBezTo>
                    <a:pt x="387" y="82"/>
                    <a:pt x="342" y="114"/>
                    <a:pt x="335" y="141"/>
                  </a:cubicBezTo>
                  <a:cubicBezTo>
                    <a:pt x="316" y="154"/>
                    <a:pt x="282" y="169"/>
                    <a:pt x="252" y="169"/>
                  </a:cubicBezTo>
                  <a:cubicBezTo>
                    <a:pt x="219" y="169"/>
                    <a:pt x="205" y="155"/>
                    <a:pt x="199" y="147"/>
                  </a:cubicBezTo>
                  <a:cubicBezTo>
                    <a:pt x="282" y="91"/>
                    <a:pt x="325" y="59"/>
                    <a:pt x="320" y="34"/>
                  </a:cubicBezTo>
                  <a:cubicBezTo>
                    <a:pt x="315" y="11"/>
                    <a:pt x="281" y="0"/>
                    <a:pt x="251" y="0"/>
                  </a:cubicBezTo>
                  <a:cubicBezTo>
                    <a:pt x="219" y="0"/>
                    <a:pt x="198" y="13"/>
                    <a:pt x="188" y="24"/>
                  </a:cubicBezTo>
                  <a:cubicBezTo>
                    <a:pt x="172" y="41"/>
                    <a:pt x="164" y="66"/>
                    <a:pt x="165" y="98"/>
                  </a:cubicBezTo>
                  <a:cubicBezTo>
                    <a:pt x="165" y="112"/>
                    <a:pt x="168" y="127"/>
                    <a:pt x="173" y="140"/>
                  </a:cubicBezTo>
                  <a:cubicBezTo>
                    <a:pt x="160" y="148"/>
                    <a:pt x="125" y="169"/>
                    <a:pt x="85" y="169"/>
                  </a:cubicBezTo>
                  <a:cubicBezTo>
                    <a:pt x="38" y="169"/>
                    <a:pt x="19" y="132"/>
                    <a:pt x="19" y="95"/>
                  </a:cubicBezTo>
                  <a:cubicBezTo>
                    <a:pt x="19" y="59"/>
                    <a:pt x="37" y="21"/>
                    <a:pt x="85" y="21"/>
                  </a:cubicBezTo>
                  <a:cubicBezTo>
                    <a:pt x="113" y="21"/>
                    <a:pt x="140" y="32"/>
                    <a:pt x="150" y="37"/>
                  </a:cubicBezTo>
                  <a:cubicBezTo>
                    <a:pt x="148" y="13"/>
                    <a:pt x="148" y="13"/>
                    <a:pt x="148" y="13"/>
                  </a:cubicBezTo>
                  <a:cubicBezTo>
                    <a:pt x="130" y="6"/>
                    <a:pt x="107" y="0"/>
                    <a:pt x="87" y="0"/>
                  </a:cubicBezTo>
                  <a:cubicBezTo>
                    <a:pt x="7" y="0"/>
                    <a:pt x="0" y="67"/>
                    <a:pt x="0" y="95"/>
                  </a:cubicBezTo>
                  <a:cubicBezTo>
                    <a:pt x="0" y="122"/>
                    <a:pt x="7" y="190"/>
                    <a:pt x="86" y="190"/>
                  </a:cubicBezTo>
                  <a:cubicBezTo>
                    <a:pt x="134" y="190"/>
                    <a:pt x="175" y="164"/>
                    <a:pt x="182" y="159"/>
                  </a:cubicBezTo>
                  <a:cubicBezTo>
                    <a:pt x="187" y="168"/>
                    <a:pt x="208" y="190"/>
                    <a:pt x="251" y="190"/>
                  </a:cubicBezTo>
                  <a:cubicBezTo>
                    <a:pt x="286" y="190"/>
                    <a:pt x="325" y="173"/>
                    <a:pt x="338" y="164"/>
                  </a:cubicBezTo>
                  <a:cubicBezTo>
                    <a:pt x="346" y="175"/>
                    <a:pt x="362" y="190"/>
                    <a:pt x="411" y="190"/>
                  </a:cubicBezTo>
                  <a:cubicBezTo>
                    <a:pt x="444" y="190"/>
                    <a:pt x="464" y="179"/>
                    <a:pt x="477" y="163"/>
                  </a:cubicBezTo>
                  <a:cubicBezTo>
                    <a:pt x="477" y="171"/>
                    <a:pt x="478" y="179"/>
                    <a:pt x="478" y="185"/>
                  </a:cubicBezTo>
                  <a:cubicBezTo>
                    <a:pt x="498" y="189"/>
                    <a:pt x="498" y="189"/>
                    <a:pt x="498" y="189"/>
                  </a:cubicBezTo>
                  <a:cubicBezTo>
                    <a:pt x="497" y="168"/>
                    <a:pt x="498" y="97"/>
                    <a:pt x="498" y="96"/>
                  </a:cubicBezTo>
                  <a:moveTo>
                    <a:pt x="184" y="107"/>
                  </a:moveTo>
                  <a:cubicBezTo>
                    <a:pt x="184" y="107"/>
                    <a:pt x="178" y="65"/>
                    <a:pt x="201" y="39"/>
                  </a:cubicBezTo>
                  <a:cubicBezTo>
                    <a:pt x="212" y="26"/>
                    <a:pt x="229" y="19"/>
                    <a:pt x="251" y="19"/>
                  </a:cubicBezTo>
                  <a:cubicBezTo>
                    <a:pt x="275" y="19"/>
                    <a:pt x="295" y="28"/>
                    <a:pt x="297" y="37"/>
                  </a:cubicBezTo>
                  <a:cubicBezTo>
                    <a:pt x="299" y="44"/>
                    <a:pt x="292" y="53"/>
                    <a:pt x="261" y="78"/>
                  </a:cubicBezTo>
                  <a:cubicBezTo>
                    <a:pt x="261" y="78"/>
                    <a:pt x="230" y="105"/>
                    <a:pt x="190" y="128"/>
                  </a:cubicBezTo>
                  <a:cubicBezTo>
                    <a:pt x="187" y="122"/>
                    <a:pt x="185" y="115"/>
                    <a:pt x="184" y="107"/>
                  </a:cubicBezTo>
                  <a:moveTo>
                    <a:pt x="462" y="151"/>
                  </a:moveTo>
                  <a:cubicBezTo>
                    <a:pt x="450" y="164"/>
                    <a:pt x="433" y="170"/>
                    <a:pt x="411" y="170"/>
                  </a:cubicBezTo>
                  <a:cubicBezTo>
                    <a:pt x="361" y="170"/>
                    <a:pt x="356" y="151"/>
                    <a:pt x="356" y="151"/>
                  </a:cubicBezTo>
                  <a:cubicBezTo>
                    <a:pt x="350" y="140"/>
                    <a:pt x="367" y="116"/>
                    <a:pt x="472" y="60"/>
                  </a:cubicBezTo>
                  <a:cubicBezTo>
                    <a:pt x="475" y="67"/>
                    <a:pt x="477" y="75"/>
                    <a:pt x="479" y="83"/>
                  </a:cubicBezTo>
                  <a:cubicBezTo>
                    <a:pt x="479" y="83"/>
                    <a:pt x="484" y="125"/>
                    <a:pt x="462" y="151"/>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Rectangle 16">
              <a:extLst>
                <a:ext uri="{FF2B5EF4-FFF2-40B4-BE49-F238E27FC236}">
                  <a16:creationId xmlns:a16="http://schemas.microsoft.com/office/drawing/2014/main" id="{B32124BB-315A-4642-3185-D0F09F05E9F3}"/>
                </a:ext>
              </a:extLst>
            </p:cNvPr>
            <p:cNvSpPr>
              <a:spLocks noChangeArrowheads="1"/>
            </p:cNvSpPr>
            <p:nvPr userDrawn="1"/>
          </p:nvSpPr>
          <p:spPr bwMode="auto">
            <a:xfrm>
              <a:off x="526" y="4057"/>
              <a:ext cx="174" cy="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Rectangle 17">
              <a:extLst>
                <a:ext uri="{FF2B5EF4-FFF2-40B4-BE49-F238E27FC236}">
                  <a16:creationId xmlns:a16="http://schemas.microsoft.com/office/drawing/2014/main" id="{283D2C2C-F437-0747-2745-E4E3B6D20760}"/>
                </a:ext>
              </a:extLst>
            </p:cNvPr>
            <p:cNvSpPr>
              <a:spLocks noChangeArrowheads="1"/>
            </p:cNvSpPr>
            <p:nvPr userDrawn="1"/>
          </p:nvSpPr>
          <p:spPr bwMode="auto">
            <a:xfrm>
              <a:off x="526" y="4057"/>
              <a:ext cx="174" cy="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
        <p:nvSpPr>
          <p:cNvPr id="2" name="Espace réservé du contenu 2">
            <a:extLst>
              <a:ext uri="{FF2B5EF4-FFF2-40B4-BE49-F238E27FC236}">
                <a16:creationId xmlns:a16="http://schemas.microsoft.com/office/drawing/2014/main" id="{2D5ECB44-F5B7-CEEC-4B2D-A554A8F1E21F}"/>
              </a:ext>
            </a:extLst>
          </p:cNvPr>
          <p:cNvSpPr>
            <a:spLocks noGrp="1"/>
          </p:cNvSpPr>
          <p:nvPr>
            <p:ph idx="1"/>
          </p:nvPr>
        </p:nvSpPr>
        <p:spPr>
          <a:xfrm>
            <a:off x="731838" y="1381125"/>
            <a:ext cx="5220000" cy="4532313"/>
          </a:xfrm>
        </p:spPr>
        <p:txBody>
          <a:bodyPr numCol="1" spcCol="360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6" name="Espace réservé du contenu 2">
            <a:extLst>
              <a:ext uri="{FF2B5EF4-FFF2-40B4-BE49-F238E27FC236}">
                <a16:creationId xmlns:a16="http://schemas.microsoft.com/office/drawing/2014/main" id="{E4B43398-30BC-703C-A14C-DC9A429930A3}"/>
              </a:ext>
            </a:extLst>
          </p:cNvPr>
          <p:cNvSpPr>
            <a:spLocks noGrp="1"/>
          </p:cNvSpPr>
          <p:nvPr>
            <p:ph idx="13"/>
          </p:nvPr>
        </p:nvSpPr>
        <p:spPr>
          <a:xfrm>
            <a:off x="6230538" y="1381126"/>
            <a:ext cx="5220000" cy="4532313"/>
          </a:xfrm>
        </p:spPr>
        <p:txBody>
          <a:bodyPr numCol="1" spcCol="36000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7" name="Titre 1">
            <a:extLst>
              <a:ext uri="{FF2B5EF4-FFF2-40B4-BE49-F238E27FC236}">
                <a16:creationId xmlns:a16="http://schemas.microsoft.com/office/drawing/2014/main" id="{44B12903-F071-BF45-FDEC-76B53C495452}"/>
              </a:ext>
            </a:extLst>
          </p:cNvPr>
          <p:cNvSpPr>
            <a:spLocks noGrp="1"/>
          </p:cNvSpPr>
          <p:nvPr>
            <p:ph type="title"/>
          </p:nvPr>
        </p:nvSpPr>
        <p:spPr>
          <a:xfrm>
            <a:off x="731838" y="314036"/>
            <a:ext cx="10728325" cy="871827"/>
          </a:xfrm>
        </p:spPr>
        <p:txBody>
          <a:bodyPr/>
          <a:lstStyle>
            <a:lvl1pPr>
              <a:defRPr>
                <a:solidFill>
                  <a:schemeClr val="bg1"/>
                </a:solidFill>
              </a:defRPr>
            </a:lvl1pPr>
          </a:lstStyle>
          <a:p>
            <a:r>
              <a:rPr lang="fr-FR"/>
              <a:t>Modifiez le style du titre</a:t>
            </a:r>
            <a:endParaRPr lang="fr-FR" dirty="0"/>
          </a:p>
        </p:txBody>
      </p:sp>
      <p:sp>
        <p:nvSpPr>
          <p:cNvPr id="15" name="Rectangle 14"/>
          <p:cNvSpPr/>
          <p:nvPr userDrawn="1"/>
        </p:nvSpPr>
        <p:spPr>
          <a:xfrm>
            <a:off x="623888" y="6295812"/>
            <a:ext cx="12198416"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bg1"/>
                </a:solidFill>
              </a:rPr>
              <a:t>CONFIDENTIEL</a:t>
            </a:r>
            <a:r>
              <a:rPr lang="fr-FR" sz="1200" baseline="0" dirty="0">
                <a:solidFill>
                  <a:schemeClr val="bg1"/>
                </a:solidFill>
              </a:rPr>
              <a:t> PROJET </a:t>
            </a:r>
            <a:r>
              <a:rPr lang="fr-FR" sz="1200" dirty="0">
                <a:solidFill>
                  <a:schemeClr val="bg1"/>
                </a:solidFill>
              </a:rPr>
              <a:t>– </a:t>
            </a:r>
            <a:r>
              <a:rPr lang="fr-FR" sz="1100" kern="1200" dirty="0">
                <a:solidFill>
                  <a:schemeClr val="bg1"/>
                </a:solidFill>
                <a:effectLst/>
                <a:latin typeface="+mn-lt"/>
                <a:ea typeface="+mn-ea"/>
                <a:cs typeface="+mn-cs"/>
              </a:rPr>
              <a:t>Ce document est la propriété du CEA et ne peut être utilisé, reproduit ou communiqué en dehors du CEA sans l’accord de son émetteur.</a:t>
            </a:r>
          </a:p>
          <a:p>
            <a:r>
              <a:rPr lang="fr-FR" sz="1200" dirty="0">
                <a:solidFill>
                  <a:schemeClr val="bg1"/>
                </a:solidFill>
              </a:rPr>
              <a:t>Nom Projet - Chrono Livrable (A modifier dans le</a:t>
            </a:r>
            <a:r>
              <a:rPr lang="fr-FR" sz="1200" baseline="0" dirty="0">
                <a:solidFill>
                  <a:schemeClr val="bg1"/>
                </a:solidFill>
              </a:rPr>
              <a:t> mode masque)</a:t>
            </a:r>
            <a:endParaRPr lang="fr-FR" sz="1200" dirty="0">
              <a:solidFill>
                <a:schemeClr val="bg1"/>
              </a:solidFill>
            </a:endParaRPr>
          </a:p>
        </p:txBody>
      </p:sp>
      <p:sp>
        <p:nvSpPr>
          <p:cNvPr id="16" name="ZoneTexte 15"/>
          <p:cNvSpPr txBox="1"/>
          <p:nvPr userDrawn="1"/>
        </p:nvSpPr>
        <p:spPr>
          <a:xfrm>
            <a:off x="4566000" y="0"/>
            <a:ext cx="3060000" cy="360000"/>
          </a:xfrm>
          <a:prstGeom prst="rect">
            <a:avLst/>
          </a:prstGeom>
          <a:solidFill>
            <a:schemeClr val="bg1"/>
          </a:solidFill>
          <a:ln w="28575">
            <a:solidFill>
              <a:schemeClr val="tx2"/>
            </a:solidFill>
          </a:ln>
        </p:spPr>
        <p:txBody>
          <a:bodyPr wrap="square" rtlCol="0">
            <a:spAutoFit/>
          </a:bodyPr>
          <a:lstStyle/>
          <a:p>
            <a:pPr algn="ctr"/>
            <a:r>
              <a:rPr lang="fr-FR" b="1" dirty="0">
                <a:solidFill>
                  <a:schemeClr val="tx2"/>
                </a:solidFill>
              </a:rPr>
              <a:t>CONFIDENTIEL PROJET</a:t>
            </a:r>
          </a:p>
        </p:txBody>
      </p:sp>
    </p:spTree>
    <p:extLst>
      <p:ext uri="{BB962C8B-B14F-4D97-AF65-F5344CB8AC3E}">
        <p14:creationId xmlns:p14="http://schemas.microsoft.com/office/powerpoint/2010/main" val="33367314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u + visuel">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8209301D-2360-8D20-B992-EE6672D60716}"/>
              </a:ext>
            </a:extLst>
          </p:cNvPr>
          <p:cNvSpPr>
            <a:spLocks noGrp="1"/>
          </p:cNvSpPr>
          <p:nvPr>
            <p:ph type="sldNum" sz="quarter" idx="12"/>
          </p:nvPr>
        </p:nvSpPr>
        <p:spPr>
          <a:xfrm>
            <a:off x="10110220" y="5189770"/>
            <a:ext cx="693738" cy="365125"/>
          </a:xfrm>
          <a:prstGeom prst="rect">
            <a:avLst/>
          </a:prstGeom>
        </p:spPr>
        <p:txBody>
          <a:bodyPr/>
          <a:lstStyle/>
          <a:p>
            <a:fld id="{0CBC77A0-1F4E-42FF-9FFC-F45C3A64AF90}" type="slidenum">
              <a:rPr lang="fr-FR" smtClean="0"/>
              <a:t>‹N°›</a:t>
            </a:fld>
            <a:endParaRPr lang="fr-FR"/>
          </a:p>
        </p:txBody>
      </p:sp>
      <p:sp>
        <p:nvSpPr>
          <p:cNvPr id="7" name="ZoneTexte 6">
            <a:extLst>
              <a:ext uri="{FF2B5EF4-FFF2-40B4-BE49-F238E27FC236}">
                <a16:creationId xmlns:a16="http://schemas.microsoft.com/office/drawing/2014/main" id="{31680F71-13D8-7F13-2E1C-1B43E34B35C6}"/>
              </a:ext>
            </a:extLst>
          </p:cNvPr>
          <p:cNvSpPr txBox="1"/>
          <p:nvPr userDrawn="1"/>
        </p:nvSpPr>
        <p:spPr>
          <a:xfrm>
            <a:off x="-101600" y="-276999"/>
            <a:ext cx="12192000" cy="461665"/>
          </a:xfrm>
          <a:prstGeom prst="rect">
            <a:avLst/>
          </a:prstGeom>
          <a:noFill/>
        </p:spPr>
        <p:txBody>
          <a:bodyPr wrap="square" rtlCol="0">
            <a:spAutoFit/>
          </a:bodyPr>
          <a:lstStyle/>
          <a:p>
            <a:r>
              <a:rPr lang="fr-FR" sz="1200" dirty="0">
                <a:solidFill>
                  <a:schemeClr val="bg1">
                    <a:lumMod val="50000"/>
                  </a:schemeClr>
                </a:solidFill>
              </a:rPr>
              <a:t>Disposition : Contenu + visuel</a:t>
            </a:r>
          </a:p>
          <a:p>
            <a:endParaRPr lang="fr-FR" sz="1200" dirty="0">
              <a:solidFill>
                <a:schemeClr val="bg1">
                  <a:lumMod val="50000"/>
                </a:schemeClr>
              </a:solidFill>
            </a:endParaRPr>
          </a:p>
        </p:txBody>
      </p:sp>
      <p:sp>
        <p:nvSpPr>
          <p:cNvPr id="3" name="Espace réservé du contenu 2">
            <a:extLst>
              <a:ext uri="{FF2B5EF4-FFF2-40B4-BE49-F238E27FC236}">
                <a16:creationId xmlns:a16="http://schemas.microsoft.com/office/drawing/2014/main" id="{BD2E413D-76E6-5233-CF73-FD49BCAF474D}"/>
              </a:ext>
            </a:extLst>
          </p:cNvPr>
          <p:cNvSpPr>
            <a:spLocks noGrp="1"/>
          </p:cNvSpPr>
          <p:nvPr>
            <p:ph idx="1"/>
          </p:nvPr>
        </p:nvSpPr>
        <p:spPr>
          <a:xfrm>
            <a:off x="731838" y="1381125"/>
            <a:ext cx="6118657" cy="453231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9" name="Titre 10">
            <a:extLst>
              <a:ext uri="{FF2B5EF4-FFF2-40B4-BE49-F238E27FC236}">
                <a16:creationId xmlns:a16="http://schemas.microsoft.com/office/drawing/2014/main" id="{E8A77A76-28CB-5629-14F2-37B56A986D79}"/>
              </a:ext>
            </a:extLst>
          </p:cNvPr>
          <p:cNvSpPr>
            <a:spLocks noGrp="1"/>
          </p:cNvSpPr>
          <p:nvPr>
            <p:ph type="title"/>
          </p:nvPr>
        </p:nvSpPr>
        <p:spPr>
          <a:xfrm>
            <a:off x="731840" y="314036"/>
            <a:ext cx="6118656" cy="871827"/>
          </a:xfrm>
        </p:spPr>
        <p:txBody>
          <a:bodyPr/>
          <a:lstStyle>
            <a:lvl1pPr>
              <a:defRPr>
                <a:solidFill>
                  <a:schemeClr val="tx2"/>
                </a:solidFill>
              </a:defRPr>
            </a:lvl1pPr>
          </a:lstStyle>
          <a:p>
            <a:r>
              <a:rPr lang="fr-FR"/>
              <a:t>Modifiez le style du titre</a:t>
            </a:r>
            <a:endParaRPr lang="fr-FR" dirty="0"/>
          </a:p>
        </p:txBody>
      </p:sp>
      <p:sp>
        <p:nvSpPr>
          <p:cNvPr id="2" name="Rectangle 1"/>
          <p:cNvSpPr/>
          <p:nvPr userDrawn="1"/>
        </p:nvSpPr>
        <p:spPr>
          <a:xfrm>
            <a:off x="653461" y="6279629"/>
            <a:ext cx="8882425" cy="4506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44000" rtlCol="0" anchor="ctr">
            <a:spAutoFit/>
          </a:bodyPr>
          <a:lstStyle/>
          <a:p>
            <a:pPr algn="ctr"/>
            <a:endParaRPr lang="fr-FR" dirty="0"/>
          </a:p>
        </p:txBody>
      </p:sp>
      <p:sp>
        <p:nvSpPr>
          <p:cNvPr id="29" name="Espace réservé pour une image  28">
            <a:extLst>
              <a:ext uri="{FF2B5EF4-FFF2-40B4-BE49-F238E27FC236}">
                <a16:creationId xmlns:a16="http://schemas.microsoft.com/office/drawing/2014/main" id="{DCB96DEF-5249-666B-576F-70AC92D06638}"/>
              </a:ext>
            </a:extLst>
          </p:cNvPr>
          <p:cNvSpPr>
            <a:spLocks noGrp="1"/>
          </p:cNvSpPr>
          <p:nvPr>
            <p:ph type="pic" sz="quarter" idx="13" hasCustomPrompt="1"/>
          </p:nvPr>
        </p:nvSpPr>
        <p:spPr>
          <a:xfrm>
            <a:off x="6850495" y="0"/>
            <a:ext cx="5957423" cy="6858000"/>
          </a:xfrm>
          <a:custGeom>
            <a:avLst/>
            <a:gdLst>
              <a:gd name="connsiteX0" fmla="*/ 738225 w 5957423"/>
              <a:gd name="connsiteY0" fmla="*/ 6793932 h 6858000"/>
              <a:gd name="connsiteX1" fmla="*/ 814828 w 5957423"/>
              <a:gd name="connsiteY1" fmla="*/ 6852286 h 6858000"/>
              <a:gd name="connsiteX2" fmla="*/ 822329 w 5957423"/>
              <a:gd name="connsiteY2" fmla="*/ 6858000 h 6858000"/>
              <a:gd name="connsiteX3" fmla="*/ 655724 w 5957423"/>
              <a:gd name="connsiteY3" fmla="*/ 6858000 h 6858000"/>
              <a:gd name="connsiteX4" fmla="*/ 656989 w 5957423"/>
              <a:gd name="connsiteY4" fmla="*/ 6857017 h 6858000"/>
              <a:gd name="connsiteX5" fmla="*/ 738225 w 5957423"/>
              <a:gd name="connsiteY5" fmla="*/ 6793932 h 6858000"/>
              <a:gd name="connsiteX6" fmla="*/ 733493 w 5957423"/>
              <a:gd name="connsiteY6" fmla="*/ 6434348 h 6858000"/>
              <a:gd name="connsiteX7" fmla="*/ 733493 w 5957423"/>
              <a:gd name="connsiteY7" fmla="*/ 6780527 h 6858000"/>
              <a:gd name="connsiteX8" fmla="*/ 639637 w 5957423"/>
              <a:gd name="connsiteY8" fmla="*/ 6853075 h 6858000"/>
              <a:gd name="connsiteX9" fmla="*/ 656989 w 5957423"/>
              <a:gd name="connsiteY9" fmla="*/ 6857017 h 6858000"/>
              <a:gd name="connsiteX10" fmla="*/ 638848 w 5957423"/>
              <a:gd name="connsiteY10" fmla="*/ 6853863 h 6858000"/>
              <a:gd name="connsiteX11" fmla="*/ 633515 w 5957423"/>
              <a:gd name="connsiteY11" fmla="*/ 6858000 h 6858000"/>
              <a:gd name="connsiteX12" fmla="*/ 371479 w 5957423"/>
              <a:gd name="connsiteY12" fmla="*/ 6858000 h 6858000"/>
              <a:gd name="connsiteX13" fmla="*/ 371479 w 5957423"/>
              <a:gd name="connsiteY13" fmla="*/ 6799592 h 6858000"/>
              <a:gd name="connsiteX14" fmla="*/ 371479 w 5957423"/>
              <a:gd name="connsiteY14" fmla="*/ 6715076 h 6858000"/>
              <a:gd name="connsiteX15" fmla="*/ 733493 w 5957423"/>
              <a:gd name="connsiteY15" fmla="*/ 6434348 h 6858000"/>
              <a:gd name="connsiteX16" fmla="*/ 1106548 w 5957423"/>
              <a:gd name="connsiteY16" fmla="*/ 5786939 h 6858000"/>
              <a:gd name="connsiteX17" fmla="*/ 1106548 w 5957423"/>
              <a:gd name="connsiteY17" fmla="*/ 6133906 h 6858000"/>
              <a:gd name="connsiteX18" fmla="*/ 1012693 w 5957423"/>
              <a:gd name="connsiteY18" fmla="*/ 6206454 h 6858000"/>
              <a:gd name="connsiteX19" fmla="*/ 744534 w 5957423"/>
              <a:gd name="connsiteY19" fmla="*/ 6413845 h 6858000"/>
              <a:gd name="connsiteX20" fmla="*/ 744534 w 5957423"/>
              <a:gd name="connsiteY20" fmla="*/ 6067667 h 6858000"/>
              <a:gd name="connsiteX21" fmla="*/ 873093 w 5957423"/>
              <a:gd name="connsiteY21" fmla="*/ 5968308 h 6858000"/>
              <a:gd name="connsiteX22" fmla="*/ 1106548 w 5957423"/>
              <a:gd name="connsiteY22" fmla="*/ 5786939 h 6858000"/>
              <a:gd name="connsiteX23" fmla="*/ 1739875 w 5957423"/>
              <a:gd name="connsiteY23" fmla="*/ 5671020 h 6858000"/>
              <a:gd name="connsiteX24" fmla="*/ 1726467 w 5957423"/>
              <a:gd name="connsiteY24" fmla="*/ 5677328 h 6858000"/>
              <a:gd name="connsiteX25" fmla="*/ 1739875 w 5957423"/>
              <a:gd name="connsiteY25" fmla="*/ 5671020 h 6858000"/>
              <a:gd name="connsiteX26" fmla="*/ 1488280 w 5957423"/>
              <a:gd name="connsiteY26" fmla="*/ 5495959 h 6858000"/>
              <a:gd name="connsiteX27" fmla="*/ 1726467 w 5957423"/>
              <a:gd name="connsiteY27" fmla="*/ 5677328 h 6858000"/>
              <a:gd name="connsiteX28" fmla="*/ 1853448 w 5957423"/>
              <a:gd name="connsiteY28" fmla="*/ 5773533 h 6858000"/>
              <a:gd name="connsiteX29" fmla="*/ 1489068 w 5957423"/>
              <a:gd name="connsiteY29" fmla="*/ 6056627 h 6858000"/>
              <a:gd name="connsiteX30" fmla="*/ 1123900 w 5957423"/>
              <a:gd name="connsiteY30" fmla="*/ 5779053 h 6858000"/>
              <a:gd name="connsiteX31" fmla="*/ 1488280 w 5957423"/>
              <a:gd name="connsiteY31" fmla="*/ 5495959 h 6858000"/>
              <a:gd name="connsiteX32" fmla="*/ 359648 w 5957423"/>
              <a:gd name="connsiteY32" fmla="*/ 4847761 h 6858000"/>
              <a:gd name="connsiteX33" fmla="*/ 724817 w 5957423"/>
              <a:gd name="connsiteY33" fmla="*/ 5125335 h 6858000"/>
              <a:gd name="connsiteX34" fmla="*/ 487418 w 5957423"/>
              <a:gd name="connsiteY34" fmla="*/ 5309070 h 6858000"/>
              <a:gd name="connsiteX35" fmla="*/ 493727 w 5957423"/>
              <a:gd name="connsiteY35" fmla="*/ 5320110 h 6858000"/>
              <a:gd name="connsiteX36" fmla="*/ 733493 w 5957423"/>
              <a:gd name="connsiteY36" fmla="*/ 5134798 h 6858000"/>
              <a:gd name="connsiteX37" fmla="*/ 733493 w 5957423"/>
              <a:gd name="connsiteY37" fmla="*/ 5480976 h 6858000"/>
              <a:gd name="connsiteX38" fmla="*/ 633328 w 5957423"/>
              <a:gd name="connsiteY38" fmla="*/ 5558256 h 6858000"/>
              <a:gd name="connsiteX39" fmla="*/ 641215 w 5957423"/>
              <a:gd name="connsiteY39" fmla="*/ 5570873 h 6858000"/>
              <a:gd name="connsiteX40" fmla="*/ 737436 w 5957423"/>
              <a:gd name="connsiteY40" fmla="*/ 5495959 h 6858000"/>
              <a:gd name="connsiteX41" fmla="*/ 1102605 w 5957423"/>
              <a:gd name="connsiteY41" fmla="*/ 5773533 h 6858000"/>
              <a:gd name="connsiteX42" fmla="*/ 866783 w 5957423"/>
              <a:gd name="connsiteY42" fmla="*/ 5956479 h 6858000"/>
              <a:gd name="connsiteX43" fmla="*/ 873093 w 5957423"/>
              <a:gd name="connsiteY43" fmla="*/ 5968308 h 6858000"/>
              <a:gd name="connsiteX44" fmla="*/ 865994 w 5957423"/>
              <a:gd name="connsiteY44" fmla="*/ 5957268 h 6858000"/>
              <a:gd name="connsiteX45" fmla="*/ 738225 w 5957423"/>
              <a:gd name="connsiteY45" fmla="*/ 6056627 h 6858000"/>
              <a:gd name="connsiteX46" fmla="*/ 373056 w 5957423"/>
              <a:gd name="connsiteY46" fmla="*/ 5779053 h 6858000"/>
              <a:gd name="connsiteX47" fmla="*/ 640426 w 5957423"/>
              <a:gd name="connsiteY47" fmla="*/ 5571661 h 6858000"/>
              <a:gd name="connsiteX48" fmla="*/ 633328 w 5957423"/>
              <a:gd name="connsiteY48" fmla="*/ 5559044 h 6858000"/>
              <a:gd name="connsiteX49" fmla="*/ 371479 w 5957423"/>
              <a:gd name="connsiteY49" fmla="*/ 5761705 h 6858000"/>
              <a:gd name="connsiteX50" fmla="*/ 371479 w 5957423"/>
              <a:gd name="connsiteY50" fmla="*/ 5415526 h 6858000"/>
              <a:gd name="connsiteX51" fmla="*/ 493727 w 5957423"/>
              <a:gd name="connsiteY51" fmla="*/ 5320898 h 6858000"/>
              <a:gd name="connsiteX52" fmla="*/ 486629 w 5957423"/>
              <a:gd name="connsiteY52" fmla="*/ 5309070 h 6858000"/>
              <a:gd name="connsiteX53" fmla="*/ 365169 w 5957423"/>
              <a:gd name="connsiteY53" fmla="*/ 5403697 h 6858000"/>
              <a:gd name="connsiteX54" fmla="*/ 0 w 5957423"/>
              <a:gd name="connsiteY54" fmla="*/ 5126124 h 6858000"/>
              <a:gd name="connsiteX55" fmla="*/ 359648 w 5957423"/>
              <a:gd name="connsiteY55" fmla="*/ 4847761 h 6858000"/>
              <a:gd name="connsiteX56" fmla="*/ 1106548 w 5957423"/>
              <a:gd name="connsiteY56" fmla="*/ 4487388 h 6858000"/>
              <a:gd name="connsiteX57" fmla="*/ 1106548 w 5957423"/>
              <a:gd name="connsiteY57" fmla="*/ 4833567 h 6858000"/>
              <a:gd name="connsiteX58" fmla="*/ 1018214 w 5957423"/>
              <a:gd name="connsiteY58" fmla="*/ 4902172 h 6858000"/>
              <a:gd name="connsiteX59" fmla="*/ 1025312 w 5957423"/>
              <a:gd name="connsiteY59" fmla="*/ 4913212 h 6858000"/>
              <a:gd name="connsiteX60" fmla="*/ 1017425 w 5957423"/>
              <a:gd name="connsiteY60" fmla="*/ 4902960 h 6858000"/>
              <a:gd name="connsiteX61" fmla="*/ 744534 w 5957423"/>
              <a:gd name="connsiteY61" fmla="*/ 5114295 h 6858000"/>
              <a:gd name="connsiteX62" fmla="*/ 744534 w 5957423"/>
              <a:gd name="connsiteY62" fmla="*/ 4768116 h 6858000"/>
              <a:gd name="connsiteX63" fmla="*/ 856530 w 5957423"/>
              <a:gd name="connsiteY63" fmla="*/ 4680586 h 6858000"/>
              <a:gd name="connsiteX64" fmla="*/ 849432 w 5957423"/>
              <a:gd name="connsiteY64" fmla="*/ 4670335 h 6858000"/>
              <a:gd name="connsiteX65" fmla="*/ 857319 w 5957423"/>
              <a:gd name="connsiteY65" fmla="*/ 4680586 h 6858000"/>
              <a:gd name="connsiteX66" fmla="*/ 1106548 w 5957423"/>
              <a:gd name="connsiteY66" fmla="*/ 4487388 h 6858000"/>
              <a:gd name="connsiteX67" fmla="*/ 737436 w 5957423"/>
              <a:gd name="connsiteY67" fmla="*/ 4196409 h 6858000"/>
              <a:gd name="connsiteX68" fmla="*/ 1102605 w 5957423"/>
              <a:gd name="connsiteY68" fmla="*/ 4473983 h 6858000"/>
              <a:gd name="connsiteX69" fmla="*/ 849432 w 5957423"/>
              <a:gd name="connsiteY69" fmla="*/ 4670335 h 6858000"/>
              <a:gd name="connsiteX70" fmla="*/ 738225 w 5957423"/>
              <a:gd name="connsiteY70" fmla="*/ 4756288 h 6858000"/>
              <a:gd name="connsiteX71" fmla="*/ 373056 w 5957423"/>
              <a:gd name="connsiteY71" fmla="*/ 4478714 h 6858000"/>
              <a:gd name="connsiteX72" fmla="*/ 737436 w 5957423"/>
              <a:gd name="connsiteY72" fmla="*/ 4196409 h 6858000"/>
              <a:gd name="connsiteX73" fmla="*/ 1115224 w 5957423"/>
              <a:gd name="connsiteY73" fmla="*/ 3544268 h 6858000"/>
              <a:gd name="connsiteX74" fmla="*/ 1125477 w 5957423"/>
              <a:gd name="connsiteY74" fmla="*/ 3552154 h 6858000"/>
              <a:gd name="connsiteX75" fmla="*/ 1480393 w 5957423"/>
              <a:gd name="connsiteY75" fmla="*/ 3821842 h 6858000"/>
              <a:gd name="connsiteX76" fmla="*/ 1116013 w 5957423"/>
              <a:gd name="connsiteY76" fmla="*/ 4104935 h 6858000"/>
              <a:gd name="connsiteX77" fmla="*/ 750844 w 5957423"/>
              <a:gd name="connsiteY77" fmla="*/ 3826573 h 6858000"/>
              <a:gd name="connsiteX78" fmla="*/ 1115224 w 5957423"/>
              <a:gd name="connsiteY78" fmla="*/ 3544268 h 6858000"/>
              <a:gd name="connsiteX79" fmla="*/ 1480393 w 5957423"/>
              <a:gd name="connsiteY79" fmla="*/ 2538851 h 6858000"/>
              <a:gd name="connsiteX80" fmla="*/ 1480393 w 5957423"/>
              <a:gd name="connsiteY80" fmla="*/ 2885030 h 6858000"/>
              <a:gd name="connsiteX81" fmla="*/ 1386537 w 5957423"/>
              <a:gd name="connsiteY81" fmla="*/ 2957578 h 6858000"/>
              <a:gd name="connsiteX82" fmla="*/ 1392847 w 5957423"/>
              <a:gd name="connsiteY82" fmla="*/ 2969406 h 6858000"/>
              <a:gd name="connsiteX83" fmla="*/ 1385748 w 5957423"/>
              <a:gd name="connsiteY83" fmla="*/ 2958366 h 6858000"/>
              <a:gd name="connsiteX84" fmla="*/ 1118379 w 5957423"/>
              <a:gd name="connsiteY84" fmla="*/ 3165758 h 6858000"/>
              <a:gd name="connsiteX85" fmla="*/ 1118379 w 5957423"/>
              <a:gd name="connsiteY85" fmla="*/ 2819579 h 6858000"/>
              <a:gd name="connsiteX86" fmla="*/ 1246148 w 5957423"/>
              <a:gd name="connsiteY86" fmla="*/ 2720221 h 6858000"/>
              <a:gd name="connsiteX87" fmla="*/ 1239839 w 5957423"/>
              <a:gd name="connsiteY87" fmla="*/ 2708392 h 6858000"/>
              <a:gd name="connsiteX88" fmla="*/ 1246937 w 5957423"/>
              <a:gd name="connsiteY88" fmla="*/ 2719432 h 6858000"/>
              <a:gd name="connsiteX89" fmla="*/ 1480393 w 5957423"/>
              <a:gd name="connsiteY89" fmla="*/ 2538851 h 6858000"/>
              <a:gd name="connsiteX90" fmla="*/ 732704 w 5957423"/>
              <a:gd name="connsiteY90" fmla="*/ 1598885 h 6858000"/>
              <a:gd name="connsiteX91" fmla="*/ 1097873 w 5957423"/>
              <a:gd name="connsiteY91" fmla="*/ 1876459 h 6858000"/>
              <a:gd name="connsiteX92" fmla="*/ 860473 w 5957423"/>
              <a:gd name="connsiteY92" fmla="*/ 2060194 h 6858000"/>
              <a:gd name="connsiteX93" fmla="*/ 867572 w 5957423"/>
              <a:gd name="connsiteY93" fmla="*/ 2072022 h 6858000"/>
              <a:gd name="connsiteX94" fmla="*/ 1106548 w 5957423"/>
              <a:gd name="connsiteY94" fmla="*/ 1885922 h 6858000"/>
              <a:gd name="connsiteX95" fmla="*/ 1106548 w 5957423"/>
              <a:gd name="connsiteY95" fmla="*/ 2232889 h 6858000"/>
              <a:gd name="connsiteX96" fmla="*/ 1007172 w 5957423"/>
              <a:gd name="connsiteY96" fmla="*/ 2310168 h 6858000"/>
              <a:gd name="connsiteX97" fmla="*/ 1014270 w 5957423"/>
              <a:gd name="connsiteY97" fmla="*/ 2322785 h 6858000"/>
              <a:gd name="connsiteX98" fmla="*/ 1110492 w 5957423"/>
              <a:gd name="connsiteY98" fmla="*/ 2247872 h 6858000"/>
              <a:gd name="connsiteX99" fmla="*/ 1475660 w 5957423"/>
              <a:gd name="connsiteY99" fmla="*/ 2525446 h 6858000"/>
              <a:gd name="connsiteX100" fmla="*/ 1239839 w 5957423"/>
              <a:gd name="connsiteY100" fmla="*/ 2708392 h 6858000"/>
              <a:gd name="connsiteX101" fmla="*/ 1112069 w 5957423"/>
              <a:gd name="connsiteY101" fmla="*/ 2807751 h 6858000"/>
              <a:gd name="connsiteX102" fmla="*/ 746900 w 5957423"/>
              <a:gd name="connsiteY102" fmla="*/ 2530177 h 6858000"/>
              <a:gd name="connsiteX103" fmla="*/ 1013481 w 5957423"/>
              <a:gd name="connsiteY103" fmla="*/ 2322785 h 6858000"/>
              <a:gd name="connsiteX104" fmla="*/ 1006383 w 5957423"/>
              <a:gd name="connsiteY104" fmla="*/ 2310168 h 6858000"/>
              <a:gd name="connsiteX105" fmla="*/ 744534 w 5957423"/>
              <a:gd name="connsiteY105" fmla="*/ 2513617 h 6858000"/>
              <a:gd name="connsiteX106" fmla="*/ 744534 w 5957423"/>
              <a:gd name="connsiteY106" fmla="*/ 2166650 h 6858000"/>
              <a:gd name="connsiteX107" fmla="*/ 866783 w 5957423"/>
              <a:gd name="connsiteY107" fmla="*/ 2072022 h 6858000"/>
              <a:gd name="connsiteX108" fmla="*/ 860473 w 5957423"/>
              <a:gd name="connsiteY108" fmla="*/ 2060983 h 6858000"/>
              <a:gd name="connsiteX109" fmla="*/ 738225 w 5957423"/>
              <a:gd name="connsiteY109" fmla="*/ 2155610 h 6858000"/>
              <a:gd name="connsiteX110" fmla="*/ 373056 w 5957423"/>
              <a:gd name="connsiteY110" fmla="*/ 1878036 h 6858000"/>
              <a:gd name="connsiteX111" fmla="*/ 732704 w 5957423"/>
              <a:gd name="connsiteY111" fmla="*/ 1598885 h 6858000"/>
              <a:gd name="connsiteX112" fmla="*/ 1480393 w 5957423"/>
              <a:gd name="connsiteY112" fmla="*/ 1238512 h 6858000"/>
              <a:gd name="connsiteX113" fmla="*/ 1480393 w 5957423"/>
              <a:gd name="connsiteY113" fmla="*/ 1585480 h 6858000"/>
              <a:gd name="connsiteX114" fmla="*/ 1391269 w 5957423"/>
              <a:gd name="connsiteY114" fmla="*/ 1654085 h 6858000"/>
              <a:gd name="connsiteX115" fmla="*/ 1399156 w 5957423"/>
              <a:gd name="connsiteY115" fmla="*/ 1664336 h 6858000"/>
              <a:gd name="connsiteX116" fmla="*/ 1483547 w 5957423"/>
              <a:gd name="connsiteY116" fmla="*/ 1598885 h 6858000"/>
              <a:gd name="connsiteX117" fmla="*/ 1848716 w 5957423"/>
              <a:gd name="connsiteY117" fmla="*/ 1876459 h 6858000"/>
              <a:gd name="connsiteX118" fmla="*/ 1658639 w 5957423"/>
              <a:gd name="connsiteY118" fmla="*/ 2023920 h 6858000"/>
              <a:gd name="connsiteX119" fmla="*/ 1489068 w 5957423"/>
              <a:gd name="connsiteY119" fmla="*/ 2155610 h 6858000"/>
              <a:gd name="connsiteX120" fmla="*/ 1123900 w 5957423"/>
              <a:gd name="connsiteY120" fmla="*/ 1878036 h 6858000"/>
              <a:gd name="connsiteX121" fmla="*/ 1398368 w 5957423"/>
              <a:gd name="connsiteY121" fmla="*/ 1665124 h 6858000"/>
              <a:gd name="connsiteX122" fmla="*/ 1390481 w 5957423"/>
              <a:gd name="connsiteY122" fmla="*/ 1654085 h 6858000"/>
              <a:gd name="connsiteX123" fmla="*/ 1118379 w 5957423"/>
              <a:gd name="connsiteY123" fmla="*/ 1865419 h 6858000"/>
              <a:gd name="connsiteX124" fmla="*/ 1118379 w 5957423"/>
              <a:gd name="connsiteY124" fmla="*/ 1519240 h 6858000"/>
              <a:gd name="connsiteX125" fmla="*/ 1230374 w 5957423"/>
              <a:gd name="connsiteY125" fmla="*/ 1432499 h 6858000"/>
              <a:gd name="connsiteX126" fmla="*/ 1480393 w 5957423"/>
              <a:gd name="connsiteY126" fmla="*/ 1238512 h 6858000"/>
              <a:gd name="connsiteX127" fmla="*/ 1110492 w 5957423"/>
              <a:gd name="connsiteY127" fmla="*/ 947533 h 6858000"/>
              <a:gd name="connsiteX128" fmla="*/ 1475660 w 5957423"/>
              <a:gd name="connsiteY128" fmla="*/ 1225107 h 6858000"/>
              <a:gd name="connsiteX129" fmla="*/ 1223276 w 5957423"/>
              <a:gd name="connsiteY129" fmla="*/ 1421459 h 6858000"/>
              <a:gd name="connsiteX130" fmla="*/ 1230374 w 5957423"/>
              <a:gd name="connsiteY130" fmla="*/ 1432499 h 6858000"/>
              <a:gd name="connsiteX131" fmla="*/ 1222487 w 5957423"/>
              <a:gd name="connsiteY131" fmla="*/ 1422247 h 6858000"/>
              <a:gd name="connsiteX132" fmla="*/ 1112069 w 5957423"/>
              <a:gd name="connsiteY132" fmla="*/ 1508201 h 6858000"/>
              <a:gd name="connsiteX133" fmla="*/ 746900 w 5957423"/>
              <a:gd name="connsiteY133" fmla="*/ 1230627 h 6858000"/>
              <a:gd name="connsiteX134" fmla="*/ 1110492 w 5957423"/>
              <a:gd name="connsiteY134" fmla="*/ 947533 h 6858000"/>
              <a:gd name="connsiteX135" fmla="*/ 1488280 w 5957423"/>
              <a:gd name="connsiteY135" fmla="*/ 296181 h 6858000"/>
              <a:gd name="connsiteX136" fmla="*/ 1498533 w 5957423"/>
              <a:gd name="connsiteY136" fmla="*/ 304066 h 6858000"/>
              <a:gd name="connsiteX137" fmla="*/ 1853448 w 5957423"/>
              <a:gd name="connsiteY137" fmla="*/ 573754 h 6858000"/>
              <a:gd name="connsiteX138" fmla="*/ 1489068 w 5957423"/>
              <a:gd name="connsiteY138" fmla="*/ 856060 h 6858000"/>
              <a:gd name="connsiteX139" fmla="*/ 1123900 w 5957423"/>
              <a:gd name="connsiteY139" fmla="*/ 578486 h 6858000"/>
              <a:gd name="connsiteX140" fmla="*/ 1488280 w 5957423"/>
              <a:gd name="connsiteY140" fmla="*/ 296181 h 6858000"/>
              <a:gd name="connsiteX141" fmla="*/ 1493012 w 5957423"/>
              <a:gd name="connsiteY141" fmla="*/ 0 h 6858000"/>
              <a:gd name="connsiteX142" fmla="*/ 5957423 w 5957423"/>
              <a:gd name="connsiteY142" fmla="*/ 0 h 6858000"/>
              <a:gd name="connsiteX143" fmla="*/ 5957423 w 5957423"/>
              <a:gd name="connsiteY143" fmla="*/ 6858000 h 6858000"/>
              <a:gd name="connsiteX144" fmla="*/ 843615 w 5957423"/>
              <a:gd name="connsiteY144" fmla="*/ 6858000 h 6858000"/>
              <a:gd name="connsiteX145" fmla="*/ 810785 w 5957423"/>
              <a:gd name="connsiteY145" fmla="*/ 6833040 h 6858000"/>
              <a:gd name="connsiteX146" fmla="*/ 746900 w 5957423"/>
              <a:gd name="connsiteY146" fmla="*/ 6784470 h 6858000"/>
              <a:gd name="connsiteX147" fmla="*/ 746900 w 5957423"/>
              <a:gd name="connsiteY147" fmla="*/ 6429617 h 6858000"/>
              <a:gd name="connsiteX148" fmla="*/ 1019002 w 5957423"/>
              <a:gd name="connsiteY148" fmla="*/ 6218282 h 6858000"/>
              <a:gd name="connsiteX149" fmla="*/ 1012693 w 5957423"/>
              <a:gd name="connsiteY149" fmla="*/ 6206454 h 6858000"/>
              <a:gd name="connsiteX150" fmla="*/ 1019791 w 5957423"/>
              <a:gd name="connsiteY150" fmla="*/ 6217493 h 6858000"/>
              <a:gd name="connsiteX151" fmla="*/ 1110492 w 5957423"/>
              <a:gd name="connsiteY151" fmla="*/ 6147311 h 6858000"/>
              <a:gd name="connsiteX152" fmla="*/ 1489068 w 5957423"/>
              <a:gd name="connsiteY152" fmla="*/ 6435925 h 6858000"/>
              <a:gd name="connsiteX153" fmla="*/ 1870800 w 5957423"/>
              <a:gd name="connsiteY153" fmla="*/ 6140214 h 6858000"/>
              <a:gd name="connsiteX154" fmla="*/ 1870800 w 5957423"/>
              <a:gd name="connsiteY154" fmla="*/ 6021930 h 6858000"/>
              <a:gd name="connsiteX155" fmla="*/ 1857392 w 5957423"/>
              <a:gd name="connsiteY155" fmla="*/ 6027450 h 6858000"/>
              <a:gd name="connsiteX156" fmla="*/ 1857392 w 5957423"/>
              <a:gd name="connsiteY156" fmla="*/ 6133906 h 6858000"/>
              <a:gd name="connsiteX157" fmla="*/ 1495378 w 5957423"/>
              <a:gd name="connsiteY157" fmla="*/ 6413845 h 6858000"/>
              <a:gd name="connsiteX158" fmla="*/ 1495378 w 5957423"/>
              <a:gd name="connsiteY158" fmla="*/ 6067667 h 6858000"/>
              <a:gd name="connsiteX159" fmla="*/ 1857392 w 5957423"/>
              <a:gd name="connsiteY159" fmla="*/ 5786939 h 6858000"/>
              <a:gd name="connsiteX160" fmla="*/ 1857392 w 5957423"/>
              <a:gd name="connsiteY160" fmla="*/ 6026661 h 6858000"/>
              <a:gd name="connsiteX161" fmla="*/ 1870800 w 5957423"/>
              <a:gd name="connsiteY161" fmla="*/ 6021141 h 6858000"/>
              <a:gd name="connsiteX162" fmla="*/ 1870800 w 5957423"/>
              <a:gd name="connsiteY162" fmla="*/ 5770379 h 6858000"/>
              <a:gd name="connsiteX163" fmla="*/ 1739875 w 5957423"/>
              <a:gd name="connsiteY163" fmla="*/ 5671020 h 6858000"/>
              <a:gd name="connsiteX164" fmla="*/ 1497744 w 5957423"/>
              <a:gd name="connsiteY164" fmla="*/ 5487285 h 6858000"/>
              <a:gd name="connsiteX165" fmla="*/ 1497744 w 5957423"/>
              <a:gd name="connsiteY165" fmla="*/ 5307493 h 6858000"/>
              <a:gd name="connsiteX166" fmla="*/ 1484336 w 5957423"/>
              <a:gd name="connsiteY166" fmla="*/ 5309858 h 6858000"/>
              <a:gd name="connsiteX167" fmla="*/ 1484336 w 5957423"/>
              <a:gd name="connsiteY167" fmla="*/ 5480976 h 6858000"/>
              <a:gd name="connsiteX168" fmla="*/ 1122322 w 5957423"/>
              <a:gd name="connsiteY168" fmla="*/ 5761705 h 6858000"/>
              <a:gd name="connsiteX169" fmla="*/ 1122322 w 5957423"/>
              <a:gd name="connsiteY169" fmla="*/ 5415526 h 6858000"/>
              <a:gd name="connsiteX170" fmla="*/ 1292682 w 5957423"/>
              <a:gd name="connsiteY170" fmla="*/ 5283047 h 6858000"/>
              <a:gd name="connsiteX171" fmla="*/ 1285583 w 5957423"/>
              <a:gd name="connsiteY171" fmla="*/ 5272796 h 6858000"/>
              <a:gd name="connsiteX172" fmla="*/ 1116013 w 5957423"/>
              <a:gd name="connsiteY172" fmla="*/ 5403697 h 6858000"/>
              <a:gd name="connsiteX173" fmla="*/ 750844 w 5957423"/>
              <a:gd name="connsiteY173" fmla="*/ 5126124 h 6858000"/>
              <a:gd name="connsiteX174" fmla="*/ 1025312 w 5957423"/>
              <a:gd name="connsiteY174" fmla="*/ 4913212 h 6858000"/>
              <a:gd name="connsiteX175" fmla="*/ 1110492 w 5957423"/>
              <a:gd name="connsiteY175" fmla="*/ 4847761 h 6858000"/>
              <a:gd name="connsiteX176" fmla="*/ 1475660 w 5957423"/>
              <a:gd name="connsiteY176" fmla="*/ 5125335 h 6858000"/>
              <a:gd name="connsiteX177" fmla="*/ 1285583 w 5957423"/>
              <a:gd name="connsiteY177" fmla="*/ 5272008 h 6858000"/>
              <a:gd name="connsiteX178" fmla="*/ 1293470 w 5957423"/>
              <a:gd name="connsiteY178" fmla="*/ 5283047 h 6858000"/>
              <a:gd name="connsiteX179" fmla="*/ 1484336 w 5957423"/>
              <a:gd name="connsiteY179" fmla="*/ 5134798 h 6858000"/>
              <a:gd name="connsiteX180" fmla="*/ 1484336 w 5957423"/>
              <a:gd name="connsiteY180" fmla="*/ 5309070 h 6858000"/>
              <a:gd name="connsiteX181" fmla="*/ 1497744 w 5957423"/>
              <a:gd name="connsiteY181" fmla="*/ 5306704 h 6858000"/>
              <a:gd name="connsiteX182" fmla="*/ 1497744 w 5957423"/>
              <a:gd name="connsiteY182" fmla="*/ 5129278 h 6858000"/>
              <a:gd name="connsiteX183" fmla="*/ 1513518 w 5957423"/>
              <a:gd name="connsiteY183" fmla="*/ 5116661 h 6858000"/>
              <a:gd name="connsiteX184" fmla="*/ 1513518 w 5957423"/>
              <a:gd name="connsiteY184" fmla="*/ 5100101 h 6858000"/>
              <a:gd name="connsiteX185" fmla="*/ 1495378 w 5957423"/>
              <a:gd name="connsiteY185" fmla="*/ 5114295 h 6858000"/>
              <a:gd name="connsiteX186" fmla="*/ 1495378 w 5957423"/>
              <a:gd name="connsiteY186" fmla="*/ 4768116 h 6858000"/>
              <a:gd name="connsiteX187" fmla="*/ 1513518 w 5957423"/>
              <a:gd name="connsiteY187" fmla="*/ 4753922 h 6858000"/>
              <a:gd name="connsiteX188" fmla="*/ 1513518 w 5957423"/>
              <a:gd name="connsiteY188" fmla="*/ 4737362 h 6858000"/>
              <a:gd name="connsiteX189" fmla="*/ 1489068 w 5957423"/>
              <a:gd name="connsiteY189" fmla="*/ 4756288 h 6858000"/>
              <a:gd name="connsiteX190" fmla="*/ 1123900 w 5957423"/>
              <a:gd name="connsiteY190" fmla="*/ 4478714 h 6858000"/>
              <a:gd name="connsiteX191" fmla="*/ 1488280 w 5957423"/>
              <a:gd name="connsiteY191" fmla="*/ 4196409 h 6858000"/>
              <a:gd name="connsiteX192" fmla="*/ 1853448 w 5957423"/>
              <a:gd name="connsiteY192" fmla="*/ 4473983 h 6858000"/>
              <a:gd name="connsiteX193" fmla="*/ 1514307 w 5957423"/>
              <a:gd name="connsiteY193" fmla="*/ 4737362 h 6858000"/>
              <a:gd name="connsiteX194" fmla="*/ 1514307 w 5957423"/>
              <a:gd name="connsiteY194" fmla="*/ 4753134 h 6858000"/>
              <a:gd name="connsiteX195" fmla="*/ 1857392 w 5957423"/>
              <a:gd name="connsiteY195" fmla="*/ 4487388 h 6858000"/>
              <a:gd name="connsiteX196" fmla="*/ 1857392 w 5957423"/>
              <a:gd name="connsiteY196" fmla="*/ 4833567 h 6858000"/>
              <a:gd name="connsiteX197" fmla="*/ 1514307 w 5957423"/>
              <a:gd name="connsiteY197" fmla="*/ 5100101 h 6858000"/>
              <a:gd name="connsiteX198" fmla="*/ 1514307 w 5957423"/>
              <a:gd name="connsiteY198" fmla="*/ 5116661 h 6858000"/>
              <a:gd name="connsiteX199" fmla="*/ 1870800 w 5957423"/>
              <a:gd name="connsiteY199" fmla="*/ 4839875 h 6858000"/>
              <a:gd name="connsiteX200" fmla="*/ 1870800 w 5957423"/>
              <a:gd name="connsiteY200" fmla="*/ 4470828 h 6858000"/>
              <a:gd name="connsiteX201" fmla="*/ 1497744 w 5957423"/>
              <a:gd name="connsiteY201" fmla="*/ 4186946 h 6858000"/>
              <a:gd name="connsiteX202" fmla="*/ 1497744 w 5957423"/>
              <a:gd name="connsiteY202" fmla="*/ 3839190 h 6858000"/>
              <a:gd name="connsiteX203" fmla="*/ 1484336 w 5957423"/>
              <a:gd name="connsiteY203" fmla="*/ 3849441 h 6858000"/>
              <a:gd name="connsiteX204" fmla="*/ 1484336 w 5957423"/>
              <a:gd name="connsiteY204" fmla="*/ 4182215 h 6858000"/>
              <a:gd name="connsiteX205" fmla="*/ 1122322 w 5957423"/>
              <a:gd name="connsiteY205" fmla="*/ 4462154 h 6858000"/>
              <a:gd name="connsiteX206" fmla="*/ 1122322 w 5957423"/>
              <a:gd name="connsiteY206" fmla="*/ 4115975 h 6858000"/>
              <a:gd name="connsiteX207" fmla="*/ 1484336 w 5957423"/>
              <a:gd name="connsiteY207" fmla="*/ 3835248 h 6858000"/>
              <a:gd name="connsiteX208" fmla="*/ 1484336 w 5957423"/>
              <a:gd name="connsiteY208" fmla="*/ 3848653 h 6858000"/>
              <a:gd name="connsiteX209" fmla="*/ 1497744 w 5957423"/>
              <a:gd name="connsiteY209" fmla="*/ 3838402 h 6858000"/>
              <a:gd name="connsiteX210" fmla="*/ 1497744 w 5957423"/>
              <a:gd name="connsiteY210" fmla="*/ 3818688 h 6858000"/>
              <a:gd name="connsiteX211" fmla="*/ 1136519 w 5957423"/>
              <a:gd name="connsiteY211" fmla="*/ 3544268 h 6858000"/>
              <a:gd name="connsiteX212" fmla="*/ 1125477 w 5957423"/>
              <a:gd name="connsiteY212" fmla="*/ 3552154 h 6858000"/>
              <a:gd name="connsiteX213" fmla="*/ 1135730 w 5957423"/>
              <a:gd name="connsiteY213" fmla="*/ 3543479 h 6858000"/>
              <a:gd name="connsiteX214" fmla="*/ 1119956 w 5957423"/>
              <a:gd name="connsiteY214" fmla="*/ 3531651 h 6858000"/>
              <a:gd name="connsiteX215" fmla="*/ 1119956 w 5957423"/>
              <a:gd name="connsiteY215" fmla="*/ 3519822 h 6858000"/>
              <a:gd name="connsiteX216" fmla="*/ 1106548 w 5957423"/>
              <a:gd name="connsiteY216" fmla="*/ 3519822 h 6858000"/>
              <a:gd name="connsiteX217" fmla="*/ 1106548 w 5957423"/>
              <a:gd name="connsiteY217" fmla="*/ 3532439 h 6858000"/>
              <a:gd name="connsiteX218" fmla="*/ 744534 w 5957423"/>
              <a:gd name="connsiteY218" fmla="*/ 3812379 h 6858000"/>
              <a:gd name="connsiteX219" fmla="*/ 744534 w 5957423"/>
              <a:gd name="connsiteY219" fmla="*/ 3495377 h 6858000"/>
              <a:gd name="connsiteX220" fmla="*/ 744534 w 5957423"/>
              <a:gd name="connsiteY220" fmla="*/ 3466989 h 6858000"/>
              <a:gd name="connsiteX221" fmla="*/ 1106548 w 5957423"/>
              <a:gd name="connsiteY221" fmla="*/ 3186261 h 6858000"/>
              <a:gd name="connsiteX222" fmla="*/ 1106548 w 5957423"/>
              <a:gd name="connsiteY222" fmla="*/ 3500109 h 6858000"/>
              <a:gd name="connsiteX223" fmla="*/ 1106548 w 5957423"/>
              <a:gd name="connsiteY223" fmla="*/ 3519034 h 6858000"/>
              <a:gd name="connsiteX224" fmla="*/ 1119956 w 5957423"/>
              <a:gd name="connsiteY224" fmla="*/ 3519034 h 6858000"/>
              <a:gd name="connsiteX225" fmla="*/ 1119956 w 5957423"/>
              <a:gd name="connsiteY225" fmla="*/ 3180741 h 6858000"/>
              <a:gd name="connsiteX226" fmla="*/ 1392847 w 5957423"/>
              <a:gd name="connsiteY226" fmla="*/ 2969406 h 6858000"/>
              <a:gd name="connsiteX227" fmla="*/ 1483547 w 5957423"/>
              <a:gd name="connsiteY227" fmla="*/ 2899224 h 6858000"/>
              <a:gd name="connsiteX228" fmla="*/ 1862913 w 5957423"/>
              <a:gd name="connsiteY228" fmla="*/ 3187049 h 6858000"/>
              <a:gd name="connsiteX229" fmla="*/ 2243855 w 5957423"/>
              <a:gd name="connsiteY229" fmla="*/ 2891339 h 6858000"/>
              <a:gd name="connsiteX230" fmla="*/ 2243855 w 5957423"/>
              <a:gd name="connsiteY230" fmla="*/ 2773843 h 6858000"/>
              <a:gd name="connsiteX231" fmla="*/ 2231236 w 5957423"/>
              <a:gd name="connsiteY231" fmla="*/ 2779363 h 6858000"/>
              <a:gd name="connsiteX232" fmla="*/ 2231236 w 5957423"/>
              <a:gd name="connsiteY232" fmla="*/ 2885030 h 6858000"/>
              <a:gd name="connsiteX233" fmla="*/ 1869222 w 5957423"/>
              <a:gd name="connsiteY233" fmla="*/ 3165758 h 6858000"/>
              <a:gd name="connsiteX234" fmla="*/ 1869222 w 5957423"/>
              <a:gd name="connsiteY234" fmla="*/ 2819579 h 6858000"/>
              <a:gd name="connsiteX235" fmla="*/ 2231236 w 5957423"/>
              <a:gd name="connsiteY235" fmla="*/ 2538851 h 6858000"/>
              <a:gd name="connsiteX236" fmla="*/ 2231236 w 5957423"/>
              <a:gd name="connsiteY236" fmla="*/ 2778574 h 6858000"/>
              <a:gd name="connsiteX237" fmla="*/ 2243855 w 5957423"/>
              <a:gd name="connsiteY237" fmla="*/ 2773054 h 6858000"/>
              <a:gd name="connsiteX238" fmla="*/ 2243855 w 5957423"/>
              <a:gd name="connsiteY238" fmla="*/ 2522291 h 6858000"/>
              <a:gd name="connsiteX239" fmla="*/ 2113720 w 5957423"/>
              <a:gd name="connsiteY239" fmla="*/ 2422933 h 6858000"/>
              <a:gd name="connsiteX240" fmla="*/ 2100312 w 5957423"/>
              <a:gd name="connsiteY240" fmla="*/ 2429241 h 6858000"/>
              <a:gd name="connsiteX241" fmla="*/ 2226503 w 5957423"/>
              <a:gd name="connsiteY241" fmla="*/ 2525446 h 6858000"/>
              <a:gd name="connsiteX242" fmla="*/ 1862124 w 5957423"/>
              <a:gd name="connsiteY242" fmla="*/ 2807751 h 6858000"/>
              <a:gd name="connsiteX243" fmla="*/ 1496955 w 5957423"/>
              <a:gd name="connsiteY243" fmla="*/ 2530177 h 6858000"/>
              <a:gd name="connsiteX244" fmla="*/ 1861335 w 5957423"/>
              <a:gd name="connsiteY244" fmla="*/ 2247872 h 6858000"/>
              <a:gd name="connsiteX245" fmla="*/ 2099523 w 5957423"/>
              <a:gd name="connsiteY245" fmla="*/ 2428452 h 6858000"/>
              <a:gd name="connsiteX246" fmla="*/ 2112931 w 5957423"/>
              <a:gd name="connsiteY246" fmla="*/ 2422144 h 6858000"/>
              <a:gd name="connsiteX247" fmla="*/ 1870800 w 5957423"/>
              <a:gd name="connsiteY247" fmla="*/ 2238409 h 6858000"/>
              <a:gd name="connsiteX248" fmla="*/ 1870800 w 5957423"/>
              <a:gd name="connsiteY248" fmla="*/ 2059405 h 6858000"/>
              <a:gd name="connsiteX249" fmla="*/ 1857392 w 5957423"/>
              <a:gd name="connsiteY249" fmla="*/ 2060983 h 6858000"/>
              <a:gd name="connsiteX250" fmla="*/ 1857392 w 5957423"/>
              <a:gd name="connsiteY250" fmla="*/ 2232889 h 6858000"/>
              <a:gd name="connsiteX251" fmla="*/ 1496167 w 5957423"/>
              <a:gd name="connsiteY251" fmla="*/ 2513617 h 6858000"/>
              <a:gd name="connsiteX252" fmla="*/ 1496167 w 5957423"/>
              <a:gd name="connsiteY252" fmla="*/ 2166650 h 6858000"/>
              <a:gd name="connsiteX253" fmla="*/ 1666526 w 5957423"/>
              <a:gd name="connsiteY253" fmla="*/ 2034960 h 6858000"/>
              <a:gd name="connsiteX254" fmla="*/ 1658639 w 5957423"/>
              <a:gd name="connsiteY254" fmla="*/ 2023920 h 6858000"/>
              <a:gd name="connsiteX255" fmla="*/ 1666526 w 5957423"/>
              <a:gd name="connsiteY255" fmla="*/ 2034172 h 6858000"/>
              <a:gd name="connsiteX256" fmla="*/ 1857392 w 5957423"/>
              <a:gd name="connsiteY256" fmla="*/ 1885922 h 6858000"/>
              <a:gd name="connsiteX257" fmla="*/ 1857392 w 5957423"/>
              <a:gd name="connsiteY257" fmla="*/ 2060194 h 6858000"/>
              <a:gd name="connsiteX258" fmla="*/ 1870800 w 5957423"/>
              <a:gd name="connsiteY258" fmla="*/ 2058617 h 6858000"/>
              <a:gd name="connsiteX259" fmla="*/ 1870800 w 5957423"/>
              <a:gd name="connsiteY259" fmla="*/ 1881190 h 6858000"/>
              <a:gd name="connsiteX260" fmla="*/ 1886574 w 5957423"/>
              <a:gd name="connsiteY260" fmla="*/ 1868573 h 6858000"/>
              <a:gd name="connsiteX261" fmla="*/ 1886574 w 5957423"/>
              <a:gd name="connsiteY261" fmla="*/ 1852014 h 6858000"/>
              <a:gd name="connsiteX262" fmla="*/ 1869222 w 5957423"/>
              <a:gd name="connsiteY262" fmla="*/ 1865419 h 6858000"/>
              <a:gd name="connsiteX263" fmla="*/ 1869222 w 5957423"/>
              <a:gd name="connsiteY263" fmla="*/ 1519240 h 6858000"/>
              <a:gd name="connsiteX264" fmla="*/ 1886574 w 5957423"/>
              <a:gd name="connsiteY264" fmla="*/ 1505835 h 6858000"/>
              <a:gd name="connsiteX265" fmla="*/ 1886574 w 5957423"/>
              <a:gd name="connsiteY265" fmla="*/ 1489275 h 6858000"/>
              <a:gd name="connsiteX266" fmla="*/ 1862124 w 5957423"/>
              <a:gd name="connsiteY266" fmla="*/ 1508201 h 6858000"/>
              <a:gd name="connsiteX267" fmla="*/ 1496955 w 5957423"/>
              <a:gd name="connsiteY267" fmla="*/ 1230627 h 6858000"/>
              <a:gd name="connsiteX268" fmla="*/ 1861335 w 5957423"/>
              <a:gd name="connsiteY268" fmla="*/ 947533 h 6858000"/>
              <a:gd name="connsiteX269" fmla="*/ 2226503 w 5957423"/>
              <a:gd name="connsiteY269" fmla="*/ 1225107 h 6858000"/>
              <a:gd name="connsiteX270" fmla="*/ 1887362 w 5957423"/>
              <a:gd name="connsiteY270" fmla="*/ 1488487 h 6858000"/>
              <a:gd name="connsiteX271" fmla="*/ 1887362 w 5957423"/>
              <a:gd name="connsiteY271" fmla="*/ 1505046 h 6858000"/>
              <a:gd name="connsiteX272" fmla="*/ 2231236 w 5957423"/>
              <a:gd name="connsiteY272" fmla="*/ 1238512 h 6858000"/>
              <a:gd name="connsiteX273" fmla="*/ 2231236 w 5957423"/>
              <a:gd name="connsiteY273" fmla="*/ 1585480 h 6858000"/>
              <a:gd name="connsiteX274" fmla="*/ 1887362 w 5957423"/>
              <a:gd name="connsiteY274" fmla="*/ 1851225 h 6858000"/>
              <a:gd name="connsiteX275" fmla="*/ 1887362 w 5957423"/>
              <a:gd name="connsiteY275" fmla="*/ 1867785 h 6858000"/>
              <a:gd name="connsiteX276" fmla="*/ 2243855 w 5957423"/>
              <a:gd name="connsiteY276" fmla="*/ 1591788 h 6858000"/>
              <a:gd name="connsiteX277" fmla="*/ 2243855 w 5957423"/>
              <a:gd name="connsiteY277" fmla="*/ 1221952 h 6858000"/>
              <a:gd name="connsiteX278" fmla="*/ 1870800 w 5957423"/>
              <a:gd name="connsiteY278" fmla="*/ 938859 h 6858000"/>
              <a:gd name="connsiteX279" fmla="*/ 1870800 w 5957423"/>
              <a:gd name="connsiteY279" fmla="*/ 590314 h 6858000"/>
              <a:gd name="connsiteX280" fmla="*/ 1857392 w 5957423"/>
              <a:gd name="connsiteY280" fmla="*/ 600566 h 6858000"/>
              <a:gd name="connsiteX281" fmla="*/ 1857392 w 5957423"/>
              <a:gd name="connsiteY281" fmla="*/ 933339 h 6858000"/>
              <a:gd name="connsiteX282" fmla="*/ 1496167 w 5957423"/>
              <a:gd name="connsiteY282" fmla="*/ 1214067 h 6858000"/>
              <a:gd name="connsiteX283" fmla="*/ 1496167 w 5957423"/>
              <a:gd name="connsiteY283" fmla="*/ 867888 h 6858000"/>
              <a:gd name="connsiteX284" fmla="*/ 1857392 w 5957423"/>
              <a:gd name="connsiteY284" fmla="*/ 587160 h 6858000"/>
              <a:gd name="connsiteX285" fmla="*/ 1857392 w 5957423"/>
              <a:gd name="connsiteY285" fmla="*/ 599777 h 6858000"/>
              <a:gd name="connsiteX286" fmla="*/ 1870800 w 5957423"/>
              <a:gd name="connsiteY286" fmla="*/ 589526 h 6858000"/>
              <a:gd name="connsiteX287" fmla="*/ 1870800 w 5957423"/>
              <a:gd name="connsiteY287" fmla="*/ 570600 h 6858000"/>
              <a:gd name="connsiteX288" fmla="*/ 1509574 w 5957423"/>
              <a:gd name="connsiteY288" fmla="*/ 295392 h 6858000"/>
              <a:gd name="connsiteX289" fmla="*/ 1498533 w 5957423"/>
              <a:gd name="connsiteY289" fmla="*/ 304066 h 6858000"/>
              <a:gd name="connsiteX290" fmla="*/ 1508786 w 5957423"/>
              <a:gd name="connsiteY290" fmla="*/ 295392 h 6858000"/>
              <a:gd name="connsiteX291" fmla="*/ 1493012 w 5957423"/>
              <a:gd name="connsiteY291" fmla="*/ 283564 h 6858000"/>
              <a:gd name="connsiteX292" fmla="*/ 1493012 w 5957423"/>
              <a:gd name="connsiteY292" fmla="*/ 1953 h 6858000"/>
              <a:gd name="connsiteX293" fmla="*/ 1398859 w 5957423"/>
              <a:gd name="connsiteY293" fmla="*/ 0 h 6858000"/>
              <a:gd name="connsiteX294" fmla="*/ 1480393 w 5957423"/>
              <a:gd name="connsiteY294" fmla="*/ 0 h 6858000"/>
              <a:gd name="connsiteX295" fmla="*/ 1480393 w 5957423"/>
              <a:gd name="connsiteY295" fmla="*/ 84404 h 6858000"/>
              <a:gd name="connsiteX296" fmla="*/ 1480393 w 5957423"/>
              <a:gd name="connsiteY296" fmla="*/ 283564 h 6858000"/>
              <a:gd name="connsiteX297" fmla="*/ 1118379 w 5957423"/>
              <a:gd name="connsiteY297" fmla="*/ 564292 h 6858000"/>
              <a:gd name="connsiteX298" fmla="*/ 1118379 w 5957423"/>
              <a:gd name="connsiteY298" fmla="*/ 218113 h 6858000"/>
              <a:gd name="connsiteX299" fmla="*/ 1379242 w 5957423"/>
              <a:gd name="connsiteY299" fmla="*/ 15255 h 6858000"/>
              <a:gd name="connsiteX300" fmla="*/ 840168 w 5957423"/>
              <a:gd name="connsiteY300" fmla="*/ 0 h 6858000"/>
              <a:gd name="connsiteX301" fmla="*/ 1377550 w 5957423"/>
              <a:gd name="connsiteY301" fmla="*/ 0 h 6858000"/>
              <a:gd name="connsiteX302" fmla="*/ 1301753 w 5957423"/>
              <a:gd name="connsiteY302" fmla="*/ 58896 h 6858000"/>
              <a:gd name="connsiteX303" fmla="*/ 1112069 w 5957423"/>
              <a:gd name="connsiteY303" fmla="*/ 206284 h 6858000"/>
              <a:gd name="connsiteX304" fmla="*/ 857417 w 5957423"/>
              <a:gd name="connsiteY304" fmla="*/ 1308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Lst>
            <a:rect l="l" t="t" r="r" b="b"/>
            <a:pathLst>
              <a:path w="5957423" h="6858000">
                <a:moveTo>
                  <a:pt x="738225" y="6793932"/>
                </a:moveTo>
                <a:cubicBezTo>
                  <a:pt x="771350" y="6819166"/>
                  <a:pt x="796195" y="6838092"/>
                  <a:pt x="814828" y="6852286"/>
                </a:cubicBezTo>
                <a:lnTo>
                  <a:pt x="822329" y="6858000"/>
                </a:lnTo>
                <a:lnTo>
                  <a:pt x="655724" y="6858000"/>
                </a:lnTo>
                <a:lnTo>
                  <a:pt x="656989" y="6857017"/>
                </a:lnTo>
                <a:cubicBezTo>
                  <a:pt x="738225" y="6793932"/>
                  <a:pt x="738225" y="6793932"/>
                  <a:pt x="738225" y="6793932"/>
                </a:cubicBezTo>
                <a:close/>
                <a:moveTo>
                  <a:pt x="733493" y="6434348"/>
                </a:moveTo>
                <a:cubicBezTo>
                  <a:pt x="733493" y="6780527"/>
                  <a:pt x="733493" y="6780527"/>
                  <a:pt x="733493" y="6780527"/>
                </a:cubicBezTo>
                <a:cubicBezTo>
                  <a:pt x="639637" y="6853075"/>
                  <a:pt x="639637" y="6853075"/>
                  <a:pt x="639637" y="6853075"/>
                </a:cubicBezTo>
                <a:cubicBezTo>
                  <a:pt x="645158" y="6854652"/>
                  <a:pt x="650679" y="6855440"/>
                  <a:pt x="656989" y="6857017"/>
                </a:cubicBezTo>
                <a:cubicBezTo>
                  <a:pt x="650679" y="6856229"/>
                  <a:pt x="644369" y="6854652"/>
                  <a:pt x="638848" y="6853863"/>
                </a:cubicBezTo>
                <a:lnTo>
                  <a:pt x="633515" y="6858000"/>
                </a:lnTo>
                <a:lnTo>
                  <a:pt x="371479" y="6858000"/>
                </a:lnTo>
                <a:lnTo>
                  <a:pt x="371479" y="6799592"/>
                </a:lnTo>
                <a:cubicBezTo>
                  <a:pt x="371479" y="6715076"/>
                  <a:pt x="371479" y="6715076"/>
                  <a:pt x="371479" y="6715076"/>
                </a:cubicBezTo>
                <a:cubicBezTo>
                  <a:pt x="733493" y="6434348"/>
                  <a:pt x="733493" y="6434348"/>
                  <a:pt x="733493" y="6434348"/>
                </a:cubicBezTo>
                <a:close/>
                <a:moveTo>
                  <a:pt x="1106548" y="5786939"/>
                </a:moveTo>
                <a:cubicBezTo>
                  <a:pt x="1106548" y="6133906"/>
                  <a:pt x="1106548" y="6133906"/>
                  <a:pt x="1106548" y="6133906"/>
                </a:cubicBezTo>
                <a:cubicBezTo>
                  <a:pt x="1012693" y="6206454"/>
                  <a:pt x="1012693" y="6206454"/>
                  <a:pt x="1012693" y="6206454"/>
                </a:cubicBezTo>
                <a:cubicBezTo>
                  <a:pt x="744534" y="6413845"/>
                  <a:pt x="744534" y="6413845"/>
                  <a:pt x="744534" y="6413845"/>
                </a:cubicBezTo>
                <a:cubicBezTo>
                  <a:pt x="744534" y="6067667"/>
                  <a:pt x="744534" y="6067667"/>
                  <a:pt x="744534" y="6067667"/>
                </a:cubicBezTo>
                <a:cubicBezTo>
                  <a:pt x="873093" y="5968308"/>
                  <a:pt x="873093" y="5968308"/>
                  <a:pt x="873093" y="5968308"/>
                </a:cubicBezTo>
                <a:cubicBezTo>
                  <a:pt x="1106548" y="5786939"/>
                  <a:pt x="1106548" y="5786939"/>
                  <a:pt x="1106548" y="5786939"/>
                </a:cubicBezTo>
                <a:close/>
                <a:moveTo>
                  <a:pt x="1739875" y="5671020"/>
                </a:moveTo>
                <a:cubicBezTo>
                  <a:pt x="1726467" y="5677328"/>
                  <a:pt x="1726467" y="5677328"/>
                  <a:pt x="1726467" y="5677328"/>
                </a:cubicBezTo>
                <a:cubicBezTo>
                  <a:pt x="1739875" y="5671020"/>
                  <a:pt x="1739875" y="5671020"/>
                  <a:pt x="1739875" y="5671020"/>
                </a:cubicBezTo>
                <a:close/>
                <a:moveTo>
                  <a:pt x="1488280" y="5495959"/>
                </a:moveTo>
                <a:cubicBezTo>
                  <a:pt x="1726467" y="5677328"/>
                  <a:pt x="1726467" y="5677328"/>
                  <a:pt x="1726467" y="5677328"/>
                </a:cubicBezTo>
                <a:cubicBezTo>
                  <a:pt x="1853448" y="5773533"/>
                  <a:pt x="1853448" y="5773533"/>
                  <a:pt x="1853448" y="5773533"/>
                </a:cubicBezTo>
                <a:cubicBezTo>
                  <a:pt x="1489068" y="6056627"/>
                  <a:pt x="1489068" y="6056627"/>
                  <a:pt x="1489068" y="6056627"/>
                </a:cubicBezTo>
                <a:cubicBezTo>
                  <a:pt x="1123900" y="5779053"/>
                  <a:pt x="1123900" y="5779053"/>
                  <a:pt x="1123900" y="5779053"/>
                </a:cubicBezTo>
                <a:cubicBezTo>
                  <a:pt x="1488280" y="5495959"/>
                  <a:pt x="1488280" y="5495959"/>
                  <a:pt x="1488280" y="5495959"/>
                </a:cubicBezTo>
                <a:close/>
                <a:moveTo>
                  <a:pt x="359648" y="4847761"/>
                </a:moveTo>
                <a:cubicBezTo>
                  <a:pt x="724817" y="5125335"/>
                  <a:pt x="724817" y="5125335"/>
                  <a:pt x="724817" y="5125335"/>
                </a:cubicBezTo>
                <a:cubicBezTo>
                  <a:pt x="487418" y="5309070"/>
                  <a:pt x="487418" y="5309070"/>
                  <a:pt x="487418" y="5309070"/>
                </a:cubicBezTo>
                <a:cubicBezTo>
                  <a:pt x="493727" y="5320110"/>
                  <a:pt x="493727" y="5320110"/>
                  <a:pt x="493727" y="5320110"/>
                </a:cubicBezTo>
                <a:cubicBezTo>
                  <a:pt x="733493" y="5134798"/>
                  <a:pt x="733493" y="5134798"/>
                  <a:pt x="733493" y="5134798"/>
                </a:cubicBezTo>
                <a:cubicBezTo>
                  <a:pt x="733493" y="5480976"/>
                  <a:pt x="733493" y="5480976"/>
                  <a:pt x="733493" y="5480976"/>
                </a:cubicBezTo>
                <a:cubicBezTo>
                  <a:pt x="633328" y="5558256"/>
                  <a:pt x="633328" y="5558256"/>
                  <a:pt x="633328" y="5558256"/>
                </a:cubicBezTo>
                <a:cubicBezTo>
                  <a:pt x="641215" y="5570873"/>
                  <a:pt x="641215" y="5570873"/>
                  <a:pt x="641215" y="5570873"/>
                </a:cubicBezTo>
                <a:cubicBezTo>
                  <a:pt x="737436" y="5495959"/>
                  <a:pt x="737436" y="5495959"/>
                  <a:pt x="737436" y="5495959"/>
                </a:cubicBezTo>
                <a:cubicBezTo>
                  <a:pt x="1102605" y="5773533"/>
                  <a:pt x="1102605" y="5773533"/>
                  <a:pt x="1102605" y="5773533"/>
                </a:cubicBezTo>
                <a:cubicBezTo>
                  <a:pt x="866783" y="5956479"/>
                  <a:pt x="866783" y="5956479"/>
                  <a:pt x="866783" y="5956479"/>
                </a:cubicBezTo>
                <a:cubicBezTo>
                  <a:pt x="873093" y="5968308"/>
                  <a:pt x="873093" y="5968308"/>
                  <a:pt x="873093" y="5968308"/>
                </a:cubicBezTo>
                <a:cubicBezTo>
                  <a:pt x="865994" y="5957268"/>
                  <a:pt x="865994" y="5957268"/>
                  <a:pt x="865994" y="5957268"/>
                </a:cubicBezTo>
                <a:cubicBezTo>
                  <a:pt x="738225" y="6056627"/>
                  <a:pt x="738225" y="6056627"/>
                  <a:pt x="738225" y="6056627"/>
                </a:cubicBezTo>
                <a:cubicBezTo>
                  <a:pt x="373056" y="5779053"/>
                  <a:pt x="373056" y="5779053"/>
                  <a:pt x="373056" y="5779053"/>
                </a:cubicBezTo>
                <a:cubicBezTo>
                  <a:pt x="640426" y="5571661"/>
                  <a:pt x="640426" y="5571661"/>
                  <a:pt x="640426" y="5571661"/>
                </a:cubicBezTo>
                <a:cubicBezTo>
                  <a:pt x="633328" y="5559044"/>
                  <a:pt x="633328" y="5559044"/>
                  <a:pt x="633328" y="5559044"/>
                </a:cubicBezTo>
                <a:cubicBezTo>
                  <a:pt x="371479" y="5761705"/>
                  <a:pt x="371479" y="5761705"/>
                  <a:pt x="371479" y="5761705"/>
                </a:cubicBezTo>
                <a:cubicBezTo>
                  <a:pt x="371479" y="5415526"/>
                  <a:pt x="371479" y="5415526"/>
                  <a:pt x="371479" y="5415526"/>
                </a:cubicBezTo>
                <a:cubicBezTo>
                  <a:pt x="493727" y="5320898"/>
                  <a:pt x="493727" y="5320898"/>
                  <a:pt x="493727" y="5320898"/>
                </a:cubicBezTo>
                <a:cubicBezTo>
                  <a:pt x="486629" y="5309070"/>
                  <a:pt x="486629" y="5309070"/>
                  <a:pt x="486629" y="5309070"/>
                </a:cubicBezTo>
                <a:cubicBezTo>
                  <a:pt x="365169" y="5403697"/>
                  <a:pt x="365169" y="5403697"/>
                  <a:pt x="365169" y="5403697"/>
                </a:cubicBezTo>
                <a:cubicBezTo>
                  <a:pt x="0" y="5126124"/>
                  <a:pt x="0" y="5126124"/>
                  <a:pt x="0" y="5126124"/>
                </a:cubicBezTo>
                <a:cubicBezTo>
                  <a:pt x="359648" y="4847761"/>
                  <a:pt x="359648" y="4847761"/>
                  <a:pt x="359648" y="4847761"/>
                </a:cubicBezTo>
                <a:close/>
                <a:moveTo>
                  <a:pt x="1106548" y="4487388"/>
                </a:moveTo>
                <a:cubicBezTo>
                  <a:pt x="1106548" y="4833567"/>
                  <a:pt x="1106548" y="4833567"/>
                  <a:pt x="1106548" y="4833567"/>
                </a:cubicBezTo>
                <a:cubicBezTo>
                  <a:pt x="1018214" y="4902172"/>
                  <a:pt x="1018214" y="4902172"/>
                  <a:pt x="1018214" y="4902172"/>
                </a:cubicBezTo>
                <a:cubicBezTo>
                  <a:pt x="1025312" y="4913212"/>
                  <a:pt x="1025312" y="4913212"/>
                  <a:pt x="1025312" y="4913212"/>
                </a:cubicBezTo>
                <a:cubicBezTo>
                  <a:pt x="1017425" y="4902960"/>
                  <a:pt x="1017425" y="4902960"/>
                  <a:pt x="1017425" y="4902960"/>
                </a:cubicBezTo>
                <a:cubicBezTo>
                  <a:pt x="744534" y="5114295"/>
                  <a:pt x="744534" y="5114295"/>
                  <a:pt x="744534" y="5114295"/>
                </a:cubicBezTo>
                <a:cubicBezTo>
                  <a:pt x="744534" y="4768116"/>
                  <a:pt x="744534" y="4768116"/>
                  <a:pt x="744534" y="4768116"/>
                </a:cubicBezTo>
                <a:cubicBezTo>
                  <a:pt x="856530" y="4680586"/>
                  <a:pt x="856530" y="4680586"/>
                  <a:pt x="856530" y="4680586"/>
                </a:cubicBezTo>
                <a:cubicBezTo>
                  <a:pt x="849432" y="4670335"/>
                  <a:pt x="849432" y="4670335"/>
                  <a:pt x="849432" y="4670335"/>
                </a:cubicBezTo>
                <a:cubicBezTo>
                  <a:pt x="857319" y="4680586"/>
                  <a:pt x="857319" y="4680586"/>
                  <a:pt x="857319" y="4680586"/>
                </a:cubicBezTo>
                <a:cubicBezTo>
                  <a:pt x="1106548" y="4487388"/>
                  <a:pt x="1106548" y="4487388"/>
                  <a:pt x="1106548" y="4487388"/>
                </a:cubicBezTo>
                <a:close/>
                <a:moveTo>
                  <a:pt x="737436" y="4196409"/>
                </a:moveTo>
                <a:cubicBezTo>
                  <a:pt x="1102605" y="4473983"/>
                  <a:pt x="1102605" y="4473983"/>
                  <a:pt x="1102605" y="4473983"/>
                </a:cubicBezTo>
                <a:cubicBezTo>
                  <a:pt x="849432" y="4670335"/>
                  <a:pt x="849432" y="4670335"/>
                  <a:pt x="849432" y="4670335"/>
                </a:cubicBezTo>
                <a:cubicBezTo>
                  <a:pt x="738225" y="4756288"/>
                  <a:pt x="738225" y="4756288"/>
                  <a:pt x="738225" y="4756288"/>
                </a:cubicBezTo>
                <a:cubicBezTo>
                  <a:pt x="373056" y="4478714"/>
                  <a:pt x="373056" y="4478714"/>
                  <a:pt x="373056" y="4478714"/>
                </a:cubicBezTo>
                <a:cubicBezTo>
                  <a:pt x="737436" y="4196409"/>
                  <a:pt x="737436" y="4196409"/>
                  <a:pt x="737436" y="4196409"/>
                </a:cubicBezTo>
                <a:close/>
                <a:moveTo>
                  <a:pt x="1115224" y="3544268"/>
                </a:moveTo>
                <a:cubicBezTo>
                  <a:pt x="1125477" y="3552154"/>
                  <a:pt x="1125477" y="3552154"/>
                  <a:pt x="1125477" y="3552154"/>
                </a:cubicBezTo>
                <a:cubicBezTo>
                  <a:pt x="1480393" y="3821842"/>
                  <a:pt x="1480393" y="3821842"/>
                  <a:pt x="1480393" y="3821842"/>
                </a:cubicBezTo>
                <a:cubicBezTo>
                  <a:pt x="1116013" y="4104935"/>
                  <a:pt x="1116013" y="4104935"/>
                  <a:pt x="1116013" y="4104935"/>
                </a:cubicBezTo>
                <a:cubicBezTo>
                  <a:pt x="750844" y="3826573"/>
                  <a:pt x="750844" y="3826573"/>
                  <a:pt x="750844" y="3826573"/>
                </a:cubicBezTo>
                <a:cubicBezTo>
                  <a:pt x="1115224" y="3544268"/>
                  <a:pt x="1115224" y="3544268"/>
                  <a:pt x="1115224" y="3544268"/>
                </a:cubicBezTo>
                <a:close/>
                <a:moveTo>
                  <a:pt x="1480393" y="2538851"/>
                </a:moveTo>
                <a:cubicBezTo>
                  <a:pt x="1480393" y="2885030"/>
                  <a:pt x="1480393" y="2885030"/>
                  <a:pt x="1480393" y="2885030"/>
                </a:cubicBezTo>
                <a:cubicBezTo>
                  <a:pt x="1386537" y="2957578"/>
                  <a:pt x="1386537" y="2957578"/>
                  <a:pt x="1386537" y="2957578"/>
                </a:cubicBezTo>
                <a:cubicBezTo>
                  <a:pt x="1392847" y="2969406"/>
                  <a:pt x="1392847" y="2969406"/>
                  <a:pt x="1392847" y="2969406"/>
                </a:cubicBezTo>
                <a:cubicBezTo>
                  <a:pt x="1385748" y="2958366"/>
                  <a:pt x="1385748" y="2958366"/>
                  <a:pt x="1385748" y="2958366"/>
                </a:cubicBezTo>
                <a:cubicBezTo>
                  <a:pt x="1118379" y="3165758"/>
                  <a:pt x="1118379" y="3165758"/>
                  <a:pt x="1118379" y="3165758"/>
                </a:cubicBezTo>
                <a:cubicBezTo>
                  <a:pt x="1118379" y="2819579"/>
                  <a:pt x="1118379" y="2819579"/>
                  <a:pt x="1118379" y="2819579"/>
                </a:cubicBezTo>
                <a:cubicBezTo>
                  <a:pt x="1246148" y="2720221"/>
                  <a:pt x="1246148" y="2720221"/>
                  <a:pt x="1246148" y="2720221"/>
                </a:cubicBezTo>
                <a:cubicBezTo>
                  <a:pt x="1239839" y="2708392"/>
                  <a:pt x="1239839" y="2708392"/>
                  <a:pt x="1239839" y="2708392"/>
                </a:cubicBezTo>
                <a:cubicBezTo>
                  <a:pt x="1246937" y="2719432"/>
                  <a:pt x="1246937" y="2719432"/>
                  <a:pt x="1246937" y="2719432"/>
                </a:cubicBezTo>
                <a:cubicBezTo>
                  <a:pt x="1480393" y="2538851"/>
                  <a:pt x="1480393" y="2538851"/>
                  <a:pt x="1480393" y="2538851"/>
                </a:cubicBezTo>
                <a:close/>
                <a:moveTo>
                  <a:pt x="732704" y="1598885"/>
                </a:moveTo>
                <a:cubicBezTo>
                  <a:pt x="1097873" y="1876459"/>
                  <a:pt x="1097873" y="1876459"/>
                  <a:pt x="1097873" y="1876459"/>
                </a:cubicBezTo>
                <a:cubicBezTo>
                  <a:pt x="860473" y="2060194"/>
                  <a:pt x="860473" y="2060194"/>
                  <a:pt x="860473" y="2060194"/>
                </a:cubicBezTo>
                <a:cubicBezTo>
                  <a:pt x="867572" y="2072022"/>
                  <a:pt x="867572" y="2072022"/>
                  <a:pt x="867572" y="2072022"/>
                </a:cubicBezTo>
                <a:cubicBezTo>
                  <a:pt x="1106548" y="1885922"/>
                  <a:pt x="1106548" y="1885922"/>
                  <a:pt x="1106548" y="1885922"/>
                </a:cubicBezTo>
                <a:cubicBezTo>
                  <a:pt x="1106548" y="2232889"/>
                  <a:pt x="1106548" y="2232889"/>
                  <a:pt x="1106548" y="2232889"/>
                </a:cubicBezTo>
                <a:cubicBezTo>
                  <a:pt x="1007172" y="2310168"/>
                  <a:pt x="1007172" y="2310168"/>
                  <a:pt x="1007172" y="2310168"/>
                </a:cubicBezTo>
                <a:cubicBezTo>
                  <a:pt x="1014270" y="2322785"/>
                  <a:pt x="1014270" y="2322785"/>
                  <a:pt x="1014270" y="2322785"/>
                </a:cubicBezTo>
                <a:cubicBezTo>
                  <a:pt x="1110492" y="2247872"/>
                  <a:pt x="1110492" y="2247872"/>
                  <a:pt x="1110492" y="2247872"/>
                </a:cubicBezTo>
                <a:cubicBezTo>
                  <a:pt x="1475660" y="2525446"/>
                  <a:pt x="1475660" y="2525446"/>
                  <a:pt x="1475660" y="2525446"/>
                </a:cubicBezTo>
                <a:cubicBezTo>
                  <a:pt x="1239839" y="2708392"/>
                  <a:pt x="1239839" y="2708392"/>
                  <a:pt x="1239839" y="2708392"/>
                </a:cubicBezTo>
                <a:cubicBezTo>
                  <a:pt x="1112069" y="2807751"/>
                  <a:pt x="1112069" y="2807751"/>
                  <a:pt x="1112069" y="2807751"/>
                </a:cubicBezTo>
                <a:cubicBezTo>
                  <a:pt x="746900" y="2530177"/>
                  <a:pt x="746900" y="2530177"/>
                  <a:pt x="746900" y="2530177"/>
                </a:cubicBezTo>
                <a:cubicBezTo>
                  <a:pt x="1013481" y="2322785"/>
                  <a:pt x="1013481" y="2322785"/>
                  <a:pt x="1013481" y="2322785"/>
                </a:cubicBezTo>
                <a:cubicBezTo>
                  <a:pt x="1006383" y="2310168"/>
                  <a:pt x="1006383" y="2310168"/>
                  <a:pt x="1006383" y="2310168"/>
                </a:cubicBezTo>
                <a:cubicBezTo>
                  <a:pt x="744534" y="2513617"/>
                  <a:pt x="744534" y="2513617"/>
                  <a:pt x="744534" y="2513617"/>
                </a:cubicBezTo>
                <a:cubicBezTo>
                  <a:pt x="744534" y="2166650"/>
                  <a:pt x="744534" y="2166650"/>
                  <a:pt x="744534" y="2166650"/>
                </a:cubicBezTo>
                <a:cubicBezTo>
                  <a:pt x="866783" y="2072022"/>
                  <a:pt x="866783" y="2072022"/>
                  <a:pt x="866783" y="2072022"/>
                </a:cubicBezTo>
                <a:cubicBezTo>
                  <a:pt x="860473" y="2060983"/>
                  <a:pt x="860473" y="2060983"/>
                  <a:pt x="860473" y="2060983"/>
                </a:cubicBezTo>
                <a:cubicBezTo>
                  <a:pt x="738225" y="2155610"/>
                  <a:pt x="738225" y="2155610"/>
                  <a:pt x="738225" y="2155610"/>
                </a:cubicBezTo>
                <a:cubicBezTo>
                  <a:pt x="373056" y="1878036"/>
                  <a:pt x="373056" y="1878036"/>
                  <a:pt x="373056" y="1878036"/>
                </a:cubicBezTo>
                <a:cubicBezTo>
                  <a:pt x="732704" y="1598885"/>
                  <a:pt x="732704" y="1598885"/>
                  <a:pt x="732704" y="1598885"/>
                </a:cubicBezTo>
                <a:close/>
                <a:moveTo>
                  <a:pt x="1480393" y="1238512"/>
                </a:moveTo>
                <a:cubicBezTo>
                  <a:pt x="1480393" y="1585480"/>
                  <a:pt x="1480393" y="1585480"/>
                  <a:pt x="1480393" y="1585480"/>
                </a:cubicBezTo>
                <a:cubicBezTo>
                  <a:pt x="1391269" y="1654085"/>
                  <a:pt x="1391269" y="1654085"/>
                  <a:pt x="1391269" y="1654085"/>
                </a:cubicBezTo>
                <a:cubicBezTo>
                  <a:pt x="1399156" y="1664336"/>
                  <a:pt x="1399156" y="1664336"/>
                  <a:pt x="1399156" y="1664336"/>
                </a:cubicBezTo>
                <a:cubicBezTo>
                  <a:pt x="1483547" y="1598885"/>
                  <a:pt x="1483547" y="1598885"/>
                  <a:pt x="1483547" y="1598885"/>
                </a:cubicBezTo>
                <a:cubicBezTo>
                  <a:pt x="1848716" y="1876459"/>
                  <a:pt x="1848716" y="1876459"/>
                  <a:pt x="1848716" y="1876459"/>
                </a:cubicBezTo>
                <a:cubicBezTo>
                  <a:pt x="1658639" y="2023920"/>
                  <a:pt x="1658639" y="2023920"/>
                  <a:pt x="1658639" y="2023920"/>
                </a:cubicBezTo>
                <a:cubicBezTo>
                  <a:pt x="1489068" y="2155610"/>
                  <a:pt x="1489068" y="2155610"/>
                  <a:pt x="1489068" y="2155610"/>
                </a:cubicBezTo>
                <a:cubicBezTo>
                  <a:pt x="1123900" y="1878036"/>
                  <a:pt x="1123900" y="1878036"/>
                  <a:pt x="1123900" y="1878036"/>
                </a:cubicBezTo>
                <a:cubicBezTo>
                  <a:pt x="1398368" y="1665124"/>
                  <a:pt x="1398368" y="1665124"/>
                  <a:pt x="1398368" y="1665124"/>
                </a:cubicBezTo>
                <a:cubicBezTo>
                  <a:pt x="1390481" y="1654085"/>
                  <a:pt x="1390481" y="1654085"/>
                  <a:pt x="1390481" y="1654085"/>
                </a:cubicBezTo>
                <a:cubicBezTo>
                  <a:pt x="1118379" y="1865419"/>
                  <a:pt x="1118379" y="1865419"/>
                  <a:pt x="1118379" y="1865419"/>
                </a:cubicBezTo>
                <a:cubicBezTo>
                  <a:pt x="1118379" y="1519240"/>
                  <a:pt x="1118379" y="1519240"/>
                  <a:pt x="1118379" y="1519240"/>
                </a:cubicBezTo>
                <a:cubicBezTo>
                  <a:pt x="1230374" y="1432499"/>
                  <a:pt x="1230374" y="1432499"/>
                  <a:pt x="1230374" y="1432499"/>
                </a:cubicBezTo>
                <a:cubicBezTo>
                  <a:pt x="1480393" y="1238512"/>
                  <a:pt x="1480393" y="1238512"/>
                  <a:pt x="1480393" y="1238512"/>
                </a:cubicBezTo>
                <a:close/>
                <a:moveTo>
                  <a:pt x="1110492" y="947533"/>
                </a:moveTo>
                <a:cubicBezTo>
                  <a:pt x="1475660" y="1225107"/>
                  <a:pt x="1475660" y="1225107"/>
                  <a:pt x="1475660" y="1225107"/>
                </a:cubicBezTo>
                <a:cubicBezTo>
                  <a:pt x="1223276" y="1421459"/>
                  <a:pt x="1223276" y="1421459"/>
                  <a:pt x="1223276" y="1421459"/>
                </a:cubicBezTo>
                <a:cubicBezTo>
                  <a:pt x="1230374" y="1432499"/>
                  <a:pt x="1230374" y="1432499"/>
                  <a:pt x="1230374" y="1432499"/>
                </a:cubicBezTo>
                <a:cubicBezTo>
                  <a:pt x="1222487" y="1422247"/>
                  <a:pt x="1222487" y="1422247"/>
                  <a:pt x="1222487" y="1422247"/>
                </a:cubicBezTo>
                <a:cubicBezTo>
                  <a:pt x="1112069" y="1508201"/>
                  <a:pt x="1112069" y="1508201"/>
                  <a:pt x="1112069" y="1508201"/>
                </a:cubicBezTo>
                <a:cubicBezTo>
                  <a:pt x="746900" y="1230627"/>
                  <a:pt x="746900" y="1230627"/>
                  <a:pt x="746900" y="1230627"/>
                </a:cubicBezTo>
                <a:cubicBezTo>
                  <a:pt x="1110492" y="947533"/>
                  <a:pt x="1110492" y="947533"/>
                  <a:pt x="1110492" y="947533"/>
                </a:cubicBezTo>
                <a:close/>
                <a:moveTo>
                  <a:pt x="1488280" y="296181"/>
                </a:moveTo>
                <a:cubicBezTo>
                  <a:pt x="1498533" y="304066"/>
                  <a:pt x="1498533" y="304066"/>
                  <a:pt x="1498533" y="304066"/>
                </a:cubicBezTo>
                <a:cubicBezTo>
                  <a:pt x="1853448" y="573754"/>
                  <a:pt x="1853448" y="573754"/>
                  <a:pt x="1853448" y="573754"/>
                </a:cubicBezTo>
                <a:cubicBezTo>
                  <a:pt x="1489068" y="856060"/>
                  <a:pt x="1489068" y="856060"/>
                  <a:pt x="1489068" y="856060"/>
                </a:cubicBezTo>
                <a:cubicBezTo>
                  <a:pt x="1123900" y="578486"/>
                  <a:pt x="1123900" y="578486"/>
                  <a:pt x="1123900" y="578486"/>
                </a:cubicBezTo>
                <a:cubicBezTo>
                  <a:pt x="1488280" y="296181"/>
                  <a:pt x="1488280" y="296181"/>
                  <a:pt x="1488280" y="296181"/>
                </a:cubicBezTo>
                <a:close/>
                <a:moveTo>
                  <a:pt x="1493012" y="0"/>
                </a:moveTo>
                <a:lnTo>
                  <a:pt x="5957423" y="0"/>
                </a:lnTo>
                <a:lnTo>
                  <a:pt x="5957423" y="6858000"/>
                </a:lnTo>
                <a:lnTo>
                  <a:pt x="843615" y="6858000"/>
                </a:lnTo>
                <a:lnTo>
                  <a:pt x="810785" y="6833040"/>
                </a:lnTo>
                <a:cubicBezTo>
                  <a:pt x="746900" y="6784470"/>
                  <a:pt x="746900" y="6784470"/>
                  <a:pt x="746900" y="6784470"/>
                </a:cubicBezTo>
                <a:cubicBezTo>
                  <a:pt x="746900" y="6429617"/>
                  <a:pt x="746900" y="6429617"/>
                  <a:pt x="746900" y="6429617"/>
                </a:cubicBezTo>
                <a:cubicBezTo>
                  <a:pt x="1019002" y="6218282"/>
                  <a:pt x="1019002" y="6218282"/>
                  <a:pt x="1019002" y="6218282"/>
                </a:cubicBezTo>
                <a:cubicBezTo>
                  <a:pt x="1012693" y="6206454"/>
                  <a:pt x="1012693" y="6206454"/>
                  <a:pt x="1012693" y="6206454"/>
                </a:cubicBezTo>
                <a:cubicBezTo>
                  <a:pt x="1019791" y="6217493"/>
                  <a:pt x="1019791" y="6217493"/>
                  <a:pt x="1019791" y="6217493"/>
                </a:cubicBezTo>
                <a:cubicBezTo>
                  <a:pt x="1110492" y="6147311"/>
                  <a:pt x="1110492" y="6147311"/>
                  <a:pt x="1110492" y="6147311"/>
                </a:cubicBezTo>
                <a:cubicBezTo>
                  <a:pt x="1489068" y="6435925"/>
                  <a:pt x="1489068" y="6435925"/>
                  <a:pt x="1489068" y="6435925"/>
                </a:cubicBezTo>
                <a:cubicBezTo>
                  <a:pt x="1870800" y="6140214"/>
                  <a:pt x="1870800" y="6140214"/>
                  <a:pt x="1870800" y="6140214"/>
                </a:cubicBezTo>
                <a:cubicBezTo>
                  <a:pt x="1870800" y="6021930"/>
                  <a:pt x="1870800" y="6021930"/>
                  <a:pt x="1870800" y="6021930"/>
                </a:cubicBezTo>
                <a:cubicBezTo>
                  <a:pt x="1857392" y="6027450"/>
                  <a:pt x="1857392" y="6027450"/>
                  <a:pt x="1857392" y="6027450"/>
                </a:cubicBezTo>
                <a:cubicBezTo>
                  <a:pt x="1857392" y="6133906"/>
                  <a:pt x="1857392" y="6133906"/>
                  <a:pt x="1857392" y="6133906"/>
                </a:cubicBezTo>
                <a:cubicBezTo>
                  <a:pt x="1495378" y="6413845"/>
                  <a:pt x="1495378" y="6413845"/>
                  <a:pt x="1495378" y="6413845"/>
                </a:cubicBezTo>
                <a:cubicBezTo>
                  <a:pt x="1495378" y="6067667"/>
                  <a:pt x="1495378" y="6067667"/>
                  <a:pt x="1495378" y="6067667"/>
                </a:cubicBezTo>
                <a:cubicBezTo>
                  <a:pt x="1857392" y="5786939"/>
                  <a:pt x="1857392" y="5786939"/>
                  <a:pt x="1857392" y="5786939"/>
                </a:cubicBezTo>
                <a:cubicBezTo>
                  <a:pt x="1857392" y="6026661"/>
                  <a:pt x="1857392" y="6026661"/>
                  <a:pt x="1857392" y="6026661"/>
                </a:cubicBezTo>
                <a:cubicBezTo>
                  <a:pt x="1870800" y="6021141"/>
                  <a:pt x="1870800" y="6021141"/>
                  <a:pt x="1870800" y="6021141"/>
                </a:cubicBezTo>
                <a:cubicBezTo>
                  <a:pt x="1870800" y="5770379"/>
                  <a:pt x="1870800" y="5770379"/>
                  <a:pt x="1870800" y="5770379"/>
                </a:cubicBezTo>
                <a:cubicBezTo>
                  <a:pt x="1739875" y="5671020"/>
                  <a:pt x="1739875" y="5671020"/>
                  <a:pt x="1739875" y="5671020"/>
                </a:cubicBezTo>
                <a:cubicBezTo>
                  <a:pt x="1497744" y="5487285"/>
                  <a:pt x="1497744" y="5487285"/>
                  <a:pt x="1497744" y="5487285"/>
                </a:cubicBezTo>
                <a:cubicBezTo>
                  <a:pt x="1497744" y="5307493"/>
                  <a:pt x="1497744" y="5307493"/>
                  <a:pt x="1497744" y="5307493"/>
                </a:cubicBezTo>
                <a:cubicBezTo>
                  <a:pt x="1484336" y="5309858"/>
                  <a:pt x="1484336" y="5309858"/>
                  <a:pt x="1484336" y="5309858"/>
                </a:cubicBezTo>
                <a:cubicBezTo>
                  <a:pt x="1484336" y="5480976"/>
                  <a:pt x="1484336" y="5480976"/>
                  <a:pt x="1484336" y="5480976"/>
                </a:cubicBezTo>
                <a:cubicBezTo>
                  <a:pt x="1122322" y="5761705"/>
                  <a:pt x="1122322" y="5761705"/>
                  <a:pt x="1122322" y="5761705"/>
                </a:cubicBezTo>
                <a:cubicBezTo>
                  <a:pt x="1122322" y="5415526"/>
                  <a:pt x="1122322" y="5415526"/>
                  <a:pt x="1122322" y="5415526"/>
                </a:cubicBezTo>
                <a:cubicBezTo>
                  <a:pt x="1292682" y="5283047"/>
                  <a:pt x="1292682" y="5283047"/>
                  <a:pt x="1292682" y="5283047"/>
                </a:cubicBezTo>
                <a:cubicBezTo>
                  <a:pt x="1285583" y="5272796"/>
                  <a:pt x="1285583" y="5272796"/>
                  <a:pt x="1285583" y="5272796"/>
                </a:cubicBezTo>
                <a:cubicBezTo>
                  <a:pt x="1116013" y="5403697"/>
                  <a:pt x="1116013" y="5403697"/>
                  <a:pt x="1116013" y="5403697"/>
                </a:cubicBezTo>
                <a:cubicBezTo>
                  <a:pt x="750844" y="5126124"/>
                  <a:pt x="750844" y="5126124"/>
                  <a:pt x="750844" y="5126124"/>
                </a:cubicBezTo>
                <a:cubicBezTo>
                  <a:pt x="1025312" y="4913212"/>
                  <a:pt x="1025312" y="4913212"/>
                  <a:pt x="1025312" y="4913212"/>
                </a:cubicBezTo>
                <a:cubicBezTo>
                  <a:pt x="1110492" y="4847761"/>
                  <a:pt x="1110492" y="4847761"/>
                  <a:pt x="1110492" y="4847761"/>
                </a:cubicBezTo>
                <a:cubicBezTo>
                  <a:pt x="1475660" y="5125335"/>
                  <a:pt x="1475660" y="5125335"/>
                  <a:pt x="1475660" y="5125335"/>
                </a:cubicBezTo>
                <a:cubicBezTo>
                  <a:pt x="1285583" y="5272008"/>
                  <a:pt x="1285583" y="5272008"/>
                  <a:pt x="1285583" y="5272008"/>
                </a:cubicBezTo>
                <a:cubicBezTo>
                  <a:pt x="1293470" y="5283047"/>
                  <a:pt x="1293470" y="5283047"/>
                  <a:pt x="1293470" y="5283047"/>
                </a:cubicBezTo>
                <a:cubicBezTo>
                  <a:pt x="1484336" y="5134798"/>
                  <a:pt x="1484336" y="5134798"/>
                  <a:pt x="1484336" y="5134798"/>
                </a:cubicBezTo>
                <a:cubicBezTo>
                  <a:pt x="1484336" y="5309070"/>
                  <a:pt x="1484336" y="5309070"/>
                  <a:pt x="1484336" y="5309070"/>
                </a:cubicBezTo>
                <a:cubicBezTo>
                  <a:pt x="1497744" y="5306704"/>
                  <a:pt x="1497744" y="5306704"/>
                  <a:pt x="1497744" y="5306704"/>
                </a:cubicBezTo>
                <a:cubicBezTo>
                  <a:pt x="1497744" y="5129278"/>
                  <a:pt x="1497744" y="5129278"/>
                  <a:pt x="1497744" y="5129278"/>
                </a:cubicBezTo>
                <a:cubicBezTo>
                  <a:pt x="1513518" y="5116661"/>
                  <a:pt x="1513518" y="5116661"/>
                  <a:pt x="1513518" y="5116661"/>
                </a:cubicBezTo>
                <a:cubicBezTo>
                  <a:pt x="1513518" y="5100101"/>
                  <a:pt x="1513518" y="5100101"/>
                  <a:pt x="1513518" y="5100101"/>
                </a:cubicBezTo>
                <a:cubicBezTo>
                  <a:pt x="1495378" y="5114295"/>
                  <a:pt x="1495378" y="5114295"/>
                  <a:pt x="1495378" y="5114295"/>
                </a:cubicBezTo>
                <a:cubicBezTo>
                  <a:pt x="1495378" y="4768116"/>
                  <a:pt x="1495378" y="4768116"/>
                  <a:pt x="1495378" y="4768116"/>
                </a:cubicBezTo>
                <a:cubicBezTo>
                  <a:pt x="1513518" y="4753922"/>
                  <a:pt x="1513518" y="4753922"/>
                  <a:pt x="1513518" y="4753922"/>
                </a:cubicBezTo>
                <a:cubicBezTo>
                  <a:pt x="1513518" y="4737362"/>
                  <a:pt x="1513518" y="4737362"/>
                  <a:pt x="1513518" y="4737362"/>
                </a:cubicBezTo>
                <a:cubicBezTo>
                  <a:pt x="1489068" y="4756288"/>
                  <a:pt x="1489068" y="4756288"/>
                  <a:pt x="1489068" y="4756288"/>
                </a:cubicBezTo>
                <a:cubicBezTo>
                  <a:pt x="1123900" y="4478714"/>
                  <a:pt x="1123900" y="4478714"/>
                  <a:pt x="1123900" y="4478714"/>
                </a:cubicBezTo>
                <a:cubicBezTo>
                  <a:pt x="1488280" y="4196409"/>
                  <a:pt x="1488280" y="4196409"/>
                  <a:pt x="1488280" y="4196409"/>
                </a:cubicBezTo>
                <a:cubicBezTo>
                  <a:pt x="1853448" y="4473983"/>
                  <a:pt x="1853448" y="4473983"/>
                  <a:pt x="1853448" y="4473983"/>
                </a:cubicBezTo>
                <a:cubicBezTo>
                  <a:pt x="1514307" y="4737362"/>
                  <a:pt x="1514307" y="4737362"/>
                  <a:pt x="1514307" y="4737362"/>
                </a:cubicBezTo>
                <a:cubicBezTo>
                  <a:pt x="1514307" y="4753134"/>
                  <a:pt x="1514307" y="4753134"/>
                  <a:pt x="1514307" y="4753134"/>
                </a:cubicBezTo>
                <a:cubicBezTo>
                  <a:pt x="1857392" y="4487388"/>
                  <a:pt x="1857392" y="4487388"/>
                  <a:pt x="1857392" y="4487388"/>
                </a:cubicBezTo>
                <a:cubicBezTo>
                  <a:pt x="1857392" y="4833567"/>
                  <a:pt x="1857392" y="4833567"/>
                  <a:pt x="1857392" y="4833567"/>
                </a:cubicBezTo>
                <a:cubicBezTo>
                  <a:pt x="1514307" y="5100101"/>
                  <a:pt x="1514307" y="5100101"/>
                  <a:pt x="1514307" y="5100101"/>
                </a:cubicBezTo>
                <a:cubicBezTo>
                  <a:pt x="1514307" y="5116661"/>
                  <a:pt x="1514307" y="5116661"/>
                  <a:pt x="1514307" y="5116661"/>
                </a:cubicBezTo>
                <a:cubicBezTo>
                  <a:pt x="1870800" y="4839875"/>
                  <a:pt x="1870800" y="4839875"/>
                  <a:pt x="1870800" y="4839875"/>
                </a:cubicBezTo>
                <a:cubicBezTo>
                  <a:pt x="1870800" y="4470828"/>
                  <a:pt x="1870800" y="4470828"/>
                  <a:pt x="1870800" y="4470828"/>
                </a:cubicBezTo>
                <a:cubicBezTo>
                  <a:pt x="1497744" y="4186946"/>
                  <a:pt x="1497744" y="4186946"/>
                  <a:pt x="1497744" y="4186946"/>
                </a:cubicBezTo>
                <a:cubicBezTo>
                  <a:pt x="1497744" y="3839190"/>
                  <a:pt x="1497744" y="3839190"/>
                  <a:pt x="1497744" y="3839190"/>
                </a:cubicBezTo>
                <a:cubicBezTo>
                  <a:pt x="1484336" y="3849441"/>
                  <a:pt x="1484336" y="3849441"/>
                  <a:pt x="1484336" y="3849441"/>
                </a:cubicBezTo>
                <a:cubicBezTo>
                  <a:pt x="1484336" y="4182215"/>
                  <a:pt x="1484336" y="4182215"/>
                  <a:pt x="1484336" y="4182215"/>
                </a:cubicBezTo>
                <a:cubicBezTo>
                  <a:pt x="1122322" y="4462154"/>
                  <a:pt x="1122322" y="4462154"/>
                  <a:pt x="1122322" y="4462154"/>
                </a:cubicBezTo>
                <a:cubicBezTo>
                  <a:pt x="1122322" y="4115975"/>
                  <a:pt x="1122322" y="4115975"/>
                  <a:pt x="1122322" y="4115975"/>
                </a:cubicBezTo>
                <a:cubicBezTo>
                  <a:pt x="1484336" y="3835248"/>
                  <a:pt x="1484336" y="3835248"/>
                  <a:pt x="1484336" y="3835248"/>
                </a:cubicBezTo>
                <a:cubicBezTo>
                  <a:pt x="1484336" y="3848653"/>
                  <a:pt x="1484336" y="3848653"/>
                  <a:pt x="1484336" y="3848653"/>
                </a:cubicBezTo>
                <a:cubicBezTo>
                  <a:pt x="1497744" y="3838402"/>
                  <a:pt x="1497744" y="3838402"/>
                  <a:pt x="1497744" y="3838402"/>
                </a:cubicBezTo>
                <a:cubicBezTo>
                  <a:pt x="1497744" y="3818688"/>
                  <a:pt x="1497744" y="3818688"/>
                  <a:pt x="1497744" y="3818688"/>
                </a:cubicBezTo>
                <a:cubicBezTo>
                  <a:pt x="1136519" y="3544268"/>
                  <a:pt x="1136519" y="3544268"/>
                  <a:pt x="1136519" y="3544268"/>
                </a:cubicBezTo>
                <a:cubicBezTo>
                  <a:pt x="1125477" y="3552154"/>
                  <a:pt x="1125477" y="3552154"/>
                  <a:pt x="1125477" y="3552154"/>
                </a:cubicBezTo>
                <a:cubicBezTo>
                  <a:pt x="1135730" y="3543479"/>
                  <a:pt x="1135730" y="3543479"/>
                  <a:pt x="1135730" y="3543479"/>
                </a:cubicBezTo>
                <a:cubicBezTo>
                  <a:pt x="1119956" y="3531651"/>
                  <a:pt x="1119956" y="3531651"/>
                  <a:pt x="1119956" y="3531651"/>
                </a:cubicBezTo>
                <a:cubicBezTo>
                  <a:pt x="1119956" y="3519822"/>
                  <a:pt x="1119956" y="3519822"/>
                  <a:pt x="1119956" y="3519822"/>
                </a:cubicBezTo>
                <a:cubicBezTo>
                  <a:pt x="1106548" y="3519822"/>
                  <a:pt x="1106548" y="3519822"/>
                  <a:pt x="1106548" y="3519822"/>
                </a:cubicBezTo>
                <a:cubicBezTo>
                  <a:pt x="1106548" y="3532439"/>
                  <a:pt x="1106548" y="3532439"/>
                  <a:pt x="1106548" y="3532439"/>
                </a:cubicBezTo>
                <a:cubicBezTo>
                  <a:pt x="744534" y="3812379"/>
                  <a:pt x="744534" y="3812379"/>
                  <a:pt x="744534" y="3812379"/>
                </a:cubicBezTo>
                <a:cubicBezTo>
                  <a:pt x="744534" y="3495377"/>
                  <a:pt x="744534" y="3495377"/>
                  <a:pt x="744534" y="3495377"/>
                </a:cubicBezTo>
                <a:cubicBezTo>
                  <a:pt x="744534" y="3466989"/>
                  <a:pt x="744534" y="3466989"/>
                  <a:pt x="744534" y="3466989"/>
                </a:cubicBezTo>
                <a:cubicBezTo>
                  <a:pt x="1106548" y="3186261"/>
                  <a:pt x="1106548" y="3186261"/>
                  <a:pt x="1106548" y="3186261"/>
                </a:cubicBezTo>
                <a:cubicBezTo>
                  <a:pt x="1106548" y="3500109"/>
                  <a:pt x="1106548" y="3500109"/>
                  <a:pt x="1106548" y="3500109"/>
                </a:cubicBezTo>
                <a:cubicBezTo>
                  <a:pt x="1106548" y="3519034"/>
                  <a:pt x="1106548" y="3519034"/>
                  <a:pt x="1106548" y="3519034"/>
                </a:cubicBezTo>
                <a:cubicBezTo>
                  <a:pt x="1119956" y="3519034"/>
                  <a:pt x="1119956" y="3519034"/>
                  <a:pt x="1119956" y="3519034"/>
                </a:cubicBezTo>
                <a:cubicBezTo>
                  <a:pt x="1119956" y="3180741"/>
                  <a:pt x="1119956" y="3180741"/>
                  <a:pt x="1119956" y="3180741"/>
                </a:cubicBezTo>
                <a:cubicBezTo>
                  <a:pt x="1392847" y="2969406"/>
                  <a:pt x="1392847" y="2969406"/>
                  <a:pt x="1392847" y="2969406"/>
                </a:cubicBezTo>
                <a:cubicBezTo>
                  <a:pt x="1483547" y="2899224"/>
                  <a:pt x="1483547" y="2899224"/>
                  <a:pt x="1483547" y="2899224"/>
                </a:cubicBezTo>
                <a:cubicBezTo>
                  <a:pt x="1862913" y="3187049"/>
                  <a:pt x="1862913" y="3187049"/>
                  <a:pt x="1862913" y="3187049"/>
                </a:cubicBezTo>
                <a:cubicBezTo>
                  <a:pt x="2243855" y="2891339"/>
                  <a:pt x="2243855" y="2891339"/>
                  <a:pt x="2243855" y="2891339"/>
                </a:cubicBezTo>
                <a:cubicBezTo>
                  <a:pt x="2243855" y="2773843"/>
                  <a:pt x="2243855" y="2773843"/>
                  <a:pt x="2243855" y="2773843"/>
                </a:cubicBezTo>
                <a:cubicBezTo>
                  <a:pt x="2231236" y="2779363"/>
                  <a:pt x="2231236" y="2779363"/>
                  <a:pt x="2231236" y="2779363"/>
                </a:cubicBezTo>
                <a:cubicBezTo>
                  <a:pt x="2231236" y="2885030"/>
                  <a:pt x="2231236" y="2885030"/>
                  <a:pt x="2231236" y="2885030"/>
                </a:cubicBezTo>
                <a:cubicBezTo>
                  <a:pt x="1869222" y="3165758"/>
                  <a:pt x="1869222" y="3165758"/>
                  <a:pt x="1869222" y="3165758"/>
                </a:cubicBezTo>
                <a:cubicBezTo>
                  <a:pt x="1869222" y="2819579"/>
                  <a:pt x="1869222" y="2819579"/>
                  <a:pt x="1869222" y="2819579"/>
                </a:cubicBezTo>
                <a:cubicBezTo>
                  <a:pt x="2231236" y="2538851"/>
                  <a:pt x="2231236" y="2538851"/>
                  <a:pt x="2231236" y="2538851"/>
                </a:cubicBezTo>
                <a:cubicBezTo>
                  <a:pt x="2231236" y="2778574"/>
                  <a:pt x="2231236" y="2778574"/>
                  <a:pt x="2231236" y="2778574"/>
                </a:cubicBezTo>
                <a:cubicBezTo>
                  <a:pt x="2243855" y="2773054"/>
                  <a:pt x="2243855" y="2773054"/>
                  <a:pt x="2243855" y="2773054"/>
                </a:cubicBezTo>
                <a:cubicBezTo>
                  <a:pt x="2243855" y="2522291"/>
                  <a:pt x="2243855" y="2522291"/>
                  <a:pt x="2243855" y="2522291"/>
                </a:cubicBezTo>
                <a:cubicBezTo>
                  <a:pt x="2113720" y="2422933"/>
                  <a:pt x="2113720" y="2422933"/>
                  <a:pt x="2113720" y="2422933"/>
                </a:cubicBezTo>
                <a:cubicBezTo>
                  <a:pt x="2100312" y="2429241"/>
                  <a:pt x="2100312" y="2429241"/>
                  <a:pt x="2100312" y="2429241"/>
                </a:cubicBezTo>
                <a:cubicBezTo>
                  <a:pt x="2226503" y="2525446"/>
                  <a:pt x="2226503" y="2525446"/>
                  <a:pt x="2226503" y="2525446"/>
                </a:cubicBezTo>
                <a:cubicBezTo>
                  <a:pt x="1862124" y="2807751"/>
                  <a:pt x="1862124" y="2807751"/>
                  <a:pt x="1862124" y="2807751"/>
                </a:cubicBezTo>
                <a:cubicBezTo>
                  <a:pt x="1496955" y="2530177"/>
                  <a:pt x="1496955" y="2530177"/>
                  <a:pt x="1496955" y="2530177"/>
                </a:cubicBezTo>
                <a:cubicBezTo>
                  <a:pt x="1861335" y="2247872"/>
                  <a:pt x="1861335" y="2247872"/>
                  <a:pt x="1861335" y="2247872"/>
                </a:cubicBezTo>
                <a:cubicBezTo>
                  <a:pt x="2099523" y="2428452"/>
                  <a:pt x="2099523" y="2428452"/>
                  <a:pt x="2099523" y="2428452"/>
                </a:cubicBezTo>
                <a:cubicBezTo>
                  <a:pt x="2112931" y="2422144"/>
                  <a:pt x="2112931" y="2422144"/>
                  <a:pt x="2112931" y="2422144"/>
                </a:cubicBezTo>
                <a:cubicBezTo>
                  <a:pt x="1870800" y="2238409"/>
                  <a:pt x="1870800" y="2238409"/>
                  <a:pt x="1870800" y="2238409"/>
                </a:cubicBezTo>
                <a:cubicBezTo>
                  <a:pt x="1870800" y="2059405"/>
                  <a:pt x="1870800" y="2059405"/>
                  <a:pt x="1870800" y="2059405"/>
                </a:cubicBezTo>
                <a:cubicBezTo>
                  <a:pt x="1857392" y="2060983"/>
                  <a:pt x="1857392" y="2060983"/>
                  <a:pt x="1857392" y="2060983"/>
                </a:cubicBezTo>
                <a:cubicBezTo>
                  <a:pt x="1857392" y="2232889"/>
                  <a:pt x="1857392" y="2232889"/>
                  <a:pt x="1857392" y="2232889"/>
                </a:cubicBezTo>
                <a:cubicBezTo>
                  <a:pt x="1496167" y="2513617"/>
                  <a:pt x="1496167" y="2513617"/>
                  <a:pt x="1496167" y="2513617"/>
                </a:cubicBezTo>
                <a:cubicBezTo>
                  <a:pt x="1496167" y="2166650"/>
                  <a:pt x="1496167" y="2166650"/>
                  <a:pt x="1496167" y="2166650"/>
                </a:cubicBezTo>
                <a:cubicBezTo>
                  <a:pt x="1666526" y="2034960"/>
                  <a:pt x="1666526" y="2034960"/>
                  <a:pt x="1666526" y="2034960"/>
                </a:cubicBezTo>
                <a:cubicBezTo>
                  <a:pt x="1658639" y="2023920"/>
                  <a:pt x="1658639" y="2023920"/>
                  <a:pt x="1658639" y="2023920"/>
                </a:cubicBezTo>
                <a:cubicBezTo>
                  <a:pt x="1666526" y="2034172"/>
                  <a:pt x="1666526" y="2034172"/>
                  <a:pt x="1666526" y="2034172"/>
                </a:cubicBezTo>
                <a:cubicBezTo>
                  <a:pt x="1857392" y="1885922"/>
                  <a:pt x="1857392" y="1885922"/>
                  <a:pt x="1857392" y="1885922"/>
                </a:cubicBezTo>
                <a:cubicBezTo>
                  <a:pt x="1857392" y="2060194"/>
                  <a:pt x="1857392" y="2060194"/>
                  <a:pt x="1857392" y="2060194"/>
                </a:cubicBezTo>
                <a:cubicBezTo>
                  <a:pt x="1870800" y="2058617"/>
                  <a:pt x="1870800" y="2058617"/>
                  <a:pt x="1870800" y="2058617"/>
                </a:cubicBezTo>
                <a:cubicBezTo>
                  <a:pt x="1870800" y="1881190"/>
                  <a:pt x="1870800" y="1881190"/>
                  <a:pt x="1870800" y="1881190"/>
                </a:cubicBezTo>
                <a:cubicBezTo>
                  <a:pt x="1886574" y="1868573"/>
                  <a:pt x="1886574" y="1868573"/>
                  <a:pt x="1886574" y="1868573"/>
                </a:cubicBezTo>
                <a:cubicBezTo>
                  <a:pt x="1886574" y="1852014"/>
                  <a:pt x="1886574" y="1852014"/>
                  <a:pt x="1886574" y="1852014"/>
                </a:cubicBezTo>
                <a:cubicBezTo>
                  <a:pt x="1869222" y="1865419"/>
                  <a:pt x="1869222" y="1865419"/>
                  <a:pt x="1869222" y="1865419"/>
                </a:cubicBezTo>
                <a:cubicBezTo>
                  <a:pt x="1869222" y="1519240"/>
                  <a:pt x="1869222" y="1519240"/>
                  <a:pt x="1869222" y="1519240"/>
                </a:cubicBezTo>
                <a:cubicBezTo>
                  <a:pt x="1886574" y="1505835"/>
                  <a:pt x="1886574" y="1505835"/>
                  <a:pt x="1886574" y="1505835"/>
                </a:cubicBezTo>
                <a:cubicBezTo>
                  <a:pt x="1886574" y="1489275"/>
                  <a:pt x="1886574" y="1489275"/>
                  <a:pt x="1886574" y="1489275"/>
                </a:cubicBezTo>
                <a:cubicBezTo>
                  <a:pt x="1862124" y="1508201"/>
                  <a:pt x="1862124" y="1508201"/>
                  <a:pt x="1862124" y="1508201"/>
                </a:cubicBezTo>
                <a:cubicBezTo>
                  <a:pt x="1496955" y="1230627"/>
                  <a:pt x="1496955" y="1230627"/>
                  <a:pt x="1496955" y="1230627"/>
                </a:cubicBezTo>
                <a:cubicBezTo>
                  <a:pt x="1861335" y="947533"/>
                  <a:pt x="1861335" y="947533"/>
                  <a:pt x="1861335" y="947533"/>
                </a:cubicBezTo>
                <a:cubicBezTo>
                  <a:pt x="2226503" y="1225107"/>
                  <a:pt x="2226503" y="1225107"/>
                  <a:pt x="2226503" y="1225107"/>
                </a:cubicBezTo>
                <a:cubicBezTo>
                  <a:pt x="1887362" y="1488487"/>
                  <a:pt x="1887362" y="1488487"/>
                  <a:pt x="1887362" y="1488487"/>
                </a:cubicBezTo>
                <a:cubicBezTo>
                  <a:pt x="1887362" y="1505046"/>
                  <a:pt x="1887362" y="1505046"/>
                  <a:pt x="1887362" y="1505046"/>
                </a:cubicBezTo>
                <a:cubicBezTo>
                  <a:pt x="2231236" y="1238512"/>
                  <a:pt x="2231236" y="1238512"/>
                  <a:pt x="2231236" y="1238512"/>
                </a:cubicBezTo>
                <a:cubicBezTo>
                  <a:pt x="2231236" y="1585480"/>
                  <a:pt x="2231236" y="1585480"/>
                  <a:pt x="2231236" y="1585480"/>
                </a:cubicBezTo>
                <a:lnTo>
                  <a:pt x="1887362" y="1851225"/>
                </a:lnTo>
                <a:cubicBezTo>
                  <a:pt x="1887362" y="1867785"/>
                  <a:pt x="1887362" y="1867785"/>
                  <a:pt x="1887362" y="1867785"/>
                </a:cubicBezTo>
                <a:cubicBezTo>
                  <a:pt x="2243855" y="1591788"/>
                  <a:pt x="2243855" y="1591788"/>
                  <a:pt x="2243855" y="1591788"/>
                </a:cubicBezTo>
                <a:cubicBezTo>
                  <a:pt x="2243855" y="1221952"/>
                  <a:pt x="2243855" y="1221952"/>
                  <a:pt x="2243855" y="1221952"/>
                </a:cubicBezTo>
                <a:cubicBezTo>
                  <a:pt x="1870800" y="938859"/>
                  <a:pt x="1870800" y="938859"/>
                  <a:pt x="1870800" y="938859"/>
                </a:cubicBezTo>
                <a:cubicBezTo>
                  <a:pt x="1870800" y="590314"/>
                  <a:pt x="1870800" y="590314"/>
                  <a:pt x="1870800" y="590314"/>
                </a:cubicBezTo>
                <a:cubicBezTo>
                  <a:pt x="1857392" y="600566"/>
                  <a:pt x="1857392" y="600566"/>
                  <a:pt x="1857392" y="600566"/>
                </a:cubicBezTo>
                <a:cubicBezTo>
                  <a:pt x="1857392" y="933339"/>
                  <a:pt x="1857392" y="933339"/>
                  <a:pt x="1857392" y="933339"/>
                </a:cubicBezTo>
                <a:cubicBezTo>
                  <a:pt x="1496167" y="1214067"/>
                  <a:pt x="1496167" y="1214067"/>
                  <a:pt x="1496167" y="1214067"/>
                </a:cubicBezTo>
                <a:cubicBezTo>
                  <a:pt x="1496167" y="867888"/>
                  <a:pt x="1496167" y="867888"/>
                  <a:pt x="1496167" y="867888"/>
                </a:cubicBezTo>
                <a:cubicBezTo>
                  <a:pt x="1857392" y="587160"/>
                  <a:pt x="1857392" y="587160"/>
                  <a:pt x="1857392" y="587160"/>
                </a:cubicBezTo>
                <a:cubicBezTo>
                  <a:pt x="1857392" y="599777"/>
                  <a:pt x="1857392" y="599777"/>
                  <a:pt x="1857392" y="599777"/>
                </a:cubicBezTo>
                <a:cubicBezTo>
                  <a:pt x="1870800" y="589526"/>
                  <a:pt x="1870800" y="589526"/>
                  <a:pt x="1870800" y="589526"/>
                </a:cubicBezTo>
                <a:cubicBezTo>
                  <a:pt x="1870800" y="570600"/>
                  <a:pt x="1870800" y="570600"/>
                  <a:pt x="1870800" y="570600"/>
                </a:cubicBezTo>
                <a:cubicBezTo>
                  <a:pt x="1509574" y="295392"/>
                  <a:pt x="1509574" y="295392"/>
                  <a:pt x="1509574" y="295392"/>
                </a:cubicBezTo>
                <a:cubicBezTo>
                  <a:pt x="1498533" y="304066"/>
                  <a:pt x="1498533" y="304066"/>
                  <a:pt x="1498533" y="304066"/>
                </a:cubicBezTo>
                <a:cubicBezTo>
                  <a:pt x="1508786" y="295392"/>
                  <a:pt x="1508786" y="295392"/>
                  <a:pt x="1508786" y="295392"/>
                </a:cubicBezTo>
                <a:cubicBezTo>
                  <a:pt x="1493012" y="283564"/>
                  <a:pt x="1493012" y="283564"/>
                  <a:pt x="1493012" y="283564"/>
                </a:cubicBezTo>
                <a:cubicBezTo>
                  <a:pt x="1493012" y="97759"/>
                  <a:pt x="1493012" y="28082"/>
                  <a:pt x="1493012" y="1953"/>
                </a:cubicBezTo>
                <a:close/>
                <a:moveTo>
                  <a:pt x="1398859" y="0"/>
                </a:moveTo>
                <a:lnTo>
                  <a:pt x="1480393" y="0"/>
                </a:lnTo>
                <a:lnTo>
                  <a:pt x="1480393" y="84404"/>
                </a:lnTo>
                <a:cubicBezTo>
                  <a:pt x="1480393" y="283564"/>
                  <a:pt x="1480393" y="283564"/>
                  <a:pt x="1480393" y="283564"/>
                </a:cubicBezTo>
                <a:cubicBezTo>
                  <a:pt x="1118379" y="564292"/>
                  <a:pt x="1118379" y="564292"/>
                  <a:pt x="1118379" y="564292"/>
                </a:cubicBezTo>
                <a:cubicBezTo>
                  <a:pt x="1118379" y="218113"/>
                  <a:pt x="1118379" y="218113"/>
                  <a:pt x="1118379" y="218113"/>
                </a:cubicBezTo>
                <a:cubicBezTo>
                  <a:pt x="1267443" y="102194"/>
                  <a:pt x="1341976" y="44235"/>
                  <a:pt x="1379242" y="15255"/>
                </a:cubicBezTo>
                <a:close/>
                <a:moveTo>
                  <a:pt x="840168" y="0"/>
                </a:moveTo>
                <a:lnTo>
                  <a:pt x="1377550" y="0"/>
                </a:lnTo>
                <a:lnTo>
                  <a:pt x="1301753" y="58896"/>
                </a:lnTo>
                <a:cubicBezTo>
                  <a:pt x="1112069" y="206284"/>
                  <a:pt x="1112069" y="206284"/>
                  <a:pt x="1112069" y="206284"/>
                </a:cubicBezTo>
                <a:cubicBezTo>
                  <a:pt x="966554" y="95886"/>
                  <a:pt x="893796" y="40686"/>
                  <a:pt x="857417" y="13087"/>
                </a:cubicBezTo>
                <a:close/>
              </a:path>
            </a:pathLst>
          </a:custGeom>
          <a:solidFill>
            <a:schemeClr val="bg1">
              <a:lumMod val="65000"/>
            </a:schemeClr>
          </a:solidFill>
        </p:spPr>
        <p:txBody>
          <a:bodyPr wrap="square" tIns="540000" rIns="540000">
            <a:noAutofit/>
          </a:bodyPr>
          <a:lstStyle>
            <a:lvl1pPr algn="r">
              <a:defRPr>
                <a:solidFill>
                  <a:schemeClr val="accent2">
                    <a:lumMod val="40000"/>
                    <a:lumOff val="60000"/>
                  </a:schemeClr>
                </a:solidFill>
              </a:defRPr>
            </a:lvl1pPr>
          </a:lstStyle>
          <a:p>
            <a:r>
              <a:rPr lang="fr-FR" dirty="0"/>
              <a:t>Insérez ou glissez votre image ici</a:t>
            </a:r>
          </a:p>
        </p:txBody>
      </p:sp>
      <p:sp>
        <p:nvSpPr>
          <p:cNvPr id="8" name="Rectangle 7"/>
          <p:cNvSpPr/>
          <p:nvPr userDrawn="1"/>
        </p:nvSpPr>
        <p:spPr>
          <a:xfrm>
            <a:off x="1330621" y="6077857"/>
            <a:ext cx="4921091" cy="738664"/>
          </a:xfrm>
          <a:prstGeom prst="rect">
            <a:avLst/>
          </a:prstGeom>
        </p:spPr>
        <p:txBody>
          <a:bodyPr wrap="none">
            <a:spAutoFit/>
          </a:bodyPr>
          <a:lstStyle/>
          <a:p>
            <a:pPr algn="ctr"/>
            <a:r>
              <a:rPr lang="fr-FR" sz="1800" dirty="0">
                <a:solidFill>
                  <a:schemeClr val="tx2"/>
                </a:solidFill>
              </a:rPr>
              <a:t>CONFIDENTIEL</a:t>
            </a:r>
            <a:r>
              <a:rPr lang="fr-FR" sz="1800" baseline="0" dirty="0">
                <a:solidFill>
                  <a:schemeClr val="tx2"/>
                </a:solidFill>
              </a:rPr>
              <a:t> PROJET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2"/>
                </a:solidFill>
                <a:effectLst/>
                <a:latin typeface="+mn-lt"/>
                <a:ea typeface="+mn-ea"/>
                <a:cs typeface="+mn-cs"/>
              </a:rPr>
              <a:t>Ce document est la propriété du CEA et ne peut être utilisé, reproduit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2"/>
                </a:solidFill>
                <a:effectLst/>
                <a:latin typeface="+mn-lt"/>
                <a:ea typeface="+mn-ea"/>
                <a:cs typeface="+mn-cs"/>
              </a:rPr>
              <a:t>ou communiqué en dehors du CEA sans l’accord de son émetteur.</a:t>
            </a:r>
          </a:p>
        </p:txBody>
      </p:sp>
    </p:spTree>
    <p:extLst>
      <p:ext uri="{BB962C8B-B14F-4D97-AF65-F5344CB8AC3E}">
        <p14:creationId xmlns:p14="http://schemas.microsoft.com/office/powerpoint/2010/main" val="8459944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Visuel + contenu">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F05E3D2-1467-BBD4-EE19-55F1FF901071}"/>
              </a:ext>
            </a:extLst>
          </p:cNvPr>
          <p:cNvSpPr/>
          <p:nvPr userDrawn="1"/>
        </p:nvSpPr>
        <p:spPr>
          <a:xfrm>
            <a:off x="623889" y="0"/>
            <a:ext cx="1156811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08000" rIns="144000" bIns="144000" rtlCol="0" anchor="ctr">
            <a:spAutoFit/>
          </a:bodyPr>
          <a:lstStyle/>
          <a:p>
            <a:pPr algn="ctr"/>
            <a:endParaRPr lang="fr-FR" dirty="0"/>
          </a:p>
        </p:txBody>
      </p:sp>
      <p:grpSp>
        <p:nvGrpSpPr>
          <p:cNvPr id="20" name="Groupe 19">
            <a:extLst>
              <a:ext uri="{FF2B5EF4-FFF2-40B4-BE49-F238E27FC236}">
                <a16:creationId xmlns:a16="http://schemas.microsoft.com/office/drawing/2014/main" id="{8ADFDDB7-8C7E-D45A-96B3-1A9EBD1B6760}"/>
              </a:ext>
            </a:extLst>
          </p:cNvPr>
          <p:cNvGrpSpPr/>
          <p:nvPr userDrawn="1"/>
        </p:nvGrpSpPr>
        <p:grpSpPr>
          <a:xfrm>
            <a:off x="206373" y="6296024"/>
            <a:ext cx="468000" cy="468000"/>
            <a:chOff x="206373" y="6296024"/>
            <a:chExt cx="468000" cy="468000"/>
          </a:xfrm>
        </p:grpSpPr>
        <p:sp>
          <p:nvSpPr>
            <p:cNvPr id="21" name="Rectangle 20">
              <a:extLst>
                <a:ext uri="{FF2B5EF4-FFF2-40B4-BE49-F238E27FC236}">
                  <a16:creationId xmlns:a16="http://schemas.microsoft.com/office/drawing/2014/main" id="{9EBA0BEC-B644-623E-6D5F-4028774EC28B}"/>
                </a:ext>
              </a:extLst>
            </p:cNvPr>
            <p:cNvSpPr/>
            <p:nvPr userDrawn="1"/>
          </p:nvSpPr>
          <p:spPr>
            <a:xfrm>
              <a:off x="206373" y="6296024"/>
              <a:ext cx="468000" cy="46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08000" rIns="144000" bIns="144000" rtlCol="0" anchor="ctr">
              <a:spAutoFit/>
            </a:bodyPr>
            <a:lstStyle/>
            <a:p>
              <a:pPr algn="ctr"/>
              <a:endParaRPr lang="fr-FR" dirty="0"/>
            </a:p>
          </p:txBody>
        </p:sp>
        <p:pic>
          <p:nvPicPr>
            <p:cNvPr id="22" name="Logo CEA">
              <a:extLst>
                <a:ext uri="{FF2B5EF4-FFF2-40B4-BE49-F238E27FC236}">
                  <a16:creationId xmlns:a16="http://schemas.microsoft.com/office/drawing/2014/main" id="{41781B71-FA7E-3A77-138A-F8EC2086144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57897" y="6343650"/>
              <a:ext cx="365991" cy="365991"/>
            </a:xfrm>
            <a:prstGeom prst="rect">
              <a:avLst/>
            </a:prstGeom>
          </p:spPr>
        </p:pic>
      </p:grpSp>
      <p:sp>
        <p:nvSpPr>
          <p:cNvPr id="13" name="Espace réservé pour une image  12">
            <a:extLst>
              <a:ext uri="{FF2B5EF4-FFF2-40B4-BE49-F238E27FC236}">
                <a16:creationId xmlns:a16="http://schemas.microsoft.com/office/drawing/2014/main" id="{BE852666-874F-A297-BDD1-598A6DD9D140}"/>
              </a:ext>
            </a:extLst>
          </p:cNvPr>
          <p:cNvSpPr>
            <a:spLocks noGrp="1"/>
          </p:cNvSpPr>
          <p:nvPr>
            <p:ph type="pic" sz="quarter" idx="13" hasCustomPrompt="1"/>
          </p:nvPr>
        </p:nvSpPr>
        <p:spPr>
          <a:xfrm flipH="1">
            <a:off x="0" y="0"/>
            <a:ext cx="5305156" cy="6858000"/>
          </a:xfrm>
          <a:custGeom>
            <a:avLst/>
            <a:gdLst>
              <a:gd name="connsiteX0" fmla="*/ 657398 w 5305156"/>
              <a:gd name="connsiteY0" fmla="*/ 6793932 h 6858000"/>
              <a:gd name="connsiteX1" fmla="*/ 585057 w 5305156"/>
              <a:gd name="connsiteY1" fmla="*/ 6857017 h 6858000"/>
              <a:gd name="connsiteX2" fmla="*/ 583930 w 5305156"/>
              <a:gd name="connsiteY2" fmla="*/ 6858000 h 6858000"/>
              <a:gd name="connsiteX3" fmla="*/ 732294 w 5305156"/>
              <a:gd name="connsiteY3" fmla="*/ 6858000 h 6858000"/>
              <a:gd name="connsiteX4" fmla="*/ 725614 w 5305156"/>
              <a:gd name="connsiteY4" fmla="*/ 6852286 h 6858000"/>
              <a:gd name="connsiteX5" fmla="*/ 657398 w 5305156"/>
              <a:gd name="connsiteY5" fmla="*/ 6793932 h 6858000"/>
              <a:gd name="connsiteX6" fmla="*/ 653184 w 5305156"/>
              <a:gd name="connsiteY6" fmla="*/ 6434348 h 6858000"/>
              <a:gd name="connsiteX7" fmla="*/ 330807 w 5305156"/>
              <a:gd name="connsiteY7" fmla="*/ 6715076 h 6858000"/>
              <a:gd name="connsiteX8" fmla="*/ 330807 w 5305156"/>
              <a:gd name="connsiteY8" fmla="*/ 6799592 h 6858000"/>
              <a:gd name="connsiteX9" fmla="*/ 330807 w 5305156"/>
              <a:gd name="connsiteY9" fmla="*/ 6858000 h 6858000"/>
              <a:gd name="connsiteX10" fmla="*/ 564153 w 5305156"/>
              <a:gd name="connsiteY10" fmla="*/ 6858000 h 6858000"/>
              <a:gd name="connsiteX11" fmla="*/ 568902 w 5305156"/>
              <a:gd name="connsiteY11" fmla="*/ 6853863 h 6858000"/>
              <a:gd name="connsiteX12" fmla="*/ 585057 w 5305156"/>
              <a:gd name="connsiteY12" fmla="*/ 6857017 h 6858000"/>
              <a:gd name="connsiteX13" fmla="*/ 569605 w 5305156"/>
              <a:gd name="connsiteY13" fmla="*/ 6853075 h 6858000"/>
              <a:gd name="connsiteX14" fmla="*/ 653184 w 5305156"/>
              <a:gd name="connsiteY14" fmla="*/ 6780527 h 6858000"/>
              <a:gd name="connsiteX15" fmla="*/ 653184 w 5305156"/>
              <a:gd name="connsiteY15" fmla="*/ 6434348 h 6858000"/>
              <a:gd name="connsiteX16" fmla="*/ 5047259 w 5305156"/>
              <a:gd name="connsiteY16" fmla="*/ 6343650 h 6858000"/>
              <a:gd name="connsiteX17" fmla="*/ 5047259 w 5305156"/>
              <a:gd name="connsiteY17" fmla="*/ 6707250 h 6858000"/>
              <a:gd name="connsiteX18" fmla="*/ 4683659 w 5305156"/>
              <a:gd name="connsiteY18" fmla="*/ 6707250 h 6858000"/>
              <a:gd name="connsiteX19" fmla="*/ 4683659 w 5305156"/>
              <a:gd name="connsiteY19" fmla="*/ 6343650 h 6858000"/>
              <a:gd name="connsiteX20" fmla="*/ 985394 w 5305156"/>
              <a:gd name="connsiteY20" fmla="*/ 5786939 h 6858000"/>
              <a:gd name="connsiteX21" fmla="*/ 777500 w 5305156"/>
              <a:gd name="connsiteY21" fmla="*/ 5968308 h 6858000"/>
              <a:gd name="connsiteX22" fmla="*/ 663017 w 5305156"/>
              <a:gd name="connsiteY22" fmla="*/ 6067667 h 6858000"/>
              <a:gd name="connsiteX23" fmla="*/ 663017 w 5305156"/>
              <a:gd name="connsiteY23" fmla="*/ 6413845 h 6858000"/>
              <a:gd name="connsiteX24" fmla="*/ 901815 w 5305156"/>
              <a:gd name="connsiteY24" fmla="*/ 6206454 h 6858000"/>
              <a:gd name="connsiteX25" fmla="*/ 985394 w 5305156"/>
              <a:gd name="connsiteY25" fmla="*/ 6133906 h 6858000"/>
              <a:gd name="connsiteX26" fmla="*/ 985394 w 5305156"/>
              <a:gd name="connsiteY26" fmla="*/ 5786939 h 6858000"/>
              <a:gd name="connsiteX27" fmla="*/ 1549380 w 5305156"/>
              <a:gd name="connsiteY27" fmla="*/ 5671020 h 6858000"/>
              <a:gd name="connsiteX28" fmla="*/ 1537440 w 5305156"/>
              <a:gd name="connsiteY28" fmla="*/ 5677328 h 6858000"/>
              <a:gd name="connsiteX29" fmla="*/ 1549380 w 5305156"/>
              <a:gd name="connsiteY29" fmla="*/ 5671020 h 6858000"/>
              <a:gd name="connsiteX30" fmla="*/ 1325331 w 5305156"/>
              <a:gd name="connsiteY30" fmla="*/ 5495959 h 6858000"/>
              <a:gd name="connsiteX31" fmla="*/ 1000847 w 5305156"/>
              <a:gd name="connsiteY31" fmla="*/ 5779053 h 6858000"/>
              <a:gd name="connsiteX32" fmla="*/ 1326033 w 5305156"/>
              <a:gd name="connsiteY32" fmla="*/ 6056627 h 6858000"/>
              <a:gd name="connsiteX33" fmla="*/ 1650518 w 5305156"/>
              <a:gd name="connsiteY33" fmla="*/ 5773533 h 6858000"/>
              <a:gd name="connsiteX34" fmla="*/ 1537440 w 5305156"/>
              <a:gd name="connsiteY34" fmla="*/ 5677328 h 6858000"/>
              <a:gd name="connsiteX35" fmla="*/ 1325331 w 5305156"/>
              <a:gd name="connsiteY35" fmla="*/ 5495959 h 6858000"/>
              <a:gd name="connsiteX36" fmla="*/ 320271 w 5305156"/>
              <a:gd name="connsiteY36" fmla="*/ 4847761 h 6858000"/>
              <a:gd name="connsiteX37" fmla="*/ 0 w 5305156"/>
              <a:gd name="connsiteY37" fmla="*/ 5126124 h 6858000"/>
              <a:gd name="connsiteX38" fmla="*/ 325188 w 5305156"/>
              <a:gd name="connsiteY38" fmla="*/ 5403697 h 6858000"/>
              <a:gd name="connsiteX39" fmla="*/ 433349 w 5305156"/>
              <a:gd name="connsiteY39" fmla="*/ 5309070 h 6858000"/>
              <a:gd name="connsiteX40" fmla="*/ 439670 w 5305156"/>
              <a:gd name="connsiteY40" fmla="*/ 5320898 h 6858000"/>
              <a:gd name="connsiteX41" fmla="*/ 330807 w 5305156"/>
              <a:gd name="connsiteY41" fmla="*/ 5415526 h 6858000"/>
              <a:gd name="connsiteX42" fmla="*/ 330807 w 5305156"/>
              <a:gd name="connsiteY42" fmla="*/ 5761705 h 6858000"/>
              <a:gd name="connsiteX43" fmla="*/ 563986 w 5305156"/>
              <a:gd name="connsiteY43" fmla="*/ 5559044 h 6858000"/>
              <a:gd name="connsiteX44" fmla="*/ 570307 w 5305156"/>
              <a:gd name="connsiteY44" fmla="*/ 5571661 h 6858000"/>
              <a:gd name="connsiteX45" fmla="*/ 332211 w 5305156"/>
              <a:gd name="connsiteY45" fmla="*/ 5779053 h 6858000"/>
              <a:gd name="connsiteX46" fmla="*/ 657398 w 5305156"/>
              <a:gd name="connsiteY46" fmla="*/ 6056627 h 6858000"/>
              <a:gd name="connsiteX47" fmla="*/ 771178 w 5305156"/>
              <a:gd name="connsiteY47" fmla="*/ 5957268 h 6858000"/>
              <a:gd name="connsiteX48" fmla="*/ 777500 w 5305156"/>
              <a:gd name="connsiteY48" fmla="*/ 5968308 h 6858000"/>
              <a:gd name="connsiteX49" fmla="*/ 771881 w 5305156"/>
              <a:gd name="connsiteY49" fmla="*/ 5956479 h 6858000"/>
              <a:gd name="connsiteX50" fmla="*/ 981883 w 5305156"/>
              <a:gd name="connsiteY50" fmla="*/ 5773533 h 6858000"/>
              <a:gd name="connsiteX51" fmla="*/ 656696 w 5305156"/>
              <a:gd name="connsiteY51" fmla="*/ 5495959 h 6858000"/>
              <a:gd name="connsiteX52" fmla="*/ 571010 w 5305156"/>
              <a:gd name="connsiteY52" fmla="*/ 5570873 h 6858000"/>
              <a:gd name="connsiteX53" fmla="*/ 563986 w 5305156"/>
              <a:gd name="connsiteY53" fmla="*/ 5558256 h 6858000"/>
              <a:gd name="connsiteX54" fmla="*/ 653184 w 5305156"/>
              <a:gd name="connsiteY54" fmla="*/ 5480976 h 6858000"/>
              <a:gd name="connsiteX55" fmla="*/ 653184 w 5305156"/>
              <a:gd name="connsiteY55" fmla="*/ 5134798 h 6858000"/>
              <a:gd name="connsiteX56" fmla="*/ 439670 w 5305156"/>
              <a:gd name="connsiteY56" fmla="*/ 5320110 h 6858000"/>
              <a:gd name="connsiteX57" fmla="*/ 434052 w 5305156"/>
              <a:gd name="connsiteY57" fmla="*/ 5309070 h 6858000"/>
              <a:gd name="connsiteX58" fmla="*/ 645458 w 5305156"/>
              <a:gd name="connsiteY58" fmla="*/ 5125335 h 6858000"/>
              <a:gd name="connsiteX59" fmla="*/ 320271 w 5305156"/>
              <a:gd name="connsiteY59" fmla="*/ 4847761 h 6858000"/>
              <a:gd name="connsiteX60" fmla="*/ 985394 w 5305156"/>
              <a:gd name="connsiteY60" fmla="*/ 4487388 h 6858000"/>
              <a:gd name="connsiteX61" fmla="*/ 763453 w 5305156"/>
              <a:gd name="connsiteY61" fmla="*/ 4680586 h 6858000"/>
              <a:gd name="connsiteX62" fmla="*/ 756430 w 5305156"/>
              <a:gd name="connsiteY62" fmla="*/ 4670335 h 6858000"/>
              <a:gd name="connsiteX63" fmla="*/ 762750 w 5305156"/>
              <a:gd name="connsiteY63" fmla="*/ 4680586 h 6858000"/>
              <a:gd name="connsiteX64" fmla="*/ 663017 w 5305156"/>
              <a:gd name="connsiteY64" fmla="*/ 4768116 h 6858000"/>
              <a:gd name="connsiteX65" fmla="*/ 663017 w 5305156"/>
              <a:gd name="connsiteY65" fmla="*/ 5114295 h 6858000"/>
              <a:gd name="connsiteX66" fmla="*/ 906029 w 5305156"/>
              <a:gd name="connsiteY66" fmla="*/ 4902960 h 6858000"/>
              <a:gd name="connsiteX67" fmla="*/ 913053 w 5305156"/>
              <a:gd name="connsiteY67" fmla="*/ 4913212 h 6858000"/>
              <a:gd name="connsiteX68" fmla="*/ 906732 w 5305156"/>
              <a:gd name="connsiteY68" fmla="*/ 4902172 h 6858000"/>
              <a:gd name="connsiteX69" fmla="*/ 985394 w 5305156"/>
              <a:gd name="connsiteY69" fmla="*/ 4833567 h 6858000"/>
              <a:gd name="connsiteX70" fmla="*/ 985394 w 5305156"/>
              <a:gd name="connsiteY70" fmla="*/ 4487388 h 6858000"/>
              <a:gd name="connsiteX71" fmla="*/ 656696 w 5305156"/>
              <a:gd name="connsiteY71" fmla="*/ 4196409 h 6858000"/>
              <a:gd name="connsiteX72" fmla="*/ 332211 w 5305156"/>
              <a:gd name="connsiteY72" fmla="*/ 4478714 h 6858000"/>
              <a:gd name="connsiteX73" fmla="*/ 657398 w 5305156"/>
              <a:gd name="connsiteY73" fmla="*/ 4756288 h 6858000"/>
              <a:gd name="connsiteX74" fmla="*/ 756430 w 5305156"/>
              <a:gd name="connsiteY74" fmla="*/ 4670335 h 6858000"/>
              <a:gd name="connsiteX75" fmla="*/ 981883 w 5305156"/>
              <a:gd name="connsiteY75" fmla="*/ 4473983 h 6858000"/>
              <a:gd name="connsiteX76" fmla="*/ 656696 w 5305156"/>
              <a:gd name="connsiteY76" fmla="*/ 4196409 h 6858000"/>
              <a:gd name="connsiteX77" fmla="*/ 993120 w 5305156"/>
              <a:gd name="connsiteY77" fmla="*/ 3544268 h 6858000"/>
              <a:gd name="connsiteX78" fmla="*/ 668636 w 5305156"/>
              <a:gd name="connsiteY78" fmla="*/ 3826573 h 6858000"/>
              <a:gd name="connsiteX79" fmla="*/ 993823 w 5305156"/>
              <a:gd name="connsiteY79" fmla="*/ 4104935 h 6858000"/>
              <a:gd name="connsiteX80" fmla="*/ 1318308 w 5305156"/>
              <a:gd name="connsiteY80" fmla="*/ 3821842 h 6858000"/>
              <a:gd name="connsiteX81" fmla="*/ 1002251 w 5305156"/>
              <a:gd name="connsiteY81" fmla="*/ 3552154 h 6858000"/>
              <a:gd name="connsiteX82" fmla="*/ 993120 w 5305156"/>
              <a:gd name="connsiteY82" fmla="*/ 3544268 h 6858000"/>
              <a:gd name="connsiteX83" fmla="*/ 1318308 w 5305156"/>
              <a:gd name="connsiteY83" fmla="*/ 2538851 h 6858000"/>
              <a:gd name="connsiteX84" fmla="*/ 1110412 w 5305156"/>
              <a:gd name="connsiteY84" fmla="*/ 2719432 h 6858000"/>
              <a:gd name="connsiteX85" fmla="*/ 1104092 w 5305156"/>
              <a:gd name="connsiteY85" fmla="*/ 2708392 h 6858000"/>
              <a:gd name="connsiteX86" fmla="*/ 1109710 w 5305156"/>
              <a:gd name="connsiteY86" fmla="*/ 2720221 h 6858000"/>
              <a:gd name="connsiteX87" fmla="*/ 995930 w 5305156"/>
              <a:gd name="connsiteY87" fmla="*/ 2819579 h 6858000"/>
              <a:gd name="connsiteX88" fmla="*/ 995930 w 5305156"/>
              <a:gd name="connsiteY88" fmla="*/ 3165758 h 6858000"/>
              <a:gd name="connsiteX89" fmla="*/ 1234025 w 5305156"/>
              <a:gd name="connsiteY89" fmla="*/ 2958366 h 6858000"/>
              <a:gd name="connsiteX90" fmla="*/ 1240347 w 5305156"/>
              <a:gd name="connsiteY90" fmla="*/ 2969406 h 6858000"/>
              <a:gd name="connsiteX91" fmla="*/ 1234728 w 5305156"/>
              <a:gd name="connsiteY91" fmla="*/ 2957578 h 6858000"/>
              <a:gd name="connsiteX92" fmla="*/ 1318308 w 5305156"/>
              <a:gd name="connsiteY92" fmla="*/ 2885030 h 6858000"/>
              <a:gd name="connsiteX93" fmla="*/ 1318308 w 5305156"/>
              <a:gd name="connsiteY93" fmla="*/ 2538851 h 6858000"/>
              <a:gd name="connsiteX94" fmla="*/ 652482 w 5305156"/>
              <a:gd name="connsiteY94" fmla="*/ 1598885 h 6858000"/>
              <a:gd name="connsiteX95" fmla="*/ 332211 w 5305156"/>
              <a:gd name="connsiteY95" fmla="*/ 1878036 h 6858000"/>
              <a:gd name="connsiteX96" fmla="*/ 657398 w 5305156"/>
              <a:gd name="connsiteY96" fmla="*/ 2155610 h 6858000"/>
              <a:gd name="connsiteX97" fmla="*/ 766262 w 5305156"/>
              <a:gd name="connsiteY97" fmla="*/ 2060983 h 6858000"/>
              <a:gd name="connsiteX98" fmla="*/ 771881 w 5305156"/>
              <a:gd name="connsiteY98" fmla="*/ 2072022 h 6858000"/>
              <a:gd name="connsiteX99" fmla="*/ 663017 w 5305156"/>
              <a:gd name="connsiteY99" fmla="*/ 2166650 h 6858000"/>
              <a:gd name="connsiteX100" fmla="*/ 663017 w 5305156"/>
              <a:gd name="connsiteY100" fmla="*/ 2513617 h 6858000"/>
              <a:gd name="connsiteX101" fmla="*/ 896196 w 5305156"/>
              <a:gd name="connsiteY101" fmla="*/ 2310168 h 6858000"/>
              <a:gd name="connsiteX102" fmla="*/ 902517 w 5305156"/>
              <a:gd name="connsiteY102" fmla="*/ 2322785 h 6858000"/>
              <a:gd name="connsiteX103" fmla="*/ 665124 w 5305156"/>
              <a:gd name="connsiteY103" fmla="*/ 2530177 h 6858000"/>
              <a:gd name="connsiteX104" fmla="*/ 990311 w 5305156"/>
              <a:gd name="connsiteY104" fmla="*/ 2807751 h 6858000"/>
              <a:gd name="connsiteX105" fmla="*/ 1104092 w 5305156"/>
              <a:gd name="connsiteY105" fmla="*/ 2708392 h 6858000"/>
              <a:gd name="connsiteX106" fmla="*/ 1314093 w 5305156"/>
              <a:gd name="connsiteY106" fmla="*/ 2525446 h 6858000"/>
              <a:gd name="connsiteX107" fmla="*/ 988907 w 5305156"/>
              <a:gd name="connsiteY107" fmla="*/ 2247872 h 6858000"/>
              <a:gd name="connsiteX108" fmla="*/ 903220 w 5305156"/>
              <a:gd name="connsiteY108" fmla="*/ 2322785 h 6858000"/>
              <a:gd name="connsiteX109" fmla="*/ 896899 w 5305156"/>
              <a:gd name="connsiteY109" fmla="*/ 2310168 h 6858000"/>
              <a:gd name="connsiteX110" fmla="*/ 985394 w 5305156"/>
              <a:gd name="connsiteY110" fmla="*/ 2232889 h 6858000"/>
              <a:gd name="connsiteX111" fmla="*/ 985394 w 5305156"/>
              <a:gd name="connsiteY111" fmla="*/ 1885922 h 6858000"/>
              <a:gd name="connsiteX112" fmla="*/ 772583 w 5305156"/>
              <a:gd name="connsiteY112" fmla="*/ 2072022 h 6858000"/>
              <a:gd name="connsiteX113" fmla="*/ 766262 w 5305156"/>
              <a:gd name="connsiteY113" fmla="*/ 2060194 h 6858000"/>
              <a:gd name="connsiteX114" fmla="*/ 977669 w 5305156"/>
              <a:gd name="connsiteY114" fmla="*/ 1876459 h 6858000"/>
              <a:gd name="connsiteX115" fmla="*/ 652482 w 5305156"/>
              <a:gd name="connsiteY115" fmla="*/ 1598885 h 6858000"/>
              <a:gd name="connsiteX116" fmla="*/ 1318308 w 5305156"/>
              <a:gd name="connsiteY116" fmla="*/ 1238512 h 6858000"/>
              <a:gd name="connsiteX117" fmla="*/ 1095663 w 5305156"/>
              <a:gd name="connsiteY117" fmla="*/ 1432499 h 6858000"/>
              <a:gd name="connsiteX118" fmla="*/ 995930 w 5305156"/>
              <a:gd name="connsiteY118" fmla="*/ 1519240 h 6858000"/>
              <a:gd name="connsiteX119" fmla="*/ 995930 w 5305156"/>
              <a:gd name="connsiteY119" fmla="*/ 1865419 h 6858000"/>
              <a:gd name="connsiteX120" fmla="*/ 1238240 w 5305156"/>
              <a:gd name="connsiteY120" fmla="*/ 1654085 h 6858000"/>
              <a:gd name="connsiteX121" fmla="*/ 1245264 w 5305156"/>
              <a:gd name="connsiteY121" fmla="*/ 1665124 h 6858000"/>
              <a:gd name="connsiteX122" fmla="*/ 1000847 w 5305156"/>
              <a:gd name="connsiteY122" fmla="*/ 1878036 h 6858000"/>
              <a:gd name="connsiteX123" fmla="*/ 1326033 w 5305156"/>
              <a:gd name="connsiteY123" fmla="*/ 2155610 h 6858000"/>
              <a:gd name="connsiteX124" fmla="*/ 1477038 w 5305156"/>
              <a:gd name="connsiteY124" fmla="*/ 2023920 h 6858000"/>
              <a:gd name="connsiteX125" fmla="*/ 1646304 w 5305156"/>
              <a:gd name="connsiteY125" fmla="*/ 1876459 h 6858000"/>
              <a:gd name="connsiteX126" fmla="*/ 1321116 w 5305156"/>
              <a:gd name="connsiteY126" fmla="*/ 1598885 h 6858000"/>
              <a:gd name="connsiteX127" fmla="*/ 1245965 w 5305156"/>
              <a:gd name="connsiteY127" fmla="*/ 1664336 h 6858000"/>
              <a:gd name="connsiteX128" fmla="*/ 1238942 w 5305156"/>
              <a:gd name="connsiteY128" fmla="*/ 1654085 h 6858000"/>
              <a:gd name="connsiteX129" fmla="*/ 1318308 w 5305156"/>
              <a:gd name="connsiteY129" fmla="*/ 1585480 h 6858000"/>
              <a:gd name="connsiteX130" fmla="*/ 1318308 w 5305156"/>
              <a:gd name="connsiteY130" fmla="*/ 1238512 h 6858000"/>
              <a:gd name="connsiteX131" fmla="*/ 988907 w 5305156"/>
              <a:gd name="connsiteY131" fmla="*/ 947533 h 6858000"/>
              <a:gd name="connsiteX132" fmla="*/ 665124 w 5305156"/>
              <a:gd name="connsiteY132" fmla="*/ 1230627 h 6858000"/>
              <a:gd name="connsiteX133" fmla="*/ 990311 w 5305156"/>
              <a:gd name="connsiteY133" fmla="*/ 1508201 h 6858000"/>
              <a:gd name="connsiteX134" fmla="*/ 1088639 w 5305156"/>
              <a:gd name="connsiteY134" fmla="*/ 1422247 h 6858000"/>
              <a:gd name="connsiteX135" fmla="*/ 1095663 w 5305156"/>
              <a:gd name="connsiteY135" fmla="*/ 1432499 h 6858000"/>
              <a:gd name="connsiteX136" fmla="*/ 1089342 w 5305156"/>
              <a:gd name="connsiteY136" fmla="*/ 1421459 h 6858000"/>
              <a:gd name="connsiteX137" fmla="*/ 1314093 w 5305156"/>
              <a:gd name="connsiteY137" fmla="*/ 1225107 h 6858000"/>
              <a:gd name="connsiteX138" fmla="*/ 988907 w 5305156"/>
              <a:gd name="connsiteY138" fmla="*/ 947533 h 6858000"/>
              <a:gd name="connsiteX139" fmla="*/ 1325331 w 5305156"/>
              <a:gd name="connsiteY139" fmla="*/ 296181 h 6858000"/>
              <a:gd name="connsiteX140" fmla="*/ 1000847 w 5305156"/>
              <a:gd name="connsiteY140" fmla="*/ 578486 h 6858000"/>
              <a:gd name="connsiteX141" fmla="*/ 1326033 w 5305156"/>
              <a:gd name="connsiteY141" fmla="*/ 856060 h 6858000"/>
              <a:gd name="connsiteX142" fmla="*/ 1650518 w 5305156"/>
              <a:gd name="connsiteY142" fmla="*/ 573754 h 6858000"/>
              <a:gd name="connsiteX143" fmla="*/ 1334462 w 5305156"/>
              <a:gd name="connsiteY143" fmla="*/ 304066 h 6858000"/>
              <a:gd name="connsiteX144" fmla="*/ 1325331 w 5305156"/>
              <a:gd name="connsiteY144" fmla="*/ 296181 h 6858000"/>
              <a:gd name="connsiteX145" fmla="*/ 1226725 w 5305156"/>
              <a:gd name="connsiteY145" fmla="*/ 0 h 6858000"/>
              <a:gd name="connsiteX146" fmla="*/ 748180 w 5305156"/>
              <a:gd name="connsiteY146" fmla="*/ 0 h 6858000"/>
              <a:gd name="connsiteX147" fmla="*/ 763540 w 5305156"/>
              <a:gd name="connsiteY147" fmla="*/ 13087 h 6858000"/>
              <a:gd name="connsiteX148" fmla="*/ 990311 w 5305156"/>
              <a:gd name="connsiteY148" fmla="*/ 206284 h 6858000"/>
              <a:gd name="connsiteX149" fmla="*/ 1159227 w 5305156"/>
              <a:gd name="connsiteY149" fmla="*/ 58896 h 6858000"/>
              <a:gd name="connsiteX150" fmla="*/ 1318308 w 5305156"/>
              <a:gd name="connsiteY150" fmla="*/ 0 h 6858000"/>
              <a:gd name="connsiteX151" fmla="*/ 1245701 w 5305156"/>
              <a:gd name="connsiteY151" fmla="*/ 0 h 6858000"/>
              <a:gd name="connsiteX152" fmla="*/ 1228232 w 5305156"/>
              <a:gd name="connsiteY152" fmla="*/ 15255 h 6858000"/>
              <a:gd name="connsiteX153" fmla="*/ 995930 w 5305156"/>
              <a:gd name="connsiteY153" fmla="*/ 218113 h 6858000"/>
              <a:gd name="connsiteX154" fmla="*/ 995930 w 5305156"/>
              <a:gd name="connsiteY154" fmla="*/ 564292 h 6858000"/>
              <a:gd name="connsiteX155" fmla="*/ 1318308 w 5305156"/>
              <a:gd name="connsiteY155" fmla="*/ 283564 h 6858000"/>
              <a:gd name="connsiteX156" fmla="*/ 1318308 w 5305156"/>
              <a:gd name="connsiteY156" fmla="*/ 84404 h 6858000"/>
              <a:gd name="connsiteX157" fmla="*/ 5305156 w 5305156"/>
              <a:gd name="connsiteY157" fmla="*/ 0 h 6858000"/>
              <a:gd name="connsiteX158" fmla="*/ 1329545 w 5305156"/>
              <a:gd name="connsiteY158" fmla="*/ 0 h 6858000"/>
              <a:gd name="connsiteX159" fmla="*/ 1329545 w 5305156"/>
              <a:gd name="connsiteY159" fmla="*/ 1953 h 6858000"/>
              <a:gd name="connsiteX160" fmla="*/ 1329545 w 5305156"/>
              <a:gd name="connsiteY160" fmla="*/ 283564 h 6858000"/>
              <a:gd name="connsiteX161" fmla="*/ 1343592 w 5305156"/>
              <a:gd name="connsiteY161" fmla="*/ 295392 h 6858000"/>
              <a:gd name="connsiteX162" fmla="*/ 1334462 w 5305156"/>
              <a:gd name="connsiteY162" fmla="*/ 304066 h 6858000"/>
              <a:gd name="connsiteX163" fmla="*/ 1344294 w 5305156"/>
              <a:gd name="connsiteY163" fmla="*/ 295392 h 6858000"/>
              <a:gd name="connsiteX164" fmla="*/ 1665970 w 5305156"/>
              <a:gd name="connsiteY164" fmla="*/ 570600 h 6858000"/>
              <a:gd name="connsiteX165" fmla="*/ 1665970 w 5305156"/>
              <a:gd name="connsiteY165" fmla="*/ 589526 h 6858000"/>
              <a:gd name="connsiteX166" fmla="*/ 1654030 w 5305156"/>
              <a:gd name="connsiteY166" fmla="*/ 599777 h 6858000"/>
              <a:gd name="connsiteX167" fmla="*/ 1654030 w 5305156"/>
              <a:gd name="connsiteY167" fmla="*/ 587160 h 6858000"/>
              <a:gd name="connsiteX168" fmla="*/ 1332355 w 5305156"/>
              <a:gd name="connsiteY168" fmla="*/ 867888 h 6858000"/>
              <a:gd name="connsiteX169" fmla="*/ 1332355 w 5305156"/>
              <a:gd name="connsiteY169" fmla="*/ 1214067 h 6858000"/>
              <a:gd name="connsiteX170" fmla="*/ 1654030 w 5305156"/>
              <a:gd name="connsiteY170" fmla="*/ 933339 h 6858000"/>
              <a:gd name="connsiteX171" fmla="*/ 1654030 w 5305156"/>
              <a:gd name="connsiteY171" fmla="*/ 600566 h 6858000"/>
              <a:gd name="connsiteX172" fmla="*/ 1665970 w 5305156"/>
              <a:gd name="connsiteY172" fmla="*/ 590314 h 6858000"/>
              <a:gd name="connsiteX173" fmla="*/ 1665970 w 5305156"/>
              <a:gd name="connsiteY173" fmla="*/ 938859 h 6858000"/>
              <a:gd name="connsiteX174" fmla="*/ 1998180 w 5305156"/>
              <a:gd name="connsiteY174" fmla="*/ 1221952 h 6858000"/>
              <a:gd name="connsiteX175" fmla="*/ 1998180 w 5305156"/>
              <a:gd name="connsiteY175" fmla="*/ 1591788 h 6858000"/>
              <a:gd name="connsiteX176" fmla="*/ 1680718 w 5305156"/>
              <a:gd name="connsiteY176" fmla="*/ 1867785 h 6858000"/>
              <a:gd name="connsiteX177" fmla="*/ 1680718 w 5305156"/>
              <a:gd name="connsiteY177" fmla="*/ 1851225 h 6858000"/>
              <a:gd name="connsiteX178" fmla="*/ 1986942 w 5305156"/>
              <a:gd name="connsiteY178" fmla="*/ 1585480 h 6858000"/>
              <a:gd name="connsiteX179" fmla="*/ 1986942 w 5305156"/>
              <a:gd name="connsiteY179" fmla="*/ 1238512 h 6858000"/>
              <a:gd name="connsiteX180" fmla="*/ 1680718 w 5305156"/>
              <a:gd name="connsiteY180" fmla="*/ 1505046 h 6858000"/>
              <a:gd name="connsiteX181" fmla="*/ 1680718 w 5305156"/>
              <a:gd name="connsiteY181" fmla="*/ 1488487 h 6858000"/>
              <a:gd name="connsiteX182" fmla="*/ 1982728 w 5305156"/>
              <a:gd name="connsiteY182" fmla="*/ 1225107 h 6858000"/>
              <a:gd name="connsiteX183" fmla="*/ 1657541 w 5305156"/>
              <a:gd name="connsiteY183" fmla="*/ 947533 h 6858000"/>
              <a:gd name="connsiteX184" fmla="*/ 1333056 w 5305156"/>
              <a:gd name="connsiteY184" fmla="*/ 1230627 h 6858000"/>
              <a:gd name="connsiteX185" fmla="*/ 1658244 w 5305156"/>
              <a:gd name="connsiteY185" fmla="*/ 1508201 h 6858000"/>
              <a:gd name="connsiteX186" fmla="*/ 1680017 w 5305156"/>
              <a:gd name="connsiteY186" fmla="*/ 1489275 h 6858000"/>
              <a:gd name="connsiteX187" fmla="*/ 1680017 w 5305156"/>
              <a:gd name="connsiteY187" fmla="*/ 1505835 h 6858000"/>
              <a:gd name="connsiteX188" fmla="*/ 1664565 w 5305156"/>
              <a:gd name="connsiteY188" fmla="*/ 1519240 h 6858000"/>
              <a:gd name="connsiteX189" fmla="*/ 1664565 w 5305156"/>
              <a:gd name="connsiteY189" fmla="*/ 1865419 h 6858000"/>
              <a:gd name="connsiteX190" fmla="*/ 1680017 w 5305156"/>
              <a:gd name="connsiteY190" fmla="*/ 1852014 h 6858000"/>
              <a:gd name="connsiteX191" fmla="*/ 1680017 w 5305156"/>
              <a:gd name="connsiteY191" fmla="*/ 1868573 h 6858000"/>
              <a:gd name="connsiteX192" fmla="*/ 1665970 w 5305156"/>
              <a:gd name="connsiteY192" fmla="*/ 1881190 h 6858000"/>
              <a:gd name="connsiteX193" fmla="*/ 1665970 w 5305156"/>
              <a:gd name="connsiteY193" fmla="*/ 2058617 h 6858000"/>
              <a:gd name="connsiteX194" fmla="*/ 1654030 w 5305156"/>
              <a:gd name="connsiteY194" fmla="*/ 2060194 h 6858000"/>
              <a:gd name="connsiteX195" fmla="*/ 1654030 w 5305156"/>
              <a:gd name="connsiteY195" fmla="*/ 1885922 h 6858000"/>
              <a:gd name="connsiteX196" fmla="*/ 1484061 w 5305156"/>
              <a:gd name="connsiteY196" fmla="*/ 2034172 h 6858000"/>
              <a:gd name="connsiteX197" fmla="*/ 1477038 w 5305156"/>
              <a:gd name="connsiteY197" fmla="*/ 2023920 h 6858000"/>
              <a:gd name="connsiteX198" fmla="*/ 1484061 w 5305156"/>
              <a:gd name="connsiteY198" fmla="*/ 2034960 h 6858000"/>
              <a:gd name="connsiteX199" fmla="*/ 1332355 w 5305156"/>
              <a:gd name="connsiteY199" fmla="*/ 2166650 h 6858000"/>
              <a:gd name="connsiteX200" fmla="*/ 1332355 w 5305156"/>
              <a:gd name="connsiteY200" fmla="*/ 2513617 h 6858000"/>
              <a:gd name="connsiteX201" fmla="*/ 1654030 w 5305156"/>
              <a:gd name="connsiteY201" fmla="*/ 2232889 h 6858000"/>
              <a:gd name="connsiteX202" fmla="*/ 1654030 w 5305156"/>
              <a:gd name="connsiteY202" fmla="*/ 2060983 h 6858000"/>
              <a:gd name="connsiteX203" fmla="*/ 1665970 w 5305156"/>
              <a:gd name="connsiteY203" fmla="*/ 2059405 h 6858000"/>
              <a:gd name="connsiteX204" fmla="*/ 1665970 w 5305156"/>
              <a:gd name="connsiteY204" fmla="*/ 2238409 h 6858000"/>
              <a:gd name="connsiteX205" fmla="*/ 1881590 w 5305156"/>
              <a:gd name="connsiteY205" fmla="*/ 2422144 h 6858000"/>
              <a:gd name="connsiteX206" fmla="*/ 1869650 w 5305156"/>
              <a:gd name="connsiteY206" fmla="*/ 2428452 h 6858000"/>
              <a:gd name="connsiteX207" fmla="*/ 1657541 w 5305156"/>
              <a:gd name="connsiteY207" fmla="*/ 2247872 h 6858000"/>
              <a:gd name="connsiteX208" fmla="*/ 1333056 w 5305156"/>
              <a:gd name="connsiteY208" fmla="*/ 2530177 h 6858000"/>
              <a:gd name="connsiteX209" fmla="*/ 1658244 w 5305156"/>
              <a:gd name="connsiteY209" fmla="*/ 2807751 h 6858000"/>
              <a:gd name="connsiteX210" fmla="*/ 1982728 w 5305156"/>
              <a:gd name="connsiteY210" fmla="*/ 2525446 h 6858000"/>
              <a:gd name="connsiteX211" fmla="*/ 1870353 w 5305156"/>
              <a:gd name="connsiteY211" fmla="*/ 2429241 h 6858000"/>
              <a:gd name="connsiteX212" fmla="*/ 1882293 w 5305156"/>
              <a:gd name="connsiteY212" fmla="*/ 2422933 h 6858000"/>
              <a:gd name="connsiteX213" fmla="*/ 1998180 w 5305156"/>
              <a:gd name="connsiteY213" fmla="*/ 2522291 h 6858000"/>
              <a:gd name="connsiteX214" fmla="*/ 1998180 w 5305156"/>
              <a:gd name="connsiteY214" fmla="*/ 2773054 h 6858000"/>
              <a:gd name="connsiteX215" fmla="*/ 1986942 w 5305156"/>
              <a:gd name="connsiteY215" fmla="*/ 2778574 h 6858000"/>
              <a:gd name="connsiteX216" fmla="*/ 1986942 w 5305156"/>
              <a:gd name="connsiteY216" fmla="*/ 2538851 h 6858000"/>
              <a:gd name="connsiteX217" fmla="*/ 1664565 w 5305156"/>
              <a:gd name="connsiteY217" fmla="*/ 2819579 h 6858000"/>
              <a:gd name="connsiteX218" fmla="*/ 1664565 w 5305156"/>
              <a:gd name="connsiteY218" fmla="*/ 3165758 h 6858000"/>
              <a:gd name="connsiteX219" fmla="*/ 1986942 w 5305156"/>
              <a:gd name="connsiteY219" fmla="*/ 2885030 h 6858000"/>
              <a:gd name="connsiteX220" fmla="*/ 1986942 w 5305156"/>
              <a:gd name="connsiteY220" fmla="*/ 2779363 h 6858000"/>
              <a:gd name="connsiteX221" fmla="*/ 1998180 w 5305156"/>
              <a:gd name="connsiteY221" fmla="*/ 2773843 h 6858000"/>
              <a:gd name="connsiteX222" fmla="*/ 1998180 w 5305156"/>
              <a:gd name="connsiteY222" fmla="*/ 2891339 h 6858000"/>
              <a:gd name="connsiteX223" fmla="*/ 1658946 w 5305156"/>
              <a:gd name="connsiteY223" fmla="*/ 3187049 h 6858000"/>
              <a:gd name="connsiteX224" fmla="*/ 1321116 w 5305156"/>
              <a:gd name="connsiteY224" fmla="*/ 2899224 h 6858000"/>
              <a:gd name="connsiteX225" fmla="*/ 1240347 w 5305156"/>
              <a:gd name="connsiteY225" fmla="*/ 2969406 h 6858000"/>
              <a:gd name="connsiteX226" fmla="*/ 997334 w 5305156"/>
              <a:gd name="connsiteY226" fmla="*/ 3180741 h 6858000"/>
              <a:gd name="connsiteX227" fmla="*/ 997334 w 5305156"/>
              <a:gd name="connsiteY227" fmla="*/ 3519034 h 6858000"/>
              <a:gd name="connsiteX228" fmla="*/ 985394 w 5305156"/>
              <a:gd name="connsiteY228" fmla="*/ 3519034 h 6858000"/>
              <a:gd name="connsiteX229" fmla="*/ 985394 w 5305156"/>
              <a:gd name="connsiteY229" fmla="*/ 3500109 h 6858000"/>
              <a:gd name="connsiteX230" fmla="*/ 985394 w 5305156"/>
              <a:gd name="connsiteY230" fmla="*/ 3186261 h 6858000"/>
              <a:gd name="connsiteX231" fmla="*/ 663017 w 5305156"/>
              <a:gd name="connsiteY231" fmla="*/ 3466989 h 6858000"/>
              <a:gd name="connsiteX232" fmla="*/ 663017 w 5305156"/>
              <a:gd name="connsiteY232" fmla="*/ 3495377 h 6858000"/>
              <a:gd name="connsiteX233" fmla="*/ 663017 w 5305156"/>
              <a:gd name="connsiteY233" fmla="*/ 3812379 h 6858000"/>
              <a:gd name="connsiteX234" fmla="*/ 985394 w 5305156"/>
              <a:gd name="connsiteY234" fmla="*/ 3532439 h 6858000"/>
              <a:gd name="connsiteX235" fmla="*/ 985394 w 5305156"/>
              <a:gd name="connsiteY235" fmla="*/ 3519822 h 6858000"/>
              <a:gd name="connsiteX236" fmla="*/ 997334 w 5305156"/>
              <a:gd name="connsiteY236" fmla="*/ 3519822 h 6858000"/>
              <a:gd name="connsiteX237" fmla="*/ 997334 w 5305156"/>
              <a:gd name="connsiteY237" fmla="*/ 3531651 h 6858000"/>
              <a:gd name="connsiteX238" fmla="*/ 1011381 w 5305156"/>
              <a:gd name="connsiteY238" fmla="*/ 3543479 h 6858000"/>
              <a:gd name="connsiteX239" fmla="*/ 1002251 w 5305156"/>
              <a:gd name="connsiteY239" fmla="*/ 3552154 h 6858000"/>
              <a:gd name="connsiteX240" fmla="*/ 1012084 w 5305156"/>
              <a:gd name="connsiteY240" fmla="*/ 3544268 h 6858000"/>
              <a:gd name="connsiteX241" fmla="*/ 1333759 w 5305156"/>
              <a:gd name="connsiteY241" fmla="*/ 3818688 h 6858000"/>
              <a:gd name="connsiteX242" fmla="*/ 1333759 w 5305156"/>
              <a:gd name="connsiteY242" fmla="*/ 3838402 h 6858000"/>
              <a:gd name="connsiteX243" fmla="*/ 1321819 w 5305156"/>
              <a:gd name="connsiteY243" fmla="*/ 3848653 h 6858000"/>
              <a:gd name="connsiteX244" fmla="*/ 1321819 w 5305156"/>
              <a:gd name="connsiteY244" fmla="*/ 3835248 h 6858000"/>
              <a:gd name="connsiteX245" fmla="*/ 999441 w 5305156"/>
              <a:gd name="connsiteY245" fmla="*/ 4115975 h 6858000"/>
              <a:gd name="connsiteX246" fmla="*/ 999441 w 5305156"/>
              <a:gd name="connsiteY246" fmla="*/ 4462154 h 6858000"/>
              <a:gd name="connsiteX247" fmla="*/ 1321819 w 5305156"/>
              <a:gd name="connsiteY247" fmla="*/ 4182215 h 6858000"/>
              <a:gd name="connsiteX248" fmla="*/ 1321819 w 5305156"/>
              <a:gd name="connsiteY248" fmla="*/ 3849441 h 6858000"/>
              <a:gd name="connsiteX249" fmla="*/ 1333759 w 5305156"/>
              <a:gd name="connsiteY249" fmla="*/ 3839190 h 6858000"/>
              <a:gd name="connsiteX250" fmla="*/ 1333759 w 5305156"/>
              <a:gd name="connsiteY250" fmla="*/ 4186946 h 6858000"/>
              <a:gd name="connsiteX251" fmla="*/ 1665970 w 5305156"/>
              <a:gd name="connsiteY251" fmla="*/ 4470828 h 6858000"/>
              <a:gd name="connsiteX252" fmla="*/ 1665970 w 5305156"/>
              <a:gd name="connsiteY252" fmla="*/ 4839875 h 6858000"/>
              <a:gd name="connsiteX253" fmla="*/ 1348509 w 5305156"/>
              <a:gd name="connsiteY253" fmla="*/ 5116661 h 6858000"/>
              <a:gd name="connsiteX254" fmla="*/ 1348509 w 5305156"/>
              <a:gd name="connsiteY254" fmla="*/ 5100101 h 6858000"/>
              <a:gd name="connsiteX255" fmla="*/ 1654030 w 5305156"/>
              <a:gd name="connsiteY255" fmla="*/ 4833567 h 6858000"/>
              <a:gd name="connsiteX256" fmla="*/ 1654030 w 5305156"/>
              <a:gd name="connsiteY256" fmla="*/ 4487388 h 6858000"/>
              <a:gd name="connsiteX257" fmla="*/ 1348509 w 5305156"/>
              <a:gd name="connsiteY257" fmla="*/ 4753134 h 6858000"/>
              <a:gd name="connsiteX258" fmla="*/ 1348509 w 5305156"/>
              <a:gd name="connsiteY258" fmla="*/ 4737362 h 6858000"/>
              <a:gd name="connsiteX259" fmla="*/ 1650518 w 5305156"/>
              <a:gd name="connsiteY259" fmla="*/ 4473983 h 6858000"/>
              <a:gd name="connsiteX260" fmla="*/ 1325331 w 5305156"/>
              <a:gd name="connsiteY260" fmla="*/ 4196409 h 6858000"/>
              <a:gd name="connsiteX261" fmla="*/ 1000847 w 5305156"/>
              <a:gd name="connsiteY261" fmla="*/ 4478714 h 6858000"/>
              <a:gd name="connsiteX262" fmla="*/ 1326033 w 5305156"/>
              <a:gd name="connsiteY262" fmla="*/ 4756288 h 6858000"/>
              <a:gd name="connsiteX263" fmla="*/ 1347806 w 5305156"/>
              <a:gd name="connsiteY263" fmla="*/ 4737362 h 6858000"/>
              <a:gd name="connsiteX264" fmla="*/ 1347806 w 5305156"/>
              <a:gd name="connsiteY264" fmla="*/ 4753922 h 6858000"/>
              <a:gd name="connsiteX265" fmla="*/ 1331652 w 5305156"/>
              <a:gd name="connsiteY265" fmla="*/ 4768116 h 6858000"/>
              <a:gd name="connsiteX266" fmla="*/ 1331652 w 5305156"/>
              <a:gd name="connsiteY266" fmla="*/ 5114295 h 6858000"/>
              <a:gd name="connsiteX267" fmla="*/ 1347806 w 5305156"/>
              <a:gd name="connsiteY267" fmla="*/ 5100101 h 6858000"/>
              <a:gd name="connsiteX268" fmla="*/ 1347806 w 5305156"/>
              <a:gd name="connsiteY268" fmla="*/ 5116661 h 6858000"/>
              <a:gd name="connsiteX269" fmla="*/ 1333759 w 5305156"/>
              <a:gd name="connsiteY269" fmla="*/ 5129278 h 6858000"/>
              <a:gd name="connsiteX270" fmla="*/ 1333759 w 5305156"/>
              <a:gd name="connsiteY270" fmla="*/ 5306704 h 6858000"/>
              <a:gd name="connsiteX271" fmla="*/ 1321819 w 5305156"/>
              <a:gd name="connsiteY271" fmla="*/ 5309070 h 6858000"/>
              <a:gd name="connsiteX272" fmla="*/ 1321819 w 5305156"/>
              <a:gd name="connsiteY272" fmla="*/ 5134798 h 6858000"/>
              <a:gd name="connsiteX273" fmla="*/ 1151851 w 5305156"/>
              <a:gd name="connsiteY273" fmla="*/ 5283047 h 6858000"/>
              <a:gd name="connsiteX274" fmla="*/ 1144827 w 5305156"/>
              <a:gd name="connsiteY274" fmla="*/ 5272008 h 6858000"/>
              <a:gd name="connsiteX275" fmla="*/ 1314093 w 5305156"/>
              <a:gd name="connsiteY275" fmla="*/ 5125335 h 6858000"/>
              <a:gd name="connsiteX276" fmla="*/ 988907 w 5305156"/>
              <a:gd name="connsiteY276" fmla="*/ 4847761 h 6858000"/>
              <a:gd name="connsiteX277" fmla="*/ 913053 w 5305156"/>
              <a:gd name="connsiteY277" fmla="*/ 4913212 h 6858000"/>
              <a:gd name="connsiteX278" fmla="*/ 668636 w 5305156"/>
              <a:gd name="connsiteY278" fmla="*/ 5126124 h 6858000"/>
              <a:gd name="connsiteX279" fmla="*/ 993823 w 5305156"/>
              <a:gd name="connsiteY279" fmla="*/ 5403697 h 6858000"/>
              <a:gd name="connsiteX280" fmla="*/ 1144827 w 5305156"/>
              <a:gd name="connsiteY280" fmla="*/ 5272796 h 6858000"/>
              <a:gd name="connsiteX281" fmla="*/ 1151149 w 5305156"/>
              <a:gd name="connsiteY281" fmla="*/ 5283047 h 6858000"/>
              <a:gd name="connsiteX282" fmla="*/ 999441 w 5305156"/>
              <a:gd name="connsiteY282" fmla="*/ 5415526 h 6858000"/>
              <a:gd name="connsiteX283" fmla="*/ 999441 w 5305156"/>
              <a:gd name="connsiteY283" fmla="*/ 5761705 h 6858000"/>
              <a:gd name="connsiteX284" fmla="*/ 1321819 w 5305156"/>
              <a:gd name="connsiteY284" fmla="*/ 5480976 h 6858000"/>
              <a:gd name="connsiteX285" fmla="*/ 1321819 w 5305156"/>
              <a:gd name="connsiteY285" fmla="*/ 5309858 h 6858000"/>
              <a:gd name="connsiteX286" fmla="*/ 1333759 w 5305156"/>
              <a:gd name="connsiteY286" fmla="*/ 5307493 h 6858000"/>
              <a:gd name="connsiteX287" fmla="*/ 1333759 w 5305156"/>
              <a:gd name="connsiteY287" fmla="*/ 5487285 h 6858000"/>
              <a:gd name="connsiteX288" fmla="*/ 1549380 w 5305156"/>
              <a:gd name="connsiteY288" fmla="*/ 5671020 h 6858000"/>
              <a:gd name="connsiteX289" fmla="*/ 1665970 w 5305156"/>
              <a:gd name="connsiteY289" fmla="*/ 5770379 h 6858000"/>
              <a:gd name="connsiteX290" fmla="*/ 1665970 w 5305156"/>
              <a:gd name="connsiteY290" fmla="*/ 6021141 h 6858000"/>
              <a:gd name="connsiteX291" fmla="*/ 1654030 w 5305156"/>
              <a:gd name="connsiteY291" fmla="*/ 6026661 h 6858000"/>
              <a:gd name="connsiteX292" fmla="*/ 1654030 w 5305156"/>
              <a:gd name="connsiteY292" fmla="*/ 5786939 h 6858000"/>
              <a:gd name="connsiteX293" fmla="*/ 1331652 w 5305156"/>
              <a:gd name="connsiteY293" fmla="*/ 6067667 h 6858000"/>
              <a:gd name="connsiteX294" fmla="*/ 1331652 w 5305156"/>
              <a:gd name="connsiteY294" fmla="*/ 6413845 h 6858000"/>
              <a:gd name="connsiteX295" fmla="*/ 1654030 w 5305156"/>
              <a:gd name="connsiteY295" fmla="*/ 6133906 h 6858000"/>
              <a:gd name="connsiteX296" fmla="*/ 1654030 w 5305156"/>
              <a:gd name="connsiteY296" fmla="*/ 6027450 h 6858000"/>
              <a:gd name="connsiteX297" fmla="*/ 1665970 w 5305156"/>
              <a:gd name="connsiteY297" fmla="*/ 6021930 h 6858000"/>
              <a:gd name="connsiteX298" fmla="*/ 1665970 w 5305156"/>
              <a:gd name="connsiteY298" fmla="*/ 6140214 h 6858000"/>
              <a:gd name="connsiteX299" fmla="*/ 1326033 w 5305156"/>
              <a:gd name="connsiteY299" fmla="*/ 6435925 h 6858000"/>
              <a:gd name="connsiteX300" fmla="*/ 988907 w 5305156"/>
              <a:gd name="connsiteY300" fmla="*/ 6147311 h 6858000"/>
              <a:gd name="connsiteX301" fmla="*/ 908136 w 5305156"/>
              <a:gd name="connsiteY301" fmla="*/ 6217493 h 6858000"/>
              <a:gd name="connsiteX302" fmla="*/ 901815 w 5305156"/>
              <a:gd name="connsiteY302" fmla="*/ 6206454 h 6858000"/>
              <a:gd name="connsiteX303" fmla="*/ 907434 w 5305156"/>
              <a:gd name="connsiteY303" fmla="*/ 6218282 h 6858000"/>
              <a:gd name="connsiteX304" fmla="*/ 665124 w 5305156"/>
              <a:gd name="connsiteY304" fmla="*/ 6429617 h 6858000"/>
              <a:gd name="connsiteX305" fmla="*/ 665124 w 5305156"/>
              <a:gd name="connsiteY305" fmla="*/ 6784470 h 6858000"/>
              <a:gd name="connsiteX306" fmla="*/ 722014 w 5305156"/>
              <a:gd name="connsiteY306" fmla="*/ 6833040 h 6858000"/>
              <a:gd name="connsiteX307" fmla="*/ 751249 w 5305156"/>
              <a:gd name="connsiteY307" fmla="*/ 6858000 h 6858000"/>
              <a:gd name="connsiteX308" fmla="*/ 5305156 w 5305156"/>
              <a:gd name="connsiteY30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5305156" h="6858000">
                <a:moveTo>
                  <a:pt x="657398" y="6793932"/>
                </a:moveTo>
                <a:cubicBezTo>
                  <a:pt x="657398" y="6793932"/>
                  <a:pt x="657398" y="6793932"/>
                  <a:pt x="585057" y="6857017"/>
                </a:cubicBezTo>
                <a:lnTo>
                  <a:pt x="583930" y="6858000"/>
                </a:lnTo>
                <a:lnTo>
                  <a:pt x="732294" y="6858000"/>
                </a:lnTo>
                <a:lnTo>
                  <a:pt x="725614" y="6852286"/>
                </a:lnTo>
                <a:cubicBezTo>
                  <a:pt x="709021" y="6838092"/>
                  <a:pt x="686897" y="6819166"/>
                  <a:pt x="657398" y="6793932"/>
                </a:cubicBezTo>
                <a:close/>
                <a:moveTo>
                  <a:pt x="653184" y="6434348"/>
                </a:moveTo>
                <a:cubicBezTo>
                  <a:pt x="653184" y="6434348"/>
                  <a:pt x="653184" y="6434348"/>
                  <a:pt x="330807" y="6715076"/>
                </a:cubicBezTo>
                <a:cubicBezTo>
                  <a:pt x="330807" y="6715076"/>
                  <a:pt x="330807" y="6715076"/>
                  <a:pt x="330807" y="6799592"/>
                </a:cubicBezTo>
                <a:lnTo>
                  <a:pt x="330807" y="6858000"/>
                </a:lnTo>
                <a:lnTo>
                  <a:pt x="564153" y="6858000"/>
                </a:lnTo>
                <a:lnTo>
                  <a:pt x="568902" y="6853863"/>
                </a:lnTo>
                <a:cubicBezTo>
                  <a:pt x="573818" y="6854652"/>
                  <a:pt x="579438" y="6856229"/>
                  <a:pt x="585057" y="6857017"/>
                </a:cubicBezTo>
                <a:cubicBezTo>
                  <a:pt x="579438" y="6855440"/>
                  <a:pt x="574521" y="6854652"/>
                  <a:pt x="569605" y="6853075"/>
                </a:cubicBezTo>
                <a:cubicBezTo>
                  <a:pt x="569605" y="6853075"/>
                  <a:pt x="569605" y="6853075"/>
                  <a:pt x="653184" y="6780527"/>
                </a:cubicBezTo>
                <a:cubicBezTo>
                  <a:pt x="653184" y="6780527"/>
                  <a:pt x="653184" y="6780527"/>
                  <a:pt x="653184" y="6434348"/>
                </a:cubicBezTo>
                <a:close/>
                <a:moveTo>
                  <a:pt x="5047259" y="6343650"/>
                </a:moveTo>
                <a:lnTo>
                  <a:pt x="5047259" y="6707250"/>
                </a:lnTo>
                <a:lnTo>
                  <a:pt x="4683659" y="6707250"/>
                </a:lnTo>
                <a:lnTo>
                  <a:pt x="4683659" y="6343650"/>
                </a:lnTo>
                <a:close/>
                <a:moveTo>
                  <a:pt x="985394" y="5786939"/>
                </a:moveTo>
                <a:cubicBezTo>
                  <a:pt x="985394" y="5786939"/>
                  <a:pt x="985394" y="5786939"/>
                  <a:pt x="777500" y="5968308"/>
                </a:cubicBezTo>
                <a:cubicBezTo>
                  <a:pt x="777500" y="5968308"/>
                  <a:pt x="777500" y="5968308"/>
                  <a:pt x="663017" y="6067667"/>
                </a:cubicBezTo>
                <a:cubicBezTo>
                  <a:pt x="663017" y="6067667"/>
                  <a:pt x="663017" y="6067667"/>
                  <a:pt x="663017" y="6413845"/>
                </a:cubicBezTo>
                <a:cubicBezTo>
                  <a:pt x="663017" y="6413845"/>
                  <a:pt x="663017" y="6413845"/>
                  <a:pt x="901815" y="6206454"/>
                </a:cubicBezTo>
                <a:cubicBezTo>
                  <a:pt x="901815" y="6206454"/>
                  <a:pt x="901815" y="6206454"/>
                  <a:pt x="985394" y="6133906"/>
                </a:cubicBezTo>
                <a:cubicBezTo>
                  <a:pt x="985394" y="6133906"/>
                  <a:pt x="985394" y="6133906"/>
                  <a:pt x="985394" y="5786939"/>
                </a:cubicBezTo>
                <a:close/>
                <a:moveTo>
                  <a:pt x="1549380" y="5671020"/>
                </a:moveTo>
                <a:cubicBezTo>
                  <a:pt x="1537440" y="5677328"/>
                  <a:pt x="1537440" y="5677328"/>
                  <a:pt x="1537440" y="5677328"/>
                </a:cubicBezTo>
                <a:cubicBezTo>
                  <a:pt x="1549380" y="5671020"/>
                  <a:pt x="1549380" y="5671020"/>
                  <a:pt x="1549380" y="5671020"/>
                </a:cubicBezTo>
                <a:close/>
                <a:moveTo>
                  <a:pt x="1325331" y="5495959"/>
                </a:moveTo>
                <a:cubicBezTo>
                  <a:pt x="1325331" y="5495959"/>
                  <a:pt x="1325331" y="5495959"/>
                  <a:pt x="1000847" y="5779053"/>
                </a:cubicBezTo>
                <a:cubicBezTo>
                  <a:pt x="1000847" y="5779053"/>
                  <a:pt x="1000847" y="5779053"/>
                  <a:pt x="1326033" y="6056627"/>
                </a:cubicBezTo>
                <a:cubicBezTo>
                  <a:pt x="1326033" y="6056627"/>
                  <a:pt x="1326033" y="6056627"/>
                  <a:pt x="1650518" y="5773533"/>
                </a:cubicBezTo>
                <a:cubicBezTo>
                  <a:pt x="1650518" y="5773533"/>
                  <a:pt x="1650518" y="5773533"/>
                  <a:pt x="1537440" y="5677328"/>
                </a:cubicBezTo>
                <a:cubicBezTo>
                  <a:pt x="1537440" y="5677328"/>
                  <a:pt x="1537440" y="5677328"/>
                  <a:pt x="1325331" y="5495959"/>
                </a:cubicBezTo>
                <a:close/>
                <a:moveTo>
                  <a:pt x="320271" y="4847761"/>
                </a:moveTo>
                <a:cubicBezTo>
                  <a:pt x="320271" y="4847761"/>
                  <a:pt x="320271" y="4847761"/>
                  <a:pt x="0" y="5126124"/>
                </a:cubicBezTo>
                <a:cubicBezTo>
                  <a:pt x="0" y="5126124"/>
                  <a:pt x="0" y="5126124"/>
                  <a:pt x="325188" y="5403697"/>
                </a:cubicBezTo>
                <a:cubicBezTo>
                  <a:pt x="325188" y="5403697"/>
                  <a:pt x="325188" y="5403697"/>
                  <a:pt x="433349" y="5309070"/>
                </a:cubicBezTo>
                <a:cubicBezTo>
                  <a:pt x="433349" y="5309070"/>
                  <a:pt x="433349" y="5309070"/>
                  <a:pt x="439670" y="5320898"/>
                </a:cubicBezTo>
                <a:cubicBezTo>
                  <a:pt x="439670" y="5320898"/>
                  <a:pt x="439670" y="5320898"/>
                  <a:pt x="330807" y="5415526"/>
                </a:cubicBezTo>
                <a:cubicBezTo>
                  <a:pt x="330807" y="5415526"/>
                  <a:pt x="330807" y="5415526"/>
                  <a:pt x="330807" y="5761705"/>
                </a:cubicBezTo>
                <a:cubicBezTo>
                  <a:pt x="330807" y="5761705"/>
                  <a:pt x="330807" y="5761705"/>
                  <a:pt x="563986" y="5559044"/>
                </a:cubicBezTo>
                <a:cubicBezTo>
                  <a:pt x="563986" y="5559044"/>
                  <a:pt x="563986" y="5559044"/>
                  <a:pt x="570307" y="5571661"/>
                </a:cubicBezTo>
                <a:cubicBezTo>
                  <a:pt x="570307" y="5571661"/>
                  <a:pt x="570307" y="5571661"/>
                  <a:pt x="332211" y="5779053"/>
                </a:cubicBezTo>
                <a:cubicBezTo>
                  <a:pt x="332211" y="5779053"/>
                  <a:pt x="332211" y="5779053"/>
                  <a:pt x="657398" y="6056627"/>
                </a:cubicBezTo>
                <a:cubicBezTo>
                  <a:pt x="657398" y="6056627"/>
                  <a:pt x="657398" y="6056627"/>
                  <a:pt x="771178" y="5957268"/>
                </a:cubicBezTo>
                <a:cubicBezTo>
                  <a:pt x="771178" y="5957268"/>
                  <a:pt x="771178" y="5957268"/>
                  <a:pt x="777500" y="5968308"/>
                </a:cubicBezTo>
                <a:cubicBezTo>
                  <a:pt x="777500" y="5968308"/>
                  <a:pt x="777500" y="5968308"/>
                  <a:pt x="771881" y="5956479"/>
                </a:cubicBezTo>
                <a:cubicBezTo>
                  <a:pt x="771881" y="5956479"/>
                  <a:pt x="771881" y="5956479"/>
                  <a:pt x="981883" y="5773533"/>
                </a:cubicBezTo>
                <a:cubicBezTo>
                  <a:pt x="981883" y="5773533"/>
                  <a:pt x="981883" y="5773533"/>
                  <a:pt x="656696" y="5495959"/>
                </a:cubicBezTo>
                <a:cubicBezTo>
                  <a:pt x="656696" y="5495959"/>
                  <a:pt x="656696" y="5495959"/>
                  <a:pt x="571010" y="5570873"/>
                </a:cubicBezTo>
                <a:cubicBezTo>
                  <a:pt x="571010" y="5570873"/>
                  <a:pt x="571010" y="5570873"/>
                  <a:pt x="563986" y="5558256"/>
                </a:cubicBezTo>
                <a:cubicBezTo>
                  <a:pt x="563986" y="5558256"/>
                  <a:pt x="563986" y="5558256"/>
                  <a:pt x="653184" y="5480976"/>
                </a:cubicBezTo>
                <a:cubicBezTo>
                  <a:pt x="653184" y="5480976"/>
                  <a:pt x="653184" y="5480976"/>
                  <a:pt x="653184" y="5134798"/>
                </a:cubicBezTo>
                <a:cubicBezTo>
                  <a:pt x="653184" y="5134798"/>
                  <a:pt x="653184" y="5134798"/>
                  <a:pt x="439670" y="5320110"/>
                </a:cubicBezTo>
                <a:cubicBezTo>
                  <a:pt x="439670" y="5320110"/>
                  <a:pt x="439670" y="5320110"/>
                  <a:pt x="434052" y="5309070"/>
                </a:cubicBezTo>
                <a:cubicBezTo>
                  <a:pt x="434052" y="5309070"/>
                  <a:pt x="434052" y="5309070"/>
                  <a:pt x="645458" y="5125335"/>
                </a:cubicBezTo>
                <a:cubicBezTo>
                  <a:pt x="645458" y="5125335"/>
                  <a:pt x="645458" y="5125335"/>
                  <a:pt x="320271" y="4847761"/>
                </a:cubicBezTo>
                <a:close/>
                <a:moveTo>
                  <a:pt x="985394" y="4487388"/>
                </a:moveTo>
                <a:cubicBezTo>
                  <a:pt x="985394" y="4487388"/>
                  <a:pt x="985394" y="4487388"/>
                  <a:pt x="763453" y="4680586"/>
                </a:cubicBezTo>
                <a:cubicBezTo>
                  <a:pt x="763453" y="4680586"/>
                  <a:pt x="763453" y="4680586"/>
                  <a:pt x="756430" y="4670335"/>
                </a:cubicBezTo>
                <a:cubicBezTo>
                  <a:pt x="756430" y="4670335"/>
                  <a:pt x="756430" y="4670335"/>
                  <a:pt x="762750" y="4680586"/>
                </a:cubicBezTo>
                <a:cubicBezTo>
                  <a:pt x="762750" y="4680586"/>
                  <a:pt x="762750" y="4680586"/>
                  <a:pt x="663017" y="4768116"/>
                </a:cubicBezTo>
                <a:cubicBezTo>
                  <a:pt x="663017" y="4768116"/>
                  <a:pt x="663017" y="4768116"/>
                  <a:pt x="663017" y="5114295"/>
                </a:cubicBezTo>
                <a:cubicBezTo>
                  <a:pt x="663017" y="5114295"/>
                  <a:pt x="663017" y="5114295"/>
                  <a:pt x="906029" y="4902960"/>
                </a:cubicBezTo>
                <a:cubicBezTo>
                  <a:pt x="906029" y="4902960"/>
                  <a:pt x="906029" y="4902960"/>
                  <a:pt x="913053" y="4913212"/>
                </a:cubicBezTo>
                <a:cubicBezTo>
                  <a:pt x="913053" y="4913212"/>
                  <a:pt x="913053" y="4913212"/>
                  <a:pt x="906732" y="4902172"/>
                </a:cubicBezTo>
                <a:cubicBezTo>
                  <a:pt x="906732" y="4902172"/>
                  <a:pt x="906732" y="4902172"/>
                  <a:pt x="985394" y="4833567"/>
                </a:cubicBezTo>
                <a:cubicBezTo>
                  <a:pt x="985394" y="4833567"/>
                  <a:pt x="985394" y="4833567"/>
                  <a:pt x="985394" y="4487388"/>
                </a:cubicBezTo>
                <a:close/>
                <a:moveTo>
                  <a:pt x="656696" y="4196409"/>
                </a:moveTo>
                <a:cubicBezTo>
                  <a:pt x="656696" y="4196409"/>
                  <a:pt x="656696" y="4196409"/>
                  <a:pt x="332211" y="4478714"/>
                </a:cubicBezTo>
                <a:cubicBezTo>
                  <a:pt x="332211" y="4478714"/>
                  <a:pt x="332211" y="4478714"/>
                  <a:pt x="657398" y="4756288"/>
                </a:cubicBezTo>
                <a:cubicBezTo>
                  <a:pt x="657398" y="4756288"/>
                  <a:pt x="657398" y="4756288"/>
                  <a:pt x="756430" y="4670335"/>
                </a:cubicBezTo>
                <a:cubicBezTo>
                  <a:pt x="756430" y="4670335"/>
                  <a:pt x="756430" y="4670335"/>
                  <a:pt x="981883" y="4473983"/>
                </a:cubicBezTo>
                <a:cubicBezTo>
                  <a:pt x="981883" y="4473983"/>
                  <a:pt x="981883" y="4473983"/>
                  <a:pt x="656696" y="4196409"/>
                </a:cubicBezTo>
                <a:close/>
                <a:moveTo>
                  <a:pt x="993120" y="3544268"/>
                </a:moveTo>
                <a:cubicBezTo>
                  <a:pt x="993120" y="3544268"/>
                  <a:pt x="993120" y="3544268"/>
                  <a:pt x="668636" y="3826573"/>
                </a:cubicBezTo>
                <a:cubicBezTo>
                  <a:pt x="668636" y="3826573"/>
                  <a:pt x="668636" y="3826573"/>
                  <a:pt x="993823" y="4104935"/>
                </a:cubicBezTo>
                <a:cubicBezTo>
                  <a:pt x="993823" y="4104935"/>
                  <a:pt x="993823" y="4104935"/>
                  <a:pt x="1318308" y="3821842"/>
                </a:cubicBezTo>
                <a:cubicBezTo>
                  <a:pt x="1318308" y="3821842"/>
                  <a:pt x="1318308" y="3821842"/>
                  <a:pt x="1002251" y="3552154"/>
                </a:cubicBezTo>
                <a:cubicBezTo>
                  <a:pt x="1002251" y="3552154"/>
                  <a:pt x="1002251" y="3552154"/>
                  <a:pt x="993120" y="3544268"/>
                </a:cubicBezTo>
                <a:close/>
                <a:moveTo>
                  <a:pt x="1318308" y="2538851"/>
                </a:moveTo>
                <a:cubicBezTo>
                  <a:pt x="1318308" y="2538851"/>
                  <a:pt x="1318308" y="2538851"/>
                  <a:pt x="1110412" y="2719432"/>
                </a:cubicBezTo>
                <a:cubicBezTo>
                  <a:pt x="1110412" y="2719432"/>
                  <a:pt x="1110412" y="2719432"/>
                  <a:pt x="1104092" y="2708392"/>
                </a:cubicBezTo>
                <a:cubicBezTo>
                  <a:pt x="1104092" y="2708392"/>
                  <a:pt x="1104092" y="2708392"/>
                  <a:pt x="1109710" y="2720221"/>
                </a:cubicBezTo>
                <a:cubicBezTo>
                  <a:pt x="1109710" y="2720221"/>
                  <a:pt x="1109710" y="2720221"/>
                  <a:pt x="995930" y="2819579"/>
                </a:cubicBezTo>
                <a:cubicBezTo>
                  <a:pt x="995930" y="2819579"/>
                  <a:pt x="995930" y="2819579"/>
                  <a:pt x="995930" y="3165758"/>
                </a:cubicBezTo>
                <a:cubicBezTo>
                  <a:pt x="995930" y="3165758"/>
                  <a:pt x="995930" y="3165758"/>
                  <a:pt x="1234025" y="2958366"/>
                </a:cubicBezTo>
                <a:cubicBezTo>
                  <a:pt x="1234025" y="2958366"/>
                  <a:pt x="1234025" y="2958366"/>
                  <a:pt x="1240347" y="2969406"/>
                </a:cubicBezTo>
                <a:cubicBezTo>
                  <a:pt x="1240347" y="2969406"/>
                  <a:pt x="1240347" y="2969406"/>
                  <a:pt x="1234728" y="2957578"/>
                </a:cubicBezTo>
                <a:cubicBezTo>
                  <a:pt x="1234728" y="2957578"/>
                  <a:pt x="1234728" y="2957578"/>
                  <a:pt x="1318308" y="2885030"/>
                </a:cubicBezTo>
                <a:cubicBezTo>
                  <a:pt x="1318308" y="2885030"/>
                  <a:pt x="1318308" y="2885030"/>
                  <a:pt x="1318308" y="2538851"/>
                </a:cubicBezTo>
                <a:close/>
                <a:moveTo>
                  <a:pt x="652482" y="1598885"/>
                </a:moveTo>
                <a:cubicBezTo>
                  <a:pt x="652482" y="1598885"/>
                  <a:pt x="652482" y="1598885"/>
                  <a:pt x="332211" y="1878036"/>
                </a:cubicBezTo>
                <a:cubicBezTo>
                  <a:pt x="332211" y="1878036"/>
                  <a:pt x="332211" y="1878036"/>
                  <a:pt x="657398" y="2155610"/>
                </a:cubicBezTo>
                <a:cubicBezTo>
                  <a:pt x="657398" y="2155610"/>
                  <a:pt x="657398" y="2155610"/>
                  <a:pt x="766262" y="2060983"/>
                </a:cubicBezTo>
                <a:cubicBezTo>
                  <a:pt x="766262" y="2060983"/>
                  <a:pt x="766262" y="2060983"/>
                  <a:pt x="771881" y="2072022"/>
                </a:cubicBezTo>
                <a:cubicBezTo>
                  <a:pt x="771881" y="2072022"/>
                  <a:pt x="771881" y="2072022"/>
                  <a:pt x="663017" y="2166650"/>
                </a:cubicBezTo>
                <a:cubicBezTo>
                  <a:pt x="663017" y="2166650"/>
                  <a:pt x="663017" y="2166650"/>
                  <a:pt x="663017" y="2513617"/>
                </a:cubicBezTo>
                <a:cubicBezTo>
                  <a:pt x="663017" y="2513617"/>
                  <a:pt x="663017" y="2513617"/>
                  <a:pt x="896196" y="2310168"/>
                </a:cubicBezTo>
                <a:cubicBezTo>
                  <a:pt x="896196" y="2310168"/>
                  <a:pt x="896196" y="2310168"/>
                  <a:pt x="902517" y="2322785"/>
                </a:cubicBezTo>
                <a:cubicBezTo>
                  <a:pt x="902517" y="2322785"/>
                  <a:pt x="902517" y="2322785"/>
                  <a:pt x="665124" y="2530177"/>
                </a:cubicBezTo>
                <a:cubicBezTo>
                  <a:pt x="665124" y="2530177"/>
                  <a:pt x="665124" y="2530177"/>
                  <a:pt x="990311" y="2807751"/>
                </a:cubicBezTo>
                <a:cubicBezTo>
                  <a:pt x="990311" y="2807751"/>
                  <a:pt x="990311" y="2807751"/>
                  <a:pt x="1104092" y="2708392"/>
                </a:cubicBezTo>
                <a:cubicBezTo>
                  <a:pt x="1104092" y="2708392"/>
                  <a:pt x="1104092" y="2708392"/>
                  <a:pt x="1314093" y="2525446"/>
                </a:cubicBezTo>
                <a:cubicBezTo>
                  <a:pt x="1314093" y="2525446"/>
                  <a:pt x="1314093" y="2525446"/>
                  <a:pt x="988907" y="2247872"/>
                </a:cubicBezTo>
                <a:cubicBezTo>
                  <a:pt x="988907" y="2247872"/>
                  <a:pt x="988907" y="2247872"/>
                  <a:pt x="903220" y="2322785"/>
                </a:cubicBezTo>
                <a:cubicBezTo>
                  <a:pt x="903220" y="2322785"/>
                  <a:pt x="903220" y="2322785"/>
                  <a:pt x="896899" y="2310168"/>
                </a:cubicBezTo>
                <a:cubicBezTo>
                  <a:pt x="896899" y="2310168"/>
                  <a:pt x="896899" y="2310168"/>
                  <a:pt x="985394" y="2232889"/>
                </a:cubicBezTo>
                <a:cubicBezTo>
                  <a:pt x="985394" y="2232889"/>
                  <a:pt x="985394" y="2232889"/>
                  <a:pt x="985394" y="1885922"/>
                </a:cubicBezTo>
                <a:cubicBezTo>
                  <a:pt x="985394" y="1885922"/>
                  <a:pt x="985394" y="1885922"/>
                  <a:pt x="772583" y="2072022"/>
                </a:cubicBezTo>
                <a:cubicBezTo>
                  <a:pt x="772583" y="2072022"/>
                  <a:pt x="772583" y="2072022"/>
                  <a:pt x="766262" y="2060194"/>
                </a:cubicBezTo>
                <a:cubicBezTo>
                  <a:pt x="766262" y="2060194"/>
                  <a:pt x="766262" y="2060194"/>
                  <a:pt x="977669" y="1876459"/>
                </a:cubicBezTo>
                <a:cubicBezTo>
                  <a:pt x="977669" y="1876459"/>
                  <a:pt x="977669" y="1876459"/>
                  <a:pt x="652482" y="1598885"/>
                </a:cubicBezTo>
                <a:close/>
                <a:moveTo>
                  <a:pt x="1318308" y="1238512"/>
                </a:moveTo>
                <a:cubicBezTo>
                  <a:pt x="1318308" y="1238512"/>
                  <a:pt x="1318308" y="1238512"/>
                  <a:pt x="1095663" y="1432499"/>
                </a:cubicBezTo>
                <a:cubicBezTo>
                  <a:pt x="1095663" y="1432499"/>
                  <a:pt x="1095663" y="1432499"/>
                  <a:pt x="995930" y="1519240"/>
                </a:cubicBezTo>
                <a:cubicBezTo>
                  <a:pt x="995930" y="1519240"/>
                  <a:pt x="995930" y="1519240"/>
                  <a:pt x="995930" y="1865419"/>
                </a:cubicBezTo>
                <a:cubicBezTo>
                  <a:pt x="995930" y="1865419"/>
                  <a:pt x="995930" y="1865419"/>
                  <a:pt x="1238240" y="1654085"/>
                </a:cubicBezTo>
                <a:cubicBezTo>
                  <a:pt x="1238240" y="1654085"/>
                  <a:pt x="1238240" y="1654085"/>
                  <a:pt x="1245264" y="1665124"/>
                </a:cubicBezTo>
                <a:cubicBezTo>
                  <a:pt x="1245264" y="1665124"/>
                  <a:pt x="1245264" y="1665124"/>
                  <a:pt x="1000847" y="1878036"/>
                </a:cubicBezTo>
                <a:cubicBezTo>
                  <a:pt x="1000847" y="1878036"/>
                  <a:pt x="1000847" y="1878036"/>
                  <a:pt x="1326033" y="2155610"/>
                </a:cubicBezTo>
                <a:cubicBezTo>
                  <a:pt x="1326033" y="2155610"/>
                  <a:pt x="1326033" y="2155610"/>
                  <a:pt x="1477038" y="2023920"/>
                </a:cubicBezTo>
                <a:cubicBezTo>
                  <a:pt x="1477038" y="2023920"/>
                  <a:pt x="1477038" y="2023920"/>
                  <a:pt x="1646304" y="1876459"/>
                </a:cubicBezTo>
                <a:cubicBezTo>
                  <a:pt x="1646304" y="1876459"/>
                  <a:pt x="1646304" y="1876459"/>
                  <a:pt x="1321116" y="1598885"/>
                </a:cubicBezTo>
                <a:cubicBezTo>
                  <a:pt x="1321116" y="1598885"/>
                  <a:pt x="1321116" y="1598885"/>
                  <a:pt x="1245965" y="1664336"/>
                </a:cubicBezTo>
                <a:cubicBezTo>
                  <a:pt x="1245965" y="1664336"/>
                  <a:pt x="1245965" y="1664336"/>
                  <a:pt x="1238942" y="1654085"/>
                </a:cubicBezTo>
                <a:cubicBezTo>
                  <a:pt x="1238942" y="1654085"/>
                  <a:pt x="1238942" y="1654085"/>
                  <a:pt x="1318308" y="1585480"/>
                </a:cubicBezTo>
                <a:cubicBezTo>
                  <a:pt x="1318308" y="1585480"/>
                  <a:pt x="1318308" y="1585480"/>
                  <a:pt x="1318308" y="1238512"/>
                </a:cubicBezTo>
                <a:close/>
                <a:moveTo>
                  <a:pt x="988907" y="947533"/>
                </a:moveTo>
                <a:cubicBezTo>
                  <a:pt x="988907" y="947533"/>
                  <a:pt x="988907" y="947533"/>
                  <a:pt x="665124" y="1230627"/>
                </a:cubicBezTo>
                <a:cubicBezTo>
                  <a:pt x="665124" y="1230627"/>
                  <a:pt x="665124" y="1230627"/>
                  <a:pt x="990311" y="1508201"/>
                </a:cubicBezTo>
                <a:cubicBezTo>
                  <a:pt x="990311" y="1508201"/>
                  <a:pt x="990311" y="1508201"/>
                  <a:pt x="1088639" y="1422247"/>
                </a:cubicBezTo>
                <a:cubicBezTo>
                  <a:pt x="1088639" y="1422247"/>
                  <a:pt x="1088639" y="1422247"/>
                  <a:pt x="1095663" y="1432499"/>
                </a:cubicBezTo>
                <a:cubicBezTo>
                  <a:pt x="1095663" y="1432499"/>
                  <a:pt x="1095663" y="1432499"/>
                  <a:pt x="1089342" y="1421459"/>
                </a:cubicBezTo>
                <a:cubicBezTo>
                  <a:pt x="1089342" y="1421459"/>
                  <a:pt x="1089342" y="1421459"/>
                  <a:pt x="1314093" y="1225107"/>
                </a:cubicBezTo>
                <a:cubicBezTo>
                  <a:pt x="1314093" y="1225107"/>
                  <a:pt x="1314093" y="1225107"/>
                  <a:pt x="988907" y="947533"/>
                </a:cubicBezTo>
                <a:close/>
                <a:moveTo>
                  <a:pt x="1325331" y="296181"/>
                </a:moveTo>
                <a:cubicBezTo>
                  <a:pt x="1325331" y="296181"/>
                  <a:pt x="1325331" y="296181"/>
                  <a:pt x="1000847" y="578486"/>
                </a:cubicBezTo>
                <a:cubicBezTo>
                  <a:pt x="1000847" y="578486"/>
                  <a:pt x="1000847" y="578486"/>
                  <a:pt x="1326033" y="856060"/>
                </a:cubicBezTo>
                <a:cubicBezTo>
                  <a:pt x="1326033" y="856060"/>
                  <a:pt x="1326033" y="856060"/>
                  <a:pt x="1650518" y="573754"/>
                </a:cubicBezTo>
                <a:cubicBezTo>
                  <a:pt x="1650518" y="573754"/>
                  <a:pt x="1650518" y="573754"/>
                  <a:pt x="1334462" y="304066"/>
                </a:cubicBezTo>
                <a:cubicBezTo>
                  <a:pt x="1334462" y="304066"/>
                  <a:pt x="1334462" y="304066"/>
                  <a:pt x="1325331" y="296181"/>
                </a:cubicBezTo>
                <a:close/>
                <a:moveTo>
                  <a:pt x="1226725" y="0"/>
                </a:moveTo>
                <a:lnTo>
                  <a:pt x="748180" y="0"/>
                </a:lnTo>
                <a:lnTo>
                  <a:pt x="763540" y="13087"/>
                </a:lnTo>
                <a:cubicBezTo>
                  <a:pt x="795936" y="40686"/>
                  <a:pt x="860728" y="95886"/>
                  <a:pt x="990311" y="206284"/>
                </a:cubicBezTo>
                <a:cubicBezTo>
                  <a:pt x="990311" y="206284"/>
                  <a:pt x="990311" y="206284"/>
                  <a:pt x="1159227" y="58896"/>
                </a:cubicBezTo>
                <a:close/>
                <a:moveTo>
                  <a:pt x="1318308" y="0"/>
                </a:moveTo>
                <a:lnTo>
                  <a:pt x="1245701" y="0"/>
                </a:lnTo>
                <a:lnTo>
                  <a:pt x="1228232" y="15255"/>
                </a:lnTo>
                <a:cubicBezTo>
                  <a:pt x="1195046" y="44235"/>
                  <a:pt x="1128673" y="102194"/>
                  <a:pt x="995930" y="218113"/>
                </a:cubicBezTo>
                <a:cubicBezTo>
                  <a:pt x="995930" y="218113"/>
                  <a:pt x="995930" y="218113"/>
                  <a:pt x="995930" y="564292"/>
                </a:cubicBezTo>
                <a:cubicBezTo>
                  <a:pt x="995930" y="564292"/>
                  <a:pt x="995930" y="564292"/>
                  <a:pt x="1318308" y="283564"/>
                </a:cubicBezTo>
                <a:cubicBezTo>
                  <a:pt x="1318308" y="283564"/>
                  <a:pt x="1318308" y="283564"/>
                  <a:pt x="1318308" y="84404"/>
                </a:cubicBezTo>
                <a:close/>
                <a:moveTo>
                  <a:pt x="5305156" y="0"/>
                </a:moveTo>
                <a:lnTo>
                  <a:pt x="1329545" y="0"/>
                </a:lnTo>
                <a:lnTo>
                  <a:pt x="1329545" y="1953"/>
                </a:lnTo>
                <a:cubicBezTo>
                  <a:pt x="1329545" y="28082"/>
                  <a:pt x="1329545" y="97759"/>
                  <a:pt x="1329545" y="283564"/>
                </a:cubicBezTo>
                <a:cubicBezTo>
                  <a:pt x="1329545" y="283564"/>
                  <a:pt x="1329545" y="283564"/>
                  <a:pt x="1343592" y="295392"/>
                </a:cubicBezTo>
                <a:cubicBezTo>
                  <a:pt x="1343592" y="295392"/>
                  <a:pt x="1343592" y="295392"/>
                  <a:pt x="1334462" y="304066"/>
                </a:cubicBezTo>
                <a:cubicBezTo>
                  <a:pt x="1334462" y="304066"/>
                  <a:pt x="1334462" y="304066"/>
                  <a:pt x="1344294" y="295392"/>
                </a:cubicBezTo>
                <a:cubicBezTo>
                  <a:pt x="1344294" y="295392"/>
                  <a:pt x="1344294" y="295392"/>
                  <a:pt x="1665970" y="570600"/>
                </a:cubicBezTo>
                <a:cubicBezTo>
                  <a:pt x="1665970" y="570600"/>
                  <a:pt x="1665970" y="570600"/>
                  <a:pt x="1665970" y="589526"/>
                </a:cubicBezTo>
                <a:cubicBezTo>
                  <a:pt x="1665970" y="589526"/>
                  <a:pt x="1665970" y="589526"/>
                  <a:pt x="1654030" y="599777"/>
                </a:cubicBezTo>
                <a:cubicBezTo>
                  <a:pt x="1654030" y="599777"/>
                  <a:pt x="1654030" y="599777"/>
                  <a:pt x="1654030" y="587160"/>
                </a:cubicBezTo>
                <a:cubicBezTo>
                  <a:pt x="1654030" y="587160"/>
                  <a:pt x="1654030" y="587160"/>
                  <a:pt x="1332355" y="867888"/>
                </a:cubicBezTo>
                <a:cubicBezTo>
                  <a:pt x="1332355" y="867888"/>
                  <a:pt x="1332355" y="867888"/>
                  <a:pt x="1332355" y="1214067"/>
                </a:cubicBezTo>
                <a:cubicBezTo>
                  <a:pt x="1332355" y="1214067"/>
                  <a:pt x="1332355" y="1214067"/>
                  <a:pt x="1654030" y="933339"/>
                </a:cubicBezTo>
                <a:cubicBezTo>
                  <a:pt x="1654030" y="933339"/>
                  <a:pt x="1654030" y="933339"/>
                  <a:pt x="1654030" y="600566"/>
                </a:cubicBezTo>
                <a:cubicBezTo>
                  <a:pt x="1654030" y="600566"/>
                  <a:pt x="1654030" y="600566"/>
                  <a:pt x="1665970" y="590314"/>
                </a:cubicBezTo>
                <a:cubicBezTo>
                  <a:pt x="1665970" y="590314"/>
                  <a:pt x="1665970" y="590314"/>
                  <a:pt x="1665970" y="938859"/>
                </a:cubicBezTo>
                <a:cubicBezTo>
                  <a:pt x="1665970" y="938859"/>
                  <a:pt x="1665970" y="938859"/>
                  <a:pt x="1998180" y="1221952"/>
                </a:cubicBezTo>
                <a:cubicBezTo>
                  <a:pt x="1998180" y="1221952"/>
                  <a:pt x="1998180" y="1221952"/>
                  <a:pt x="1998180" y="1591788"/>
                </a:cubicBezTo>
                <a:cubicBezTo>
                  <a:pt x="1998180" y="1591788"/>
                  <a:pt x="1998180" y="1591788"/>
                  <a:pt x="1680718" y="1867785"/>
                </a:cubicBezTo>
                <a:cubicBezTo>
                  <a:pt x="1680718" y="1867785"/>
                  <a:pt x="1680718" y="1867785"/>
                  <a:pt x="1680718" y="1851225"/>
                </a:cubicBezTo>
                <a:lnTo>
                  <a:pt x="1986942" y="1585480"/>
                </a:lnTo>
                <a:cubicBezTo>
                  <a:pt x="1986942" y="1585480"/>
                  <a:pt x="1986942" y="1585480"/>
                  <a:pt x="1986942" y="1238512"/>
                </a:cubicBezTo>
                <a:cubicBezTo>
                  <a:pt x="1986942" y="1238512"/>
                  <a:pt x="1986942" y="1238512"/>
                  <a:pt x="1680718" y="1505046"/>
                </a:cubicBezTo>
                <a:cubicBezTo>
                  <a:pt x="1680718" y="1505046"/>
                  <a:pt x="1680718" y="1505046"/>
                  <a:pt x="1680718" y="1488487"/>
                </a:cubicBezTo>
                <a:cubicBezTo>
                  <a:pt x="1680718" y="1488487"/>
                  <a:pt x="1680718" y="1488487"/>
                  <a:pt x="1982728" y="1225107"/>
                </a:cubicBezTo>
                <a:cubicBezTo>
                  <a:pt x="1982728" y="1225107"/>
                  <a:pt x="1982728" y="1225107"/>
                  <a:pt x="1657541" y="947533"/>
                </a:cubicBezTo>
                <a:cubicBezTo>
                  <a:pt x="1657541" y="947533"/>
                  <a:pt x="1657541" y="947533"/>
                  <a:pt x="1333056" y="1230627"/>
                </a:cubicBezTo>
                <a:cubicBezTo>
                  <a:pt x="1333056" y="1230627"/>
                  <a:pt x="1333056" y="1230627"/>
                  <a:pt x="1658244" y="1508201"/>
                </a:cubicBezTo>
                <a:cubicBezTo>
                  <a:pt x="1658244" y="1508201"/>
                  <a:pt x="1658244" y="1508201"/>
                  <a:pt x="1680017" y="1489275"/>
                </a:cubicBezTo>
                <a:cubicBezTo>
                  <a:pt x="1680017" y="1489275"/>
                  <a:pt x="1680017" y="1489275"/>
                  <a:pt x="1680017" y="1505835"/>
                </a:cubicBezTo>
                <a:cubicBezTo>
                  <a:pt x="1680017" y="1505835"/>
                  <a:pt x="1680017" y="1505835"/>
                  <a:pt x="1664565" y="1519240"/>
                </a:cubicBezTo>
                <a:cubicBezTo>
                  <a:pt x="1664565" y="1519240"/>
                  <a:pt x="1664565" y="1519240"/>
                  <a:pt x="1664565" y="1865419"/>
                </a:cubicBezTo>
                <a:cubicBezTo>
                  <a:pt x="1664565" y="1865419"/>
                  <a:pt x="1664565" y="1865419"/>
                  <a:pt x="1680017" y="1852014"/>
                </a:cubicBezTo>
                <a:cubicBezTo>
                  <a:pt x="1680017" y="1852014"/>
                  <a:pt x="1680017" y="1852014"/>
                  <a:pt x="1680017" y="1868573"/>
                </a:cubicBezTo>
                <a:cubicBezTo>
                  <a:pt x="1680017" y="1868573"/>
                  <a:pt x="1680017" y="1868573"/>
                  <a:pt x="1665970" y="1881190"/>
                </a:cubicBezTo>
                <a:cubicBezTo>
                  <a:pt x="1665970" y="1881190"/>
                  <a:pt x="1665970" y="1881190"/>
                  <a:pt x="1665970" y="2058617"/>
                </a:cubicBezTo>
                <a:cubicBezTo>
                  <a:pt x="1665970" y="2058617"/>
                  <a:pt x="1665970" y="2058617"/>
                  <a:pt x="1654030" y="2060194"/>
                </a:cubicBezTo>
                <a:cubicBezTo>
                  <a:pt x="1654030" y="2060194"/>
                  <a:pt x="1654030" y="2060194"/>
                  <a:pt x="1654030" y="1885922"/>
                </a:cubicBezTo>
                <a:cubicBezTo>
                  <a:pt x="1654030" y="1885922"/>
                  <a:pt x="1654030" y="1885922"/>
                  <a:pt x="1484061" y="2034172"/>
                </a:cubicBezTo>
                <a:cubicBezTo>
                  <a:pt x="1484061" y="2034172"/>
                  <a:pt x="1484061" y="2034172"/>
                  <a:pt x="1477038" y="2023920"/>
                </a:cubicBezTo>
                <a:cubicBezTo>
                  <a:pt x="1477038" y="2023920"/>
                  <a:pt x="1477038" y="2023920"/>
                  <a:pt x="1484061" y="2034960"/>
                </a:cubicBezTo>
                <a:cubicBezTo>
                  <a:pt x="1484061" y="2034960"/>
                  <a:pt x="1484061" y="2034960"/>
                  <a:pt x="1332355" y="2166650"/>
                </a:cubicBezTo>
                <a:cubicBezTo>
                  <a:pt x="1332355" y="2166650"/>
                  <a:pt x="1332355" y="2166650"/>
                  <a:pt x="1332355" y="2513617"/>
                </a:cubicBezTo>
                <a:cubicBezTo>
                  <a:pt x="1332355" y="2513617"/>
                  <a:pt x="1332355" y="2513617"/>
                  <a:pt x="1654030" y="2232889"/>
                </a:cubicBezTo>
                <a:cubicBezTo>
                  <a:pt x="1654030" y="2232889"/>
                  <a:pt x="1654030" y="2232889"/>
                  <a:pt x="1654030" y="2060983"/>
                </a:cubicBezTo>
                <a:cubicBezTo>
                  <a:pt x="1654030" y="2060983"/>
                  <a:pt x="1654030" y="2060983"/>
                  <a:pt x="1665970" y="2059405"/>
                </a:cubicBezTo>
                <a:cubicBezTo>
                  <a:pt x="1665970" y="2059405"/>
                  <a:pt x="1665970" y="2059405"/>
                  <a:pt x="1665970" y="2238409"/>
                </a:cubicBezTo>
                <a:cubicBezTo>
                  <a:pt x="1665970" y="2238409"/>
                  <a:pt x="1665970" y="2238409"/>
                  <a:pt x="1881590" y="2422144"/>
                </a:cubicBezTo>
                <a:cubicBezTo>
                  <a:pt x="1881590" y="2422144"/>
                  <a:pt x="1881590" y="2422144"/>
                  <a:pt x="1869650" y="2428452"/>
                </a:cubicBezTo>
                <a:cubicBezTo>
                  <a:pt x="1869650" y="2428452"/>
                  <a:pt x="1869650" y="2428452"/>
                  <a:pt x="1657541" y="2247872"/>
                </a:cubicBezTo>
                <a:cubicBezTo>
                  <a:pt x="1657541" y="2247872"/>
                  <a:pt x="1657541" y="2247872"/>
                  <a:pt x="1333056" y="2530177"/>
                </a:cubicBezTo>
                <a:cubicBezTo>
                  <a:pt x="1333056" y="2530177"/>
                  <a:pt x="1333056" y="2530177"/>
                  <a:pt x="1658244" y="2807751"/>
                </a:cubicBezTo>
                <a:cubicBezTo>
                  <a:pt x="1658244" y="2807751"/>
                  <a:pt x="1658244" y="2807751"/>
                  <a:pt x="1982728" y="2525446"/>
                </a:cubicBezTo>
                <a:cubicBezTo>
                  <a:pt x="1982728" y="2525446"/>
                  <a:pt x="1982728" y="2525446"/>
                  <a:pt x="1870353" y="2429241"/>
                </a:cubicBezTo>
                <a:cubicBezTo>
                  <a:pt x="1870353" y="2429241"/>
                  <a:pt x="1870353" y="2429241"/>
                  <a:pt x="1882293" y="2422933"/>
                </a:cubicBezTo>
                <a:cubicBezTo>
                  <a:pt x="1882293" y="2422933"/>
                  <a:pt x="1882293" y="2422933"/>
                  <a:pt x="1998180" y="2522291"/>
                </a:cubicBezTo>
                <a:cubicBezTo>
                  <a:pt x="1998180" y="2522291"/>
                  <a:pt x="1998180" y="2522291"/>
                  <a:pt x="1998180" y="2773054"/>
                </a:cubicBezTo>
                <a:cubicBezTo>
                  <a:pt x="1998180" y="2773054"/>
                  <a:pt x="1998180" y="2773054"/>
                  <a:pt x="1986942" y="2778574"/>
                </a:cubicBezTo>
                <a:cubicBezTo>
                  <a:pt x="1986942" y="2778574"/>
                  <a:pt x="1986942" y="2778574"/>
                  <a:pt x="1986942" y="2538851"/>
                </a:cubicBezTo>
                <a:cubicBezTo>
                  <a:pt x="1986942" y="2538851"/>
                  <a:pt x="1986942" y="2538851"/>
                  <a:pt x="1664565" y="2819579"/>
                </a:cubicBezTo>
                <a:cubicBezTo>
                  <a:pt x="1664565" y="2819579"/>
                  <a:pt x="1664565" y="2819579"/>
                  <a:pt x="1664565" y="3165758"/>
                </a:cubicBezTo>
                <a:cubicBezTo>
                  <a:pt x="1664565" y="3165758"/>
                  <a:pt x="1664565" y="3165758"/>
                  <a:pt x="1986942" y="2885030"/>
                </a:cubicBezTo>
                <a:cubicBezTo>
                  <a:pt x="1986942" y="2885030"/>
                  <a:pt x="1986942" y="2885030"/>
                  <a:pt x="1986942" y="2779363"/>
                </a:cubicBezTo>
                <a:cubicBezTo>
                  <a:pt x="1986942" y="2779363"/>
                  <a:pt x="1986942" y="2779363"/>
                  <a:pt x="1998180" y="2773843"/>
                </a:cubicBezTo>
                <a:cubicBezTo>
                  <a:pt x="1998180" y="2773843"/>
                  <a:pt x="1998180" y="2773843"/>
                  <a:pt x="1998180" y="2891339"/>
                </a:cubicBezTo>
                <a:cubicBezTo>
                  <a:pt x="1998180" y="2891339"/>
                  <a:pt x="1998180" y="2891339"/>
                  <a:pt x="1658946" y="3187049"/>
                </a:cubicBezTo>
                <a:cubicBezTo>
                  <a:pt x="1658946" y="3187049"/>
                  <a:pt x="1658946" y="3187049"/>
                  <a:pt x="1321116" y="2899224"/>
                </a:cubicBezTo>
                <a:cubicBezTo>
                  <a:pt x="1321116" y="2899224"/>
                  <a:pt x="1321116" y="2899224"/>
                  <a:pt x="1240347" y="2969406"/>
                </a:cubicBezTo>
                <a:cubicBezTo>
                  <a:pt x="1240347" y="2969406"/>
                  <a:pt x="1240347" y="2969406"/>
                  <a:pt x="997334" y="3180741"/>
                </a:cubicBezTo>
                <a:cubicBezTo>
                  <a:pt x="997334" y="3180741"/>
                  <a:pt x="997334" y="3180741"/>
                  <a:pt x="997334" y="3519034"/>
                </a:cubicBezTo>
                <a:cubicBezTo>
                  <a:pt x="997334" y="3519034"/>
                  <a:pt x="997334" y="3519034"/>
                  <a:pt x="985394" y="3519034"/>
                </a:cubicBezTo>
                <a:cubicBezTo>
                  <a:pt x="985394" y="3519034"/>
                  <a:pt x="985394" y="3519034"/>
                  <a:pt x="985394" y="3500109"/>
                </a:cubicBezTo>
                <a:cubicBezTo>
                  <a:pt x="985394" y="3500109"/>
                  <a:pt x="985394" y="3500109"/>
                  <a:pt x="985394" y="3186261"/>
                </a:cubicBezTo>
                <a:cubicBezTo>
                  <a:pt x="985394" y="3186261"/>
                  <a:pt x="985394" y="3186261"/>
                  <a:pt x="663017" y="3466989"/>
                </a:cubicBezTo>
                <a:cubicBezTo>
                  <a:pt x="663017" y="3466989"/>
                  <a:pt x="663017" y="3466989"/>
                  <a:pt x="663017" y="3495377"/>
                </a:cubicBezTo>
                <a:cubicBezTo>
                  <a:pt x="663017" y="3495377"/>
                  <a:pt x="663017" y="3495377"/>
                  <a:pt x="663017" y="3812379"/>
                </a:cubicBezTo>
                <a:cubicBezTo>
                  <a:pt x="663017" y="3812379"/>
                  <a:pt x="663017" y="3812379"/>
                  <a:pt x="985394" y="3532439"/>
                </a:cubicBezTo>
                <a:cubicBezTo>
                  <a:pt x="985394" y="3532439"/>
                  <a:pt x="985394" y="3532439"/>
                  <a:pt x="985394" y="3519822"/>
                </a:cubicBezTo>
                <a:cubicBezTo>
                  <a:pt x="985394" y="3519822"/>
                  <a:pt x="985394" y="3519822"/>
                  <a:pt x="997334" y="3519822"/>
                </a:cubicBezTo>
                <a:cubicBezTo>
                  <a:pt x="997334" y="3519822"/>
                  <a:pt x="997334" y="3519822"/>
                  <a:pt x="997334" y="3531651"/>
                </a:cubicBezTo>
                <a:cubicBezTo>
                  <a:pt x="997334" y="3531651"/>
                  <a:pt x="997334" y="3531651"/>
                  <a:pt x="1011381" y="3543479"/>
                </a:cubicBezTo>
                <a:cubicBezTo>
                  <a:pt x="1011381" y="3543479"/>
                  <a:pt x="1011381" y="3543479"/>
                  <a:pt x="1002251" y="3552154"/>
                </a:cubicBezTo>
                <a:cubicBezTo>
                  <a:pt x="1002251" y="3552154"/>
                  <a:pt x="1002251" y="3552154"/>
                  <a:pt x="1012084" y="3544268"/>
                </a:cubicBezTo>
                <a:cubicBezTo>
                  <a:pt x="1012084" y="3544268"/>
                  <a:pt x="1012084" y="3544268"/>
                  <a:pt x="1333759" y="3818688"/>
                </a:cubicBezTo>
                <a:cubicBezTo>
                  <a:pt x="1333759" y="3818688"/>
                  <a:pt x="1333759" y="3818688"/>
                  <a:pt x="1333759" y="3838402"/>
                </a:cubicBezTo>
                <a:cubicBezTo>
                  <a:pt x="1333759" y="3838402"/>
                  <a:pt x="1333759" y="3838402"/>
                  <a:pt x="1321819" y="3848653"/>
                </a:cubicBezTo>
                <a:cubicBezTo>
                  <a:pt x="1321819" y="3848653"/>
                  <a:pt x="1321819" y="3848653"/>
                  <a:pt x="1321819" y="3835248"/>
                </a:cubicBezTo>
                <a:cubicBezTo>
                  <a:pt x="1321819" y="3835248"/>
                  <a:pt x="1321819" y="3835248"/>
                  <a:pt x="999441" y="4115975"/>
                </a:cubicBezTo>
                <a:cubicBezTo>
                  <a:pt x="999441" y="4115975"/>
                  <a:pt x="999441" y="4115975"/>
                  <a:pt x="999441" y="4462154"/>
                </a:cubicBezTo>
                <a:cubicBezTo>
                  <a:pt x="999441" y="4462154"/>
                  <a:pt x="999441" y="4462154"/>
                  <a:pt x="1321819" y="4182215"/>
                </a:cubicBezTo>
                <a:cubicBezTo>
                  <a:pt x="1321819" y="4182215"/>
                  <a:pt x="1321819" y="4182215"/>
                  <a:pt x="1321819" y="3849441"/>
                </a:cubicBezTo>
                <a:cubicBezTo>
                  <a:pt x="1321819" y="3849441"/>
                  <a:pt x="1321819" y="3849441"/>
                  <a:pt x="1333759" y="3839190"/>
                </a:cubicBezTo>
                <a:cubicBezTo>
                  <a:pt x="1333759" y="3839190"/>
                  <a:pt x="1333759" y="3839190"/>
                  <a:pt x="1333759" y="4186946"/>
                </a:cubicBezTo>
                <a:cubicBezTo>
                  <a:pt x="1333759" y="4186946"/>
                  <a:pt x="1333759" y="4186946"/>
                  <a:pt x="1665970" y="4470828"/>
                </a:cubicBezTo>
                <a:cubicBezTo>
                  <a:pt x="1665970" y="4470828"/>
                  <a:pt x="1665970" y="4470828"/>
                  <a:pt x="1665970" y="4839875"/>
                </a:cubicBezTo>
                <a:cubicBezTo>
                  <a:pt x="1665970" y="4839875"/>
                  <a:pt x="1665970" y="4839875"/>
                  <a:pt x="1348509" y="5116661"/>
                </a:cubicBezTo>
                <a:cubicBezTo>
                  <a:pt x="1348509" y="5116661"/>
                  <a:pt x="1348509" y="5116661"/>
                  <a:pt x="1348509" y="5100101"/>
                </a:cubicBezTo>
                <a:cubicBezTo>
                  <a:pt x="1348509" y="5100101"/>
                  <a:pt x="1348509" y="5100101"/>
                  <a:pt x="1654030" y="4833567"/>
                </a:cubicBezTo>
                <a:cubicBezTo>
                  <a:pt x="1654030" y="4833567"/>
                  <a:pt x="1654030" y="4833567"/>
                  <a:pt x="1654030" y="4487388"/>
                </a:cubicBezTo>
                <a:cubicBezTo>
                  <a:pt x="1654030" y="4487388"/>
                  <a:pt x="1654030" y="4487388"/>
                  <a:pt x="1348509" y="4753134"/>
                </a:cubicBezTo>
                <a:cubicBezTo>
                  <a:pt x="1348509" y="4753134"/>
                  <a:pt x="1348509" y="4753134"/>
                  <a:pt x="1348509" y="4737362"/>
                </a:cubicBezTo>
                <a:cubicBezTo>
                  <a:pt x="1348509" y="4737362"/>
                  <a:pt x="1348509" y="4737362"/>
                  <a:pt x="1650518" y="4473983"/>
                </a:cubicBezTo>
                <a:cubicBezTo>
                  <a:pt x="1650518" y="4473983"/>
                  <a:pt x="1650518" y="4473983"/>
                  <a:pt x="1325331" y="4196409"/>
                </a:cubicBezTo>
                <a:cubicBezTo>
                  <a:pt x="1325331" y="4196409"/>
                  <a:pt x="1325331" y="4196409"/>
                  <a:pt x="1000847" y="4478714"/>
                </a:cubicBezTo>
                <a:cubicBezTo>
                  <a:pt x="1000847" y="4478714"/>
                  <a:pt x="1000847" y="4478714"/>
                  <a:pt x="1326033" y="4756288"/>
                </a:cubicBezTo>
                <a:cubicBezTo>
                  <a:pt x="1326033" y="4756288"/>
                  <a:pt x="1326033" y="4756288"/>
                  <a:pt x="1347806" y="4737362"/>
                </a:cubicBezTo>
                <a:cubicBezTo>
                  <a:pt x="1347806" y="4737362"/>
                  <a:pt x="1347806" y="4737362"/>
                  <a:pt x="1347806" y="4753922"/>
                </a:cubicBezTo>
                <a:cubicBezTo>
                  <a:pt x="1347806" y="4753922"/>
                  <a:pt x="1347806" y="4753922"/>
                  <a:pt x="1331652" y="4768116"/>
                </a:cubicBezTo>
                <a:cubicBezTo>
                  <a:pt x="1331652" y="4768116"/>
                  <a:pt x="1331652" y="4768116"/>
                  <a:pt x="1331652" y="5114295"/>
                </a:cubicBezTo>
                <a:cubicBezTo>
                  <a:pt x="1331652" y="5114295"/>
                  <a:pt x="1331652" y="5114295"/>
                  <a:pt x="1347806" y="5100101"/>
                </a:cubicBezTo>
                <a:cubicBezTo>
                  <a:pt x="1347806" y="5100101"/>
                  <a:pt x="1347806" y="5100101"/>
                  <a:pt x="1347806" y="5116661"/>
                </a:cubicBezTo>
                <a:cubicBezTo>
                  <a:pt x="1347806" y="5116661"/>
                  <a:pt x="1347806" y="5116661"/>
                  <a:pt x="1333759" y="5129278"/>
                </a:cubicBezTo>
                <a:cubicBezTo>
                  <a:pt x="1333759" y="5129278"/>
                  <a:pt x="1333759" y="5129278"/>
                  <a:pt x="1333759" y="5306704"/>
                </a:cubicBezTo>
                <a:cubicBezTo>
                  <a:pt x="1333759" y="5306704"/>
                  <a:pt x="1333759" y="5306704"/>
                  <a:pt x="1321819" y="5309070"/>
                </a:cubicBezTo>
                <a:cubicBezTo>
                  <a:pt x="1321819" y="5309070"/>
                  <a:pt x="1321819" y="5309070"/>
                  <a:pt x="1321819" y="5134798"/>
                </a:cubicBezTo>
                <a:cubicBezTo>
                  <a:pt x="1321819" y="5134798"/>
                  <a:pt x="1321819" y="5134798"/>
                  <a:pt x="1151851" y="5283047"/>
                </a:cubicBezTo>
                <a:cubicBezTo>
                  <a:pt x="1151851" y="5283047"/>
                  <a:pt x="1151851" y="5283047"/>
                  <a:pt x="1144827" y="5272008"/>
                </a:cubicBezTo>
                <a:cubicBezTo>
                  <a:pt x="1144827" y="5272008"/>
                  <a:pt x="1144827" y="5272008"/>
                  <a:pt x="1314093" y="5125335"/>
                </a:cubicBezTo>
                <a:cubicBezTo>
                  <a:pt x="1314093" y="5125335"/>
                  <a:pt x="1314093" y="5125335"/>
                  <a:pt x="988907" y="4847761"/>
                </a:cubicBezTo>
                <a:cubicBezTo>
                  <a:pt x="988907" y="4847761"/>
                  <a:pt x="988907" y="4847761"/>
                  <a:pt x="913053" y="4913212"/>
                </a:cubicBezTo>
                <a:cubicBezTo>
                  <a:pt x="913053" y="4913212"/>
                  <a:pt x="913053" y="4913212"/>
                  <a:pt x="668636" y="5126124"/>
                </a:cubicBezTo>
                <a:cubicBezTo>
                  <a:pt x="668636" y="5126124"/>
                  <a:pt x="668636" y="5126124"/>
                  <a:pt x="993823" y="5403697"/>
                </a:cubicBezTo>
                <a:cubicBezTo>
                  <a:pt x="993823" y="5403697"/>
                  <a:pt x="993823" y="5403697"/>
                  <a:pt x="1144827" y="5272796"/>
                </a:cubicBezTo>
                <a:cubicBezTo>
                  <a:pt x="1144827" y="5272796"/>
                  <a:pt x="1144827" y="5272796"/>
                  <a:pt x="1151149" y="5283047"/>
                </a:cubicBezTo>
                <a:cubicBezTo>
                  <a:pt x="1151149" y="5283047"/>
                  <a:pt x="1151149" y="5283047"/>
                  <a:pt x="999441" y="5415526"/>
                </a:cubicBezTo>
                <a:cubicBezTo>
                  <a:pt x="999441" y="5415526"/>
                  <a:pt x="999441" y="5415526"/>
                  <a:pt x="999441" y="5761705"/>
                </a:cubicBezTo>
                <a:cubicBezTo>
                  <a:pt x="999441" y="5761705"/>
                  <a:pt x="999441" y="5761705"/>
                  <a:pt x="1321819" y="5480976"/>
                </a:cubicBezTo>
                <a:cubicBezTo>
                  <a:pt x="1321819" y="5480976"/>
                  <a:pt x="1321819" y="5480976"/>
                  <a:pt x="1321819" y="5309858"/>
                </a:cubicBezTo>
                <a:cubicBezTo>
                  <a:pt x="1321819" y="5309858"/>
                  <a:pt x="1321819" y="5309858"/>
                  <a:pt x="1333759" y="5307493"/>
                </a:cubicBezTo>
                <a:cubicBezTo>
                  <a:pt x="1333759" y="5307493"/>
                  <a:pt x="1333759" y="5307493"/>
                  <a:pt x="1333759" y="5487285"/>
                </a:cubicBezTo>
                <a:cubicBezTo>
                  <a:pt x="1333759" y="5487285"/>
                  <a:pt x="1333759" y="5487285"/>
                  <a:pt x="1549380" y="5671020"/>
                </a:cubicBezTo>
                <a:cubicBezTo>
                  <a:pt x="1549380" y="5671020"/>
                  <a:pt x="1549380" y="5671020"/>
                  <a:pt x="1665970" y="5770379"/>
                </a:cubicBezTo>
                <a:cubicBezTo>
                  <a:pt x="1665970" y="5770379"/>
                  <a:pt x="1665970" y="5770379"/>
                  <a:pt x="1665970" y="6021141"/>
                </a:cubicBezTo>
                <a:cubicBezTo>
                  <a:pt x="1665970" y="6021141"/>
                  <a:pt x="1665970" y="6021141"/>
                  <a:pt x="1654030" y="6026661"/>
                </a:cubicBezTo>
                <a:cubicBezTo>
                  <a:pt x="1654030" y="6026661"/>
                  <a:pt x="1654030" y="6026661"/>
                  <a:pt x="1654030" y="5786939"/>
                </a:cubicBezTo>
                <a:cubicBezTo>
                  <a:pt x="1654030" y="5786939"/>
                  <a:pt x="1654030" y="5786939"/>
                  <a:pt x="1331652" y="6067667"/>
                </a:cubicBezTo>
                <a:cubicBezTo>
                  <a:pt x="1331652" y="6067667"/>
                  <a:pt x="1331652" y="6067667"/>
                  <a:pt x="1331652" y="6413845"/>
                </a:cubicBezTo>
                <a:cubicBezTo>
                  <a:pt x="1331652" y="6413845"/>
                  <a:pt x="1331652" y="6413845"/>
                  <a:pt x="1654030" y="6133906"/>
                </a:cubicBezTo>
                <a:cubicBezTo>
                  <a:pt x="1654030" y="6133906"/>
                  <a:pt x="1654030" y="6133906"/>
                  <a:pt x="1654030" y="6027450"/>
                </a:cubicBezTo>
                <a:cubicBezTo>
                  <a:pt x="1654030" y="6027450"/>
                  <a:pt x="1654030" y="6027450"/>
                  <a:pt x="1665970" y="6021930"/>
                </a:cubicBezTo>
                <a:cubicBezTo>
                  <a:pt x="1665970" y="6021930"/>
                  <a:pt x="1665970" y="6021930"/>
                  <a:pt x="1665970" y="6140214"/>
                </a:cubicBezTo>
                <a:cubicBezTo>
                  <a:pt x="1665970" y="6140214"/>
                  <a:pt x="1665970" y="6140214"/>
                  <a:pt x="1326033" y="6435925"/>
                </a:cubicBezTo>
                <a:cubicBezTo>
                  <a:pt x="1326033" y="6435925"/>
                  <a:pt x="1326033" y="6435925"/>
                  <a:pt x="988907" y="6147311"/>
                </a:cubicBezTo>
                <a:cubicBezTo>
                  <a:pt x="988907" y="6147311"/>
                  <a:pt x="988907" y="6147311"/>
                  <a:pt x="908136" y="6217493"/>
                </a:cubicBezTo>
                <a:cubicBezTo>
                  <a:pt x="908136" y="6217493"/>
                  <a:pt x="908136" y="6217493"/>
                  <a:pt x="901815" y="6206454"/>
                </a:cubicBezTo>
                <a:cubicBezTo>
                  <a:pt x="901815" y="6206454"/>
                  <a:pt x="901815" y="6206454"/>
                  <a:pt x="907434" y="6218282"/>
                </a:cubicBezTo>
                <a:cubicBezTo>
                  <a:pt x="907434" y="6218282"/>
                  <a:pt x="907434" y="6218282"/>
                  <a:pt x="665124" y="6429617"/>
                </a:cubicBezTo>
                <a:cubicBezTo>
                  <a:pt x="665124" y="6429617"/>
                  <a:pt x="665124" y="6429617"/>
                  <a:pt x="665124" y="6784470"/>
                </a:cubicBezTo>
                <a:cubicBezTo>
                  <a:pt x="665124" y="6784470"/>
                  <a:pt x="665124" y="6784470"/>
                  <a:pt x="722014" y="6833040"/>
                </a:cubicBezTo>
                <a:lnTo>
                  <a:pt x="751249" y="6858000"/>
                </a:lnTo>
                <a:lnTo>
                  <a:pt x="5305156" y="6858000"/>
                </a:lnTo>
                <a:close/>
              </a:path>
            </a:pathLst>
          </a:custGeom>
          <a:solidFill>
            <a:schemeClr val="bg1">
              <a:lumMod val="65000"/>
            </a:schemeClr>
          </a:solidFill>
        </p:spPr>
        <p:txBody>
          <a:bodyPr wrap="square" tIns="540000" rIns="540000">
            <a:noAutofit/>
          </a:bodyPr>
          <a:lstStyle>
            <a:lvl1pPr algn="r">
              <a:defRPr>
                <a:solidFill>
                  <a:schemeClr val="accent2">
                    <a:lumMod val="40000"/>
                    <a:lumOff val="60000"/>
                  </a:schemeClr>
                </a:solidFill>
              </a:defRPr>
            </a:lvl1pPr>
          </a:lstStyle>
          <a:p>
            <a:r>
              <a:rPr lang="fr-FR" dirty="0"/>
              <a:t>Insérez ou glissez votre image ici</a:t>
            </a:r>
          </a:p>
        </p:txBody>
      </p:sp>
      <p:sp>
        <p:nvSpPr>
          <p:cNvPr id="7" name="ZoneTexte 6">
            <a:extLst>
              <a:ext uri="{FF2B5EF4-FFF2-40B4-BE49-F238E27FC236}">
                <a16:creationId xmlns:a16="http://schemas.microsoft.com/office/drawing/2014/main" id="{31680F71-13D8-7F13-2E1C-1B43E34B35C6}"/>
              </a:ext>
            </a:extLst>
          </p:cNvPr>
          <p:cNvSpPr txBox="1"/>
          <p:nvPr userDrawn="1"/>
        </p:nvSpPr>
        <p:spPr>
          <a:xfrm>
            <a:off x="-101600" y="-276999"/>
            <a:ext cx="12192000" cy="461665"/>
          </a:xfrm>
          <a:prstGeom prst="rect">
            <a:avLst/>
          </a:prstGeom>
          <a:noFill/>
        </p:spPr>
        <p:txBody>
          <a:bodyPr wrap="square" rtlCol="0">
            <a:spAutoFit/>
          </a:bodyPr>
          <a:lstStyle/>
          <a:p>
            <a:r>
              <a:rPr lang="fr-FR" sz="1200" dirty="0">
                <a:solidFill>
                  <a:schemeClr val="bg1">
                    <a:lumMod val="50000"/>
                  </a:schemeClr>
                </a:solidFill>
              </a:rPr>
              <a:t>Disposition : Visuel + contenu</a:t>
            </a:r>
          </a:p>
          <a:p>
            <a:endParaRPr lang="fr-FR" sz="1200" dirty="0">
              <a:solidFill>
                <a:schemeClr val="bg1">
                  <a:lumMod val="50000"/>
                </a:schemeClr>
              </a:solidFill>
            </a:endParaRPr>
          </a:p>
        </p:txBody>
      </p:sp>
      <p:sp>
        <p:nvSpPr>
          <p:cNvPr id="3" name="Espace réservé du contenu 2">
            <a:extLst>
              <a:ext uri="{FF2B5EF4-FFF2-40B4-BE49-F238E27FC236}">
                <a16:creationId xmlns:a16="http://schemas.microsoft.com/office/drawing/2014/main" id="{BD2E413D-76E6-5233-CF73-FD49BCAF474D}"/>
              </a:ext>
            </a:extLst>
          </p:cNvPr>
          <p:cNvSpPr>
            <a:spLocks noGrp="1"/>
          </p:cNvSpPr>
          <p:nvPr>
            <p:ph idx="1"/>
          </p:nvPr>
        </p:nvSpPr>
        <p:spPr>
          <a:xfrm>
            <a:off x="5471290" y="1390750"/>
            <a:ext cx="5979247" cy="453231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10" name="Titre 10">
            <a:extLst>
              <a:ext uri="{FF2B5EF4-FFF2-40B4-BE49-F238E27FC236}">
                <a16:creationId xmlns:a16="http://schemas.microsoft.com/office/drawing/2014/main" id="{E8A77A76-28CB-5629-14F2-37B56A986D79}"/>
              </a:ext>
            </a:extLst>
          </p:cNvPr>
          <p:cNvSpPr>
            <a:spLocks noGrp="1"/>
          </p:cNvSpPr>
          <p:nvPr>
            <p:ph type="title"/>
          </p:nvPr>
        </p:nvSpPr>
        <p:spPr>
          <a:xfrm>
            <a:off x="5483721" y="314036"/>
            <a:ext cx="5976441" cy="871827"/>
          </a:xfrm>
        </p:spPr>
        <p:txBody>
          <a:bodyPr/>
          <a:lstStyle>
            <a:lvl1pPr>
              <a:defRPr>
                <a:solidFill>
                  <a:schemeClr val="tx2"/>
                </a:solidFill>
              </a:defRPr>
            </a:lvl1pPr>
          </a:lstStyle>
          <a:p>
            <a:r>
              <a:rPr lang="fr-FR"/>
              <a:t>Modifiez le style du titre</a:t>
            </a:r>
            <a:endParaRPr lang="fr-FR" dirty="0"/>
          </a:p>
        </p:txBody>
      </p:sp>
      <p:sp>
        <p:nvSpPr>
          <p:cNvPr id="12" name="Rectangle 11"/>
          <p:cNvSpPr/>
          <p:nvPr userDrawn="1"/>
        </p:nvSpPr>
        <p:spPr>
          <a:xfrm>
            <a:off x="5994400" y="6119336"/>
            <a:ext cx="4921091" cy="738664"/>
          </a:xfrm>
          <a:prstGeom prst="rect">
            <a:avLst/>
          </a:prstGeom>
        </p:spPr>
        <p:txBody>
          <a:bodyPr wrap="none">
            <a:spAutoFit/>
          </a:bodyPr>
          <a:lstStyle/>
          <a:p>
            <a:pPr algn="ctr"/>
            <a:r>
              <a:rPr lang="fr-FR" sz="1800" dirty="0">
                <a:solidFill>
                  <a:schemeClr val="tx2"/>
                </a:solidFill>
              </a:rPr>
              <a:t>CONFIDENTIEL</a:t>
            </a:r>
            <a:r>
              <a:rPr lang="fr-FR" sz="1800" baseline="0" dirty="0">
                <a:solidFill>
                  <a:schemeClr val="tx2"/>
                </a:solidFill>
              </a:rPr>
              <a:t> PROJET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2"/>
                </a:solidFill>
                <a:effectLst/>
                <a:latin typeface="+mn-lt"/>
                <a:ea typeface="+mn-ea"/>
                <a:cs typeface="+mn-cs"/>
              </a:rPr>
              <a:t>Ce document est la propriété du CEA et ne peut être utilisé, reproduit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2"/>
                </a:solidFill>
                <a:effectLst/>
                <a:latin typeface="+mn-lt"/>
                <a:ea typeface="+mn-ea"/>
                <a:cs typeface="+mn-cs"/>
              </a:rPr>
              <a:t>ou communiqué en dehors du CEA sans l’accord de son émetteur.</a:t>
            </a:r>
          </a:p>
        </p:txBody>
      </p:sp>
      <p:sp>
        <p:nvSpPr>
          <p:cNvPr id="11" name="ZoneTexte 10"/>
          <p:cNvSpPr txBox="1"/>
          <p:nvPr userDrawn="1"/>
        </p:nvSpPr>
        <p:spPr>
          <a:xfrm>
            <a:off x="4566000" y="0"/>
            <a:ext cx="3060000" cy="360000"/>
          </a:xfrm>
          <a:prstGeom prst="rect">
            <a:avLst/>
          </a:prstGeom>
          <a:solidFill>
            <a:schemeClr val="bg1"/>
          </a:solidFill>
          <a:ln w="28575">
            <a:solidFill>
              <a:schemeClr val="tx2"/>
            </a:solidFill>
          </a:ln>
        </p:spPr>
        <p:txBody>
          <a:bodyPr wrap="square" rtlCol="0">
            <a:spAutoFit/>
          </a:bodyPr>
          <a:lstStyle/>
          <a:p>
            <a:pPr algn="ctr"/>
            <a:r>
              <a:rPr lang="fr-FR" b="1" dirty="0">
                <a:solidFill>
                  <a:schemeClr val="tx2"/>
                </a:solidFill>
              </a:rPr>
              <a:t>CONFIDENTIEL PROJET</a:t>
            </a:r>
          </a:p>
        </p:txBody>
      </p:sp>
    </p:spTree>
    <p:extLst>
      <p:ext uri="{BB962C8B-B14F-4D97-AF65-F5344CB8AC3E}">
        <p14:creationId xmlns:p14="http://schemas.microsoft.com/office/powerpoint/2010/main" val="132905193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Visuel haut + contenu">
    <p:spTree>
      <p:nvGrpSpPr>
        <p:cNvPr id="1" name=""/>
        <p:cNvGrpSpPr/>
        <p:nvPr/>
      </p:nvGrpSpPr>
      <p:grpSpPr>
        <a:xfrm>
          <a:off x="0" y="0"/>
          <a:ext cx="0" cy="0"/>
          <a:chOff x="0" y="0"/>
          <a:chExt cx="0" cy="0"/>
        </a:xfrm>
      </p:grpSpPr>
      <p:sp>
        <p:nvSpPr>
          <p:cNvPr id="14" name="Espace réservé pour une image  28">
            <a:extLst>
              <a:ext uri="{FF2B5EF4-FFF2-40B4-BE49-F238E27FC236}">
                <a16:creationId xmlns:a16="http://schemas.microsoft.com/office/drawing/2014/main" id="{DCB96DEF-5249-666B-576F-70AC92D06638}"/>
              </a:ext>
            </a:extLst>
          </p:cNvPr>
          <p:cNvSpPr>
            <a:spLocks noGrp="1"/>
          </p:cNvSpPr>
          <p:nvPr>
            <p:ph type="pic" sz="quarter" idx="13" hasCustomPrompt="1"/>
          </p:nvPr>
        </p:nvSpPr>
        <p:spPr>
          <a:xfrm flipH="1">
            <a:off x="-35541" y="-27742"/>
            <a:ext cx="12125939" cy="2408374"/>
          </a:xfrm>
          <a:custGeom>
            <a:avLst/>
            <a:gdLst>
              <a:gd name="connsiteX0" fmla="*/ 738225 w 5957423"/>
              <a:gd name="connsiteY0" fmla="*/ 6793932 h 6858000"/>
              <a:gd name="connsiteX1" fmla="*/ 814828 w 5957423"/>
              <a:gd name="connsiteY1" fmla="*/ 6852286 h 6858000"/>
              <a:gd name="connsiteX2" fmla="*/ 822329 w 5957423"/>
              <a:gd name="connsiteY2" fmla="*/ 6858000 h 6858000"/>
              <a:gd name="connsiteX3" fmla="*/ 655724 w 5957423"/>
              <a:gd name="connsiteY3" fmla="*/ 6858000 h 6858000"/>
              <a:gd name="connsiteX4" fmla="*/ 656989 w 5957423"/>
              <a:gd name="connsiteY4" fmla="*/ 6857017 h 6858000"/>
              <a:gd name="connsiteX5" fmla="*/ 738225 w 5957423"/>
              <a:gd name="connsiteY5" fmla="*/ 6793932 h 6858000"/>
              <a:gd name="connsiteX6" fmla="*/ 733493 w 5957423"/>
              <a:gd name="connsiteY6" fmla="*/ 6434348 h 6858000"/>
              <a:gd name="connsiteX7" fmla="*/ 733493 w 5957423"/>
              <a:gd name="connsiteY7" fmla="*/ 6780527 h 6858000"/>
              <a:gd name="connsiteX8" fmla="*/ 639637 w 5957423"/>
              <a:gd name="connsiteY8" fmla="*/ 6853075 h 6858000"/>
              <a:gd name="connsiteX9" fmla="*/ 656989 w 5957423"/>
              <a:gd name="connsiteY9" fmla="*/ 6857017 h 6858000"/>
              <a:gd name="connsiteX10" fmla="*/ 638848 w 5957423"/>
              <a:gd name="connsiteY10" fmla="*/ 6853863 h 6858000"/>
              <a:gd name="connsiteX11" fmla="*/ 633515 w 5957423"/>
              <a:gd name="connsiteY11" fmla="*/ 6858000 h 6858000"/>
              <a:gd name="connsiteX12" fmla="*/ 371479 w 5957423"/>
              <a:gd name="connsiteY12" fmla="*/ 6858000 h 6858000"/>
              <a:gd name="connsiteX13" fmla="*/ 371479 w 5957423"/>
              <a:gd name="connsiteY13" fmla="*/ 6799592 h 6858000"/>
              <a:gd name="connsiteX14" fmla="*/ 371479 w 5957423"/>
              <a:gd name="connsiteY14" fmla="*/ 6715076 h 6858000"/>
              <a:gd name="connsiteX15" fmla="*/ 733493 w 5957423"/>
              <a:gd name="connsiteY15" fmla="*/ 6434348 h 6858000"/>
              <a:gd name="connsiteX16" fmla="*/ 1106548 w 5957423"/>
              <a:gd name="connsiteY16" fmla="*/ 5786939 h 6858000"/>
              <a:gd name="connsiteX17" fmla="*/ 1106548 w 5957423"/>
              <a:gd name="connsiteY17" fmla="*/ 6133906 h 6858000"/>
              <a:gd name="connsiteX18" fmla="*/ 1012693 w 5957423"/>
              <a:gd name="connsiteY18" fmla="*/ 6206454 h 6858000"/>
              <a:gd name="connsiteX19" fmla="*/ 744534 w 5957423"/>
              <a:gd name="connsiteY19" fmla="*/ 6413845 h 6858000"/>
              <a:gd name="connsiteX20" fmla="*/ 744534 w 5957423"/>
              <a:gd name="connsiteY20" fmla="*/ 6067667 h 6858000"/>
              <a:gd name="connsiteX21" fmla="*/ 873093 w 5957423"/>
              <a:gd name="connsiteY21" fmla="*/ 5968308 h 6858000"/>
              <a:gd name="connsiteX22" fmla="*/ 1106548 w 5957423"/>
              <a:gd name="connsiteY22" fmla="*/ 5786939 h 6858000"/>
              <a:gd name="connsiteX23" fmla="*/ 1739875 w 5957423"/>
              <a:gd name="connsiteY23" fmla="*/ 5671020 h 6858000"/>
              <a:gd name="connsiteX24" fmla="*/ 1726467 w 5957423"/>
              <a:gd name="connsiteY24" fmla="*/ 5677328 h 6858000"/>
              <a:gd name="connsiteX25" fmla="*/ 1739875 w 5957423"/>
              <a:gd name="connsiteY25" fmla="*/ 5671020 h 6858000"/>
              <a:gd name="connsiteX26" fmla="*/ 1488280 w 5957423"/>
              <a:gd name="connsiteY26" fmla="*/ 5495959 h 6858000"/>
              <a:gd name="connsiteX27" fmla="*/ 1726467 w 5957423"/>
              <a:gd name="connsiteY27" fmla="*/ 5677328 h 6858000"/>
              <a:gd name="connsiteX28" fmla="*/ 1853448 w 5957423"/>
              <a:gd name="connsiteY28" fmla="*/ 5773533 h 6858000"/>
              <a:gd name="connsiteX29" fmla="*/ 1489068 w 5957423"/>
              <a:gd name="connsiteY29" fmla="*/ 6056627 h 6858000"/>
              <a:gd name="connsiteX30" fmla="*/ 1123900 w 5957423"/>
              <a:gd name="connsiteY30" fmla="*/ 5779053 h 6858000"/>
              <a:gd name="connsiteX31" fmla="*/ 1488280 w 5957423"/>
              <a:gd name="connsiteY31" fmla="*/ 5495959 h 6858000"/>
              <a:gd name="connsiteX32" fmla="*/ 359648 w 5957423"/>
              <a:gd name="connsiteY32" fmla="*/ 4847761 h 6858000"/>
              <a:gd name="connsiteX33" fmla="*/ 724817 w 5957423"/>
              <a:gd name="connsiteY33" fmla="*/ 5125335 h 6858000"/>
              <a:gd name="connsiteX34" fmla="*/ 487418 w 5957423"/>
              <a:gd name="connsiteY34" fmla="*/ 5309070 h 6858000"/>
              <a:gd name="connsiteX35" fmla="*/ 493727 w 5957423"/>
              <a:gd name="connsiteY35" fmla="*/ 5320110 h 6858000"/>
              <a:gd name="connsiteX36" fmla="*/ 733493 w 5957423"/>
              <a:gd name="connsiteY36" fmla="*/ 5134798 h 6858000"/>
              <a:gd name="connsiteX37" fmla="*/ 733493 w 5957423"/>
              <a:gd name="connsiteY37" fmla="*/ 5480976 h 6858000"/>
              <a:gd name="connsiteX38" fmla="*/ 633328 w 5957423"/>
              <a:gd name="connsiteY38" fmla="*/ 5558256 h 6858000"/>
              <a:gd name="connsiteX39" fmla="*/ 641215 w 5957423"/>
              <a:gd name="connsiteY39" fmla="*/ 5570873 h 6858000"/>
              <a:gd name="connsiteX40" fmla="*/ 737436 w 5957423"/>
              <a:gd name="connsiteY40" fmla="*/ 5495959 h 6858000"/>
              <a:gd name="connsiteX41" fmla="*/ 1102605 w 5957423"/>
              <a:gd name="connsiteY41" fmla="*/ 5773533 h 6858000"/>
              <a:gd name="connsiteX42" fmla="*/ 866783 w 5957423"/>
              <a:gd name="connsiteY42" fmla="*/ 5956479 h 6858000"/>
              <a:gd name="connsiteX43" fmla="*/ 873093 w 5957423"/>
              <a:gd name="connsiteY43" fmla="*/ 5968308 h 6858000"/>
              <a:gd name="connsiteX44" fmla="*/ 865994 w 5957423"/>
              <a:gd name="connsiteY44" fmla="*/ 5957268 h 6858000"/>
              <a:gd name="connsiteX45" fmla="*/ 738225 w 5957423"/>
              <a:gd name="connsiteY45" fmla="*/ 6056627 h 6858000"/>
              <a:gd name="connsiteX46" fmla="*/ 373056 w 5957423"/>
              <a:gd name="connsiteY46" fmla="*/ 5779053 h 6858000"/>
              <a:gd name="connsiteX47" fmla="*/ 640426 w 5957423"/>
              <a:gd name="connsiteY47" fmla="*/ 5571661 h 6858000"/>
              <a:gd name="connsiteX48" fmla="*/ 633328 w 5957423"/>
              <a:gd name="connsiteY48" fmla="*/ 5559044 h 6858000"/>
              <a:gd name="connsiteX49" fmla="*/ 371479 w 5957423"/>
              <a:gd name="connsiteY49" fmla="*/ 5761705 h 6858000"/>
              <a:gd name="connsiteX50" fmla="*/ 371479 w 5957423"/>
              <a:gd name="connsiteY50" fmla="*/ 5415526 h 6858000"/>
              <a:gd name="connsiteX51" fmla="*/ 493727 w 5957423"/>
              <a:gd name="connsiteY51" fmla="*/ 5320898 h 6858000"/>
              <a:gd name="connsiteX52" fmla="*/ 486629 w 5957423"/>
              <a:gd name="connsiteY52" fmla="*/ 5309070 h 6858000"/>
              <a:gd name="connsiteX53" fmla="*/ 365169 w 5957423"/>
              <a:gd name="connsiteY53" fmla="*/ 5403697 h 6858000"/>
              <a:gd name="connsiteX54" fmla="*/ 0 w 5957423"/>
              <a:gd name="connsiteY54" fmla="*/ 5126124 h 6858000"/>
              <a:gd name="connsiteX55" fmla="*/ 359648 w 5957423"/>
              <a:gd name="connsiteY55" fmla="*/ 4847761 h 6858000"/>
              <a:gd name="connsiteX56" fmla="*/ 1106548 w 5957423"/>
              <a:gd name="connsiteY56" fmla="*/ 4487388 h 6858000"/>
              <a:gd name="connsiteX57" fmla="*/ 1106548 w 5957423"/>
              <a:gd name="connsiteY57" fmla="*/ 4833567 h 6858000"/>
              <a:gd name="connsiteX58" fmla="*/ 1018214 w 5957423"/>
              <a:gd name="connsiteY58" fmla="*/ 4902172 h 6858000"/>
              <a:gd name="connsiteX59" fmla="*/ 1025312 w 5957423"/>
              <a:gd name="connsiteY59" fmla="*/ 4913212 h 6858000"/>
              <a:gd name="connsiteX60" fmla="*/ 1017425 w 5957423"/>
              <a:gd name="connsiteY60" fmla="*/ 4902960 h 6858000"/>
              <a:gd name="connsiteX61" fmla="*/ 744534 w 5957423"/>
              <a:gd name="connsiteY61" fmla="*/ 5114295 h 6858000"/>
              <a:gd name="connsiteX62" fmla="*/ 744534 w 5957423"/>
              <a:gd name="connsiteY62" fmla="*/ 4768116 h 6858000"/>
              <a:gd name="connsiteX63" fmla="*/ 856530 w 5957423"/>
              <a:gd name="connsiteY63" fmla="*/ 4680586 h 6858000"/>
              <a:gd name="connsiteX64" fmla="*/ 849432 w 5957423"/>
              <a:gd name="connsiteY64" fmla="*/ 4670335 h 6858000"/>
              <a:gd name="connsiteX65" fmla="*/ 857319 w 5957423"/>
              <a:gd name="connsiteY65" fmla="*/ 4680586 h 6858000"/>
              <a:gd name="connsiteX66" fmla="*/ 1106548 w 5957423"/>
              <a:gd name="connsiteY66" fmla="*/ 4487388 h 6858000"/>
              <a:gd name="connsiteX67" fmla="*/ 737436 w 5957423"/>
              <a:gd name="connsiteY67" fmla="*/ 4196409 h 6858000"/>
              <a:gd name="connsiteX68" fmla="*/ 1102605 w 5957423"/>
              <a:gd name="connsiteY68" fmla="*/ 4473983 h 6858000"/>
              <a:gd name="connsiteX69" fmla="*/ 849432 w 5957423"/>
              <a:gd name="connsiteY69" fmla="*/ 4670335 h 6858000"/>
              <a:gd name="connsiteX70" fmla="*/ 738225 w 5957423"/>
              <a:gd name="connsiteY70" fmla="*/ 4756288 h 6858000"/>
              <a:gd name="connsiteX71" fmla="*/ 373056 w 5957423"/>
              <a:gd name="connsiteY71" fmla="*/ 4478714 h 6858000"/>
              <a:gd name="connsiteX72" fmla="*/ 737436 w 5957423"/>
              <a:gd name="connsiteY72" fmla="*/ 4196409 h 6858000"/>
              <a:gd name="connsiteX73" fmla="*/ 1115224 w 5957423"/>
              <a:gd name="connsiteY73" fmla="*/ 3544268 h 6858000"/>
              <a:gd name="connsiteX74" fmla="*/ 1125477 w 5957423"/>
              <a:gd name="connsiteY74" fmla="*/ 3552154 h 6858000"/>
              <a:gd name="connsiteX75" fmla="*/ 1480393 w 5957423"/>
              <a:gd name="connsiteY75" fmla="*/ 3821842 h 6858000"/>
              <a:gd name="connsiteX76" fmla="*/ 1116013 w 5957423"/>
              <a:gd name="connsiteY76" fmla="*/ 4104935 h 6858000"/>
              <a:gd name="connsiteX77" fmla="*/ 750844 w 5957423"/>
              <a:gd name="connsiteY77" fmla="*/ 3826573 h 6858000"/>
              <a:gd name="connsiteX78" fmla="*/ 1115224 w 5957423"/>
              <a:gd name="connsiteY78" fmla="*/ 3544268 h 6858000"/>
              <a:gd name="connsiteX79" fmla="*/ 1480393 w 5957423"/>
              <a:gd name="connsiteY79" fmla="*/ 2538851 h 6858000"/>
              <a:gd name="connsiteX80" fmla="*/ 1480393 w 5957423"/>
              <a:gd name="connsiteY80" fmla="*/ 2885030 h 6858000"/>
              <a:gd name="connsiteX81" fmla="*/ 1386537 w 5957423"/>
              <a:gd name="connsiteY81" fmla="*/ 2957578 h 6858000"/>
              <a:gd name="connsiteX82" fmla="*/ 1392847 w 5957423"/>
              <a:gd name="connsiteY82" fmla="*/ 2969406 h 6858000"/>
              <a:gd name="connsiteX83" fmla="*/ 1385748 w 5957423"/>
              <a:gd name="connsiteY83" fmla="*/ 2958366 h 6858000"/>
              <a:gd name="connsiteX84" fmla="*/ 1118379 w 5957423"/>
              <a:gd name="connsiteY84" fmla="*/ 3165758 h 6858000"/>
              <a:gd name="connsiteX85" fmla="*/ 1118379 w 5957423"/>
              <a:gd name="connsiteY85" fmla="*/ 2819579 h 6858000"/>
              <a:gd name="connsiteX86" fmla="*/ 1246148 w 5957423"/>
              <a:gd name="connsiteY86" fmla="*/ 2720221 h 6858000"/>
              <a:gd name="connsiteX87" fmla="*/ 1239839 w 5957423"/>
              <a:gd name="connsiteY87" fmla="*/ 2708392 h 6858000"/>
              <a:gd name="connsiteX88" fmla="*/ 1246937 w 5957423"/>
              <a:gd name="connsiteY88" fmla="*/ 2719432 h 6858000"/>
              <a:gd name="connsiteX89" fmla="*/ 1480393 w 5957423"/>
              <a:gd name="connsiteY89" fmla="*/ 2538851 h 6858000"/>
              <a:gd name="connsiteX90" fmla="*/ 732704 w 5957423"/>
              <a:gd name="connsiteY90" fmla="*/ 1598885 h 6858000"/>
              <a:gd name="connsiteX91" fmla="*/ 1097873 w 5957423"/>
              <a:gd name="connsiteY91" fmla="*/ 1876459 h 6858000"/>
              <a:gd name="connsiteX92" fmla="*/ 860473 w 5957423"/>
              <a:gd name="connsiteY92" fmla="*/ 2060194 h 6858000"/>
              <a:gd name="connsiteX93" fmla="*/ 867572 w 5957423"/>
              <a:gd name="connsiteY93" fmla="*/ 2072022 h 6858000"/>
              <a:gd name="connsiteX94" fmla="*/ 1106548 w 5957423"/>
              <a:gd name="connsiteY94" fmla="*/ 1885922 h 6858000"/>
              <a:gd name="connsiteX95" fmla="*/ 1106548 w 5957423"/>
              <a:gd name="connsiteY95" fmla="*/ 2232889 h 6858000"/>
              <a:gd name="connsiteX96" fmla="*/ 1007172 w 5957423"/>
              <a:gd name="connsiteY96" fmla="*/ 2310168 h 6858000"/>
              <a:gd name="connsiteX97" fmla="*/ 1014270 w 5957423"/>
              <a:gd name="connsiteY97" fmla="*/ 2322785 h 6858000"/>
              <a:gd name="connsiteX98" fmla="*/ 1110492 w 5957423"/>
              <a:gd name="connsiteY98" fmla="*/ 2247872 h 6858000"/>
              <a:gd name="connsiteX99" fmla="*/ 1475660 w 5957423"/>
              <a:gd name="connsiteY99" fmla="*/ 2525446 h 6858000"/>
              <a:gd name="connsiteX100" fmla="*/ 1239839 w 5957423"/>
              <a:gd name="connsiteY100" fmla="*/ 2708392 h 6858000"/>
              <a:gd name="connsiteX101" fmla="*/ 1112069 w 5957423"/>
              <a:gd name="connsiteY101" fmla="*/ 2807751 h 6858000"/>
              <a:gd name="connsiteX102" fmla="*/ 746900 w 5957423"/>
              <a:gd name="connsiteY102" fmla="*/ 2530177 h 6858000"/>
              <a:gd name="connsiteX103" fmla="*/ 1013481 w 5957423"/>
              <a:gd name="connsiteY103" fmla="*/ 2322785 h 6858000"/>
              <a:gd name="connsiteX104" fmla="*/ 1006383 w 5957423"/>
              <a:gd name="connsiteY104" fmla="*/ 2310168 h 6858000"/>
              <a:gd name="connsiteX105" fmla="*/ 744534 w 5957423"/>
              <a:gd name="connsiteY105" fmla="*/ 2513617 h 6858000"/>
              <a:gd name="connsiteX106" fmla="*/ 744534 w 5957423"/>
              <a:gd name="connsiteY106" fmla="*/ 2166650 h 6858000"/>
              <a:gd name="connsiteX107" fmla="*/ 866783 w 5957423"/>
              <a:gd name="connsiteY107" fmla="*/ 2072022 h 6858000"/>
              <a:gd name="connsiteX108" fmla="*/ 860473 w 5957423"/>
              <a:gd name="connsiteY108" fmla="*/ 2060983 h 6858000"/>
              <a:gd name="connsiteX109" fmla="*/ 738225 w 5957423"/>
              <a:gd name="connsiteY109" fmla="*/ 2155610 h 6858000"/>
              <a:gd name="connsiteX110" fmla="*/ 373056 w 5957423"/>
              <a:gd name="connsiteY110" fmla="*/ 1878036 h 6858000"/>
              <a:gd name="connsiteX111" fmla="*/ 732704 w 5957423"/>
              <a:gd name="connsiteY111" fmla="*/ 1598885 h 6858000"/>
              <a:gd name="connsiteX112" fmla="*/ 1480393 w 5957423"/>
              <a:gd name="connsiteY112" fmla="*/ 1238512 h 6858000"/>
              <a:gd name="connsiteX113" fmla="*/ 1480393 w 5957423"/>
              <a:gd name="connsiteY113" fmla="*/ 1585480 h 6858000"/>
              <a:gd name="connsiteX114" fmla="*/ 1391269 w 5957423"/>
              <a:gd name="connsiteY114" fmla="*/ 1654085 h 6858000"/>
              <a:gd name="connsiteX115" fmla="*/ 1399156 w 5957423"/>
              <a:gd name="connsiteY115" fmla="*/ 1664336 h 6858000"/>
              <a:gd name="connsiteX116" fmla="*/ 1483547 w 5957423"/>
              <a:gd name="connsiteY116" fmla="*/ 1598885 h 6858000"/>
              <a:gd name="connsiteX117" fmla="*/ 1848716 w 5957423"/>
              <a:gd name="connsiteY117" fmla="*/ 1876459 h 6858000"/>
              <a:gd name="connsiteX118" fmla="*/ 1658639 w 5957423"/>
              <a:gd name="connsiteY118" fmla="*/ 2023920 h 6858000"/>
              <a:gd name="connsiteX119" fmla="*/ 1489068 w 5957423"/>
              <a:gd name="connsiteY119" fmla="*/ 2155610 h 6858000"/>
              <a:gd name="connsiteX120" fmla="*/ 1123900 w 5957423"/>
              <a:gd name="connsiteY120" fmla="*/ 1878036 h 6858000"/>
              <a:gd name="connsiteX121" fmla="*/ 1398368 w 5957423"/>
              <a:gd name="connsiteY121" fmla="*/ 1665124 h 6858000"/>
              <a:gd name="connsiteX122" fmla="*/ 1390481 w 5957423"/>
              <a:gd name="connsiteY122" fmla="*/ 1654085 h 6858000"/>
              <a:gd name="connsiteX123" fmla="*/ 1118379 w 5957423"/>
              <a:gd name="connsiteY123" fmla="*/ 1865419 h 6858000"/>
              <a:gd name="connsiteX124" fmla="*/ 1118379 w 5957423"/>
              <a:gd name="connsiteY124" fmla="*/ 1519240 h 6858000"/>
              <a:gd name="connsiteX125" fmla="*/ 1230374 w 5957423"/>
              <a:gd name="connsiteY125" fmla="*/ 1432499 h 6858000"/>
              <a:gd name="connsiteX126" fmla="*/ 1480393 w 5957423"/>
              <a:gd name="connsiteY126" fmla="*/ 1238512 h 6858000"/>
              <a:gd name="connsiteX127" fmla="*/ 1110492 w 5957423"/>
              <a:gd name="connsiteY127" fmla="*/ 947533 h 6858000"/>
              <a:gd name="connsiteX128" fmla="*/ 1475660 w 5957423"/>
              <a:gd name="connsiteY128" fmla="*/ 1225107 h 6858000"/>
              <a:gd name="connsiteX129" fmla="*/ 1223276 w 5957423"/>
              <a:gd name="connsiteY129" fmla="*/ 1421459 h 6858000"/>
              <a:gd name="connsiteX130" fmla="*/ 1230374 w 5957423"/>
              <a:gd name="connsiteY130" fmla="*/ 1432499 h 6858000"/>
              <a:gd name="connsiteX131" fmla="*/ 1222487 w 5957423"/>
              <a:gd name="connsiteY131" fmla="*/ 1422247 h 6858000"/>
              <a:gd name="connsiteX132" fmla="*/ 1112069 w 5957423"/>
              <a:gd name="connsiteY132" fmla="*/ 1508201 h 6858000"/>
              <a:gd name="connsiteX133" fmla="*/ 746900 w 5957423"/>
              <a:gd name="connsiteY133" fmla="*/ 1230627 h 6858000"/>
              <a:gd name="connsiteX134" fmla="*/ 1110492 w 5957423"/>
              <a:gd name="connsiteY134" fmla="*/ 947533 h 6858000"/>
              <a:gd name="connsiteX135" fmla="*/ 1488280 w 5957423"/>
              <a:gd name="connsiteY135" fmla="*/ 296181 h 6858000"/>
              <a:gd name="connsiteX136" fmla="*/ 1498533 w 5957423"/>
              <a:gd name="connsiteY136" fmla="*/ 304066 h 6858000"/>
              <a:gd name="connsiteX137" fmla="*/ 1853448 w 5957423"/>
              <a:gd name="connsiteY137" fmla="*/ 573754 h 6858000"/>
              <a:gd name="connsiteX138" fmla="*/ 1489068 w 5957423"/>
              <a:gd name="connsiteY138" fmla="*/ 856060 h 6858000"/>
              <a:gd name="connsiteX139" fmla="*/ 1123900 w 5957423"/>
              <a:gd name="connsiteY139" fmla="*/ 578486 h 6858000"/>
              <a:gd name="connsiteX140" fmla="*/ 1488280 w 5957423"/>
              <a:gd name="connsiteY140" fmla="*/ 296181 h 6858000"/>
              <a:gd name="connsiteX141" fmla="*/ 1493012 w 5957423"/>
              <a:gd name="connsiteY141" fmla="*/ 0 h 6858000"/>
              <a:gd name="connsiteX142" fmla="*/ 5957423 w 5957423"/>
              <a:gd name="connsiteY142" fmla="*/ 0 h 6858000"/>
              <a:gd name="connsiteX143" fmla="*/ 5957423 w 5957423"/>
              <a:gd name="connsiteY143" fmla="*/ 6858000 h 6858000"/>
              <a:gd name="connsiteX144" fmla="*/ 843615 w 5957423"/>
              <a:gd name="connsiteY144" fmla="*/ 6858000 h 6858000"/>
              <a:gd name="connsiteX145" fmla="*/ 810785 w 5957423"/>
              <a:gd name="connsiteY145" fmla="*/ 6833040 h 6858000"/>
              <a:gd name="connsiteX146" fmla="*/ 746900 w 5957423"/>
              <a:gd name="connsiteY146" fmla="*/ 6784470 h 6858000"/>
              <a:gd name="connsiteX147" fmla="*/ 746900 w 5957423"/>
              <a:gd name="connsiteY147" fmla="*/ 6429617 h 6858000"/>
              <a:gd name="connsiteX148" fmla="*/ 1019002 w 5957423"/>
              <a:gd name="connsiteY148" fmla="*/ 6218282 h 6858000"/>
              <a:gd name="connsiteX149" fmla="*/ 1012693 w 5957423"/>
              <a:gd name="connsiteY149" fmla="*/ 6206454 h 6858000"/>
              <a:gd name="connsiteX150" fmla="*/ 1019791 w 5957423"/>
              <a:gd name="connsiteY150" fmla="*/ 6217493 h 6858000"/>
              <a:gd name="connsiteX151" fmla="*/ 1110492 w 5957423"/>
              <a:gd name="connsiteY151" fmla="*/ 6147311 h 6858000"/>
              <a:gd name="connsiteX152" fmla="*/ 1489068 w 5957423"/>
              <a:gd name="connsiteY152" fmla="*/ 6435925 h 6858000"/>
              <a:gd name="connsiteX153" fmla="*/ 1870800 w 5957423"/>
              <a:gd name="connsiteY153" fmla="*/ 6140214 h 6858000"/>
              <a:gd name="connsiteX154" fmla="*/ 1870800 w 5957423"/>
              <a:gd name="connsiteY154" fmla="*/ 6021930 h 6858000"/>
              <a:gd name="connsiteX155" fmla="*/ 1857392 w 5957423"/>
              <a:gd name="connsiteY155" fmla="*/ 6027450 h 6858000"/>
              <a:gd name="connsiteX156" fmla="*/ 1857392 w 5957423"/>
              <a:gd name="connsiteY156" fmla="*/ 6133906 h 6858000"/>
              <a:gd name="connsiteX157" fmla="*/ 1495378 w 5957423"/>
              <a:gd name="connsiteY157" fmla="*/ 6413845 h 6858000"/>
              <a:gd name="connsiteX158" fmla="*/ 1495378 w 5957423"/>
              <a:gd name="connsiteY158" fmla="*/ 6067667 h 6858000"/>
              <a:gd name="connsiteX159" fmla="*/ 1857392 w 5957423"/>
              <a:gd name="connsiteY159" fmla="*/ 5786939 h 6858000"/>
              <a:gd name="connsiteX160" fmla="*/ 1857392 w 5957423"/>
              <a:gd name="connsiteY160" fmla="*/ 6026661 h 6858000"/>
              <a:gd name="connsiteX161" fmla="*/ 1870800 w 5957423"/>
              <a:gd name="connsiteY161" fmla="*/ 6021141 h 6858000"/>
              <a:gd name="connsiteX162" fmla="*/ 1870800 w 5957423"/>
              <a:gd name="connsiteY162" fmla="*/ 5770379 h 6858000"/>
              <a:gd name="connsiteX163" fmla="*/ 1739875 w 5957423"/>
              <a:gd name="connsiteY163" fmla="*/ 5671020 h 6858000"/>
              <a:gd name="connsiteX164" fmla="*/ 1497744 w 5957423"/>
              <a:gd name="connsiteY164" fmla="*/ 5487285 h 6858000"/>
              <a:gd name="connsiteX165" fmla="*/ 1497744 w 5957423"/>
              <a:gd name="connsiteY165" fmla="*/ 5307493 h 6858000"/>
              <a:gd name="connsiteX166" fmla="*/ 1484336 w 5957423"/>
              <a:gd name="connsiteY166" fmla="*/ 5309858 h 6858000"/>
              <a:gd name="connsiteX167" fmla="*/ 1484336 w 5957423"/>
              <a:gd name="connsiteY167" fmla="*/ 5480976 h 6858000"/>
              <a:gd name="connsiteX168" fmla="*/ 1122322 w 5957423"/>
              <a:gd name="connsiteY168" fmla="*/ 5761705 h 6858000"/>
              <a:gd name="connsiteX169" fmla="*/ 1122322 w 5957423"/>
              <a:gd name="connsiteY169" fmla="*/ 5415526 h 6858000"/>
              <a:gd name="connsiteX170" fmla="*/ 1292682 w 5957423"/>
              <a:gd name="connsiteY170" fmla="*/ 5283047 h 6858000"/>
              <a:gd name="connsiteX171" fmla="*/ 1285583 w 5957423"/>
              <a:gd name="connsiteY171" fmla="*/ 5272796 h 6858000"/>
              <a:gd name="connsiteX172" fmla="*/ 1116013 w 5957423"/>
              <a:gd name="connsiteY172" fmla="*/ 5403697 h 6858000"/>
              <a:gd name="connsiteX173" fmla="*/ 750844 w 5957423"/>
              <a:gd name="connsiteY173" fmla="*/ 5126124 h 6858000"/>
              <a:gd name="connsiteX174" fmla="*/ 1025312 w 5957423"/>
              <a:gd name="connsiteY174" fmla="*/ 4913212 h 6858000"/>
              <a:gd name="connsiteX175" fmla="*/ 1110492 w 5957423"/>
              <a:gd name="connsiteY175" fmla="*/ 4847761 h 6858000"/>
              <a:gd name="connsiteX176" fmla="*/ 1475660 w 5957423"/>
              <a:gd name="connsiteY176" fmla="*/ 5125335 h 6858000"/>
              <a:gd name="connsiteX177" fmla="*/ 1285583 w 5957423"/>
              <a:gd name="connsiteY177" fmla="*/ 5272008 h 6858000"/>
              <a:gd name="connsiteX178" fmla="*/ 1293470 w 5957423"/>
              <a:gd name="connsiteY178" fmla="*/ 5283047 h 6858000"/>
              <a:gd name="connsiteX179" fmla="*/ 1484336 w 5957423"/>
              <a:gd name="connsiteY179" fmla="*/ 5134798 h 6858000"/>
              <a:gd name="connsiteX180" fmla="*/ 1484336 w 5957423"/>
              <a:gd name="connsiteY180" fmla="*/ 5309070 h 6858000"/>
              <a:gd name="connsiteX181" fmla="*/ 1497744 w 5957423"/>
              <a:gd name="connsiteY181" fmla="*/ 5306704 h 6858000"/>
              <a:gd name="connsiteX182" fmla="*/ 1497744 w 5957423"/>
              <a:gd name="connsiteY182" fmla="*/ 5129278 h 6858000"/>
              <a:gd name="connsiteX183" fmla="*/ 1513518 w 5957423"/>
              <a:gd name="connsiteY183" fmla="*/ 5116661 h 6858000"/>
              <a:gd name="connsiteX184" fmla="*/ 1513518 w 5957423"/>
              <a:gd name="connsiteY184" fmla="*/ 5100101 h 6858000"/>
              <a:gd name="connsiteX185" fmla="*/ 1495378 w 5957423"/>
              <a:gd name="connsiteY185" fmla="*/ 5114295 h 6858000"/>
              <a:gd name="connsiteX186" fmla="*/ 1495378 w 5957423"/>
              <a:gd name="connsiteY186" fmla="*/ 4768116 h 6858000"/>
              <a:gd name="connsiteX187" fmla="*/ 1513518 w 5957423"/>
              <a:gd name="connsiteY187" fmla="*/ 4753922 h 6858000"/>
              <a:gd name="connsiteX188" fmla="*/ 1513518 w 5957423"/>
              <a:gd name="connsiteY188" fmla="*/ 4737362 h 6858000"/>
              <a:gd name="connsiteX189" fmla="*/ 1489068 w 5957423"/>
              <a:gd name="connsiteY189" fmla="*/ 4756288 h 6858000"/>
              <a:gd name="connsiteX190" fmla="*/ 1123900 w 5957423"/>
              <a:gd name="connsiteY190" fmla="*/ 4478714 h 6858000"/>
              <a:gd name="connsiteX191" fmla="*/ 1488280 w 5957423"/>
              <a:gd name="connsiteY191" fmla="*/ 4196409 h 6858000"/>
              <a:gd name="connsiteX192" fmla="*/ 1853448 w 5957423"/>
              <a:gd name="connsiteY192" fmla="*/ 4473983 h 6858000"/>
              <a:gd name="connsiteX193" fmla="*/ 1514307 w 5957423"/>
              <a:gd name="connsiteY193" fmla="*/ 4737362 h 6858000"/>
              <a:gd name="connsiteX194" fmla="*/ 1514307 w 5957423"/>
              <a:gd name="connsiteY194" fmla="*/ 4753134 h 6858000"/>
              <a:gd name="connsiteX195" fmla="*/ 1857392 w 5957423"/>
              <a:gd name="connsiteY195" fmla="*/ 4487388 h 6858000"/>
              <a:gd name="connsiteX196" fmla="*/ 1857392 w 5957423"/>
              <a:gd name="connsiteY196" fmla="*/ 4833567 h 6858000"/>
              <a:gd name="connsiteX197" fmla="*/ 1514307 w 5957423"/>
              <a:gd name="connsiteY197" fmla="*/ 5100101 h 6858000"/>
              <a:gd name="connsiteX198" fmla="*/ 1514307 w 5957423"/>
              <a:gd name="connsiteY198" fmla="*/ 5116661 h 6858000"/>
              <a:gd name="connsiteX199" fmla="*/ 1870800 w 5957423"/>
              <a:gd name="connsiteY199" fmla="*/ 4839875 h 6858000"/>
              <a:gd name="connsiteX200" fmla="*/ 1870800 w 5957423"/>
              <a:gd name="connsiteY200" fmla="*/ 4470828 h 6858000"/>
              <a:gd name="connsiteX201" fmla="*/ 1497744 w 5957423"/>
              <a:gd name="connsiteY201" fmla="*/ 4186946 h 6858000"/>
              <a:gd name="connsiteX202" fmla="*/ 1497744 w 5957423"/>
              <a:gd name="connsiteY202" fmla="*/ 3839190 h 6858000"/>
              <a:gd name="connsiteX203" fmla="*/ 1484336 w 5957423"/>
              <a:gd name="connsiteY203" fmla="*/ 3849441 h 6858000"/>
              <a:gd name="connsiteX204" fmla="*/ 1484336 w 5957423"/>
              <a:gd name="connsiteY204" fmla="*/ 4182215 h 6858000"/>
              <a:gd name="connsiteX205" fmla="*/ 1122322 w 5957423"/>
              <a:gd name="connsiteY205" fmla="*/ 4462154 h 6858000"/>
              <a:gd name="connsiteX206" fmla="*/ 1122322 w 5957423"/>
              <a:gd name="connsiteY206" fmla="*/ 4115975 h 6858000"/>
              <a:gd name="connsiteX207" fmla="*/ 1484336 w 5957423"/>
              <a:gd name="connsiteY207" fmla="*/ 3835248 h 6858000"/>
              <a:gd name="connsiteX208" fmla="*/ 1484336 w 5957423"/>
              <a:gd name="connsiteY208" fmla="*/ 3848653 h 6858000"/>
              <a:gd name="connsiteX209" fmla="*/ 1497744 w 5957423"/>
              <a:gd name="connsiteY209" fmla="*/ 3838402 h 6858000"/>
              <a:gd name="connsiteX210" fmla="*/ 1497744 w 5957423"/>
              <a:gd name="connsiteY210" fmla="*/ 3818688 h 6858000"/>
              <a:gd name="connsiteX211" fmla="*/ 1136519 w 5957423"/>
              <a:gd name="connsiteY211" fmla="*/ 3544268 h 6858000"/>
              <a:gd name="connsiteX212" fmla="*/ 1125477 w 5957423"/>
              <a:gd name="connsiteY212" fmla="*/ 3552154 h 6858000"/>
              <a:gd name="connsiteX213" fmla="*/ 1135730 w 5957423"/>
              <a:gd name="connsiteY213" fmla="*/ 3543479 h 6858000"/>
              <a:gd name="connsiteX214" fmla="*/ 1119956 w 5957423"/>
              <a:gd name="connsiteY214" fmla="*/ 3531651 h 6858000"/>
              <a:gd name="connsiteX215" fmla="*/ 1119956 w 5957423"/>
              <a:gd name="connsiteY215" fmla="*/ 3519822 h 6858000"/>
              <a:gd name="connsiteX216" fmla="*/ 1106548 w 5957423"/>
              <a:gd name="connsiteY216" fmla="*/ 3519822 h 6858000"/>
              <a:gd name="connsiteX217" fmla="*/ 1106548 w 5957423"/>
              <a:gd name="connsiteY217" fmla="*/ 3532439 h 6858000"/>
              <a:gd name="connsiteX218" fmla="*/ 744534 w 5957423"/>
              <a:gd name="connsiteY218" fmla="*/ 3812379 h 6858000"/>
              <a:gd name="connsiteX219" fmla="*/ 744534 w 5957423"/>
              <a:gd name="connsiteY219" fmla="*/ 3495377 h 6858000"/>
              <a:gd name="connsiteX220" fmla="*/ 744534 w 5957423"/>
              <a:gd name="connsiteY220" fmla="*/ 3466989 h 6858000"/>
              <a:gd name="connsiteX221" fmla="*/ 1106548 w 5957423"/>
              <a:gd name="connsiteY221" fmla="*/ 3186261 h 6858000"/>
              <a:gd name="connsiteX222" fmla="*/ 1106548 w 5957423"/>
              <a:gd name="connsiteY222" fmla="*/ 3500109 h 6858000"/>
              <a:gd name="connsiteX223" fmla="*/ 1106548 w 5957423"/>
              <a:gd name="connsiteY223" fmla="*/ 3519034 h 6858000"/>
              <a:gd name="connsiteX224" fmla="*/ 1119956 w 5957423"/>
              <a:gd name="connsiteY224" fmla="*/ 3519034 h 6858000"/>
              <a:gd name="connsiteX225" fmla="*/ 1119956 w 5957423"/>
              <a:gd name="connsiteY225" fmla="*/ 3180741 h 6858000"/>
              <a:gd name="connsiteX226" fmla="*/ 1392847 w 5957423"/>
              <a:gd name="connsiteY226" fmla="*/ 2969406 h 6858000"/>
              <a:gd name="connsiteX227" fmla="*/ 1483547 w 5957423"/>
              <a:gd name="connsiteY227" fmla="*/ 2899224 h 6858000"/>
              <a:gd name="connsiteX228" fmla="*/ 1862913 w 5957423"/>
              <a:gd name="connsiteY228" fmla="*/ 3187049 h 6858000"/>
              <a:gd name="connsiteX229" fmla="*/ 2243855 w 5957423"/>
              <a:gd name="connsiteY229" fmla="*/ 2891339 h 6858000"/>
              <a:gd name="connsiteX230" fmla="*/ 2243855 w 5957423"/>
              <a:gd name="connsiteY230" fmla="*/ 2773843 h 6858000"/>
              <a:gd name="connsiteX231" fmla="*/ 2231236 w 5957423"/>
              <a:gd name="connsiteY231" fmla="*/ 2779363 h 6858000"/>
              <a:gd name="connsiteX232" fmla="*/ 2231236 w 5957423"/>
              <a:gd name="connsiteY232" fmla="*/ 2885030 h 6858000"/>
              <a:gd name="connsiteX233" fmla="*/ 1869222 w 5957423"/>
              <a:gd name="connsiteY233" fmla="*/ 3165758 h 6858000"/>
              <a:gd name="connsiteX234" fmla="*/ 1869222 w 5957423"/>
              <a:gd name="connsiteY234" fmla="*/ 2819579 h 6858000"/>
              <a:gd name="connsiteX235" fmla="*/ 2231236 w 5957423"/>
              <a:gd name="connsiteY235" fmla="*/ 2538851 h 6858000"/>
              <a:gd name="connsiteX236" fmla="*/ 2231236 w 5957423"/>
              <a:gd name="connsiteY236" fmla="*/ 2778574 h 6858000"/>
              <a:gd name="connsiteX237" fmla="*/ 2243855 w 5957423"/>
              <a:gd name="connsiteY237" fmla="*/ 2773054 h 6858000"/>
              <a:gd name="connsiteX238" fmla="*/ 2243855 w 5957423"/>
              <a:gd name="connsiteY238" fmla="*/ 2522291 h 6858000"/>
              <a:gd name="connsiteX239" fmla="*/ 2113720 w 5957423"/>
              <a:gd name="connsiteY239" fmla="*/ 2422933 h 6858000"/>
              <a:gd name="connsiteX240" fmla="*/ 2100312 w 5957423"/>
              <a:gd name="connsiteY240" fmla="*/ 2429241 h 6858000"/>
              <a:gd name="connsiteX241" fmla="*/ 2226503 w 5957423"/>
              <a:gd name="connsiteY241" fmla="*/ 2525446 h 6858000"/>
              <a:gd name="connsiteX242" fmla="*/ 1862124 w 5957423"/>
              <a:gd name="connsiteY242" fmla="*/ 2807751 h 6858000"/>
              <a:gd name="connsiteX243" fmla="*/ 1496955 w 5957423"/>
              <a:gd name="connsiteY243" fmla="*/ 2530177 h 6858000"/>
              <a:gd name="connsiteX244" fmla="*/ 1861335 w 5957423"/>
              <a:gd name="connsiteY244" fmla="*/ 2247872 h 6858000"/>
              <a:gd name="connsiteX245" fmla="*/ 2099523 w 5957423"/>
              <a:gd name="connsiteY245" fmla="*/ 2428452 h 6858000"/>
              <a:gd name="connsiteX246" fmla="*/ 2112931 w 5957423"/>
              <a:gd name="connsiteY246" fmla="*/ 2422144 h 6858000"/>
              <a:gd name="connsiteX247" fmla="*/ 1870800 w 5957423"/>
              <a:gd name="connsiteY247" fmla="*/ 2238409 h 6858000"/>
              <a:gd name="connsiteX248" fmla="*/ 1870800 w 5957423"/>
              <a:gd name="connsiteY248" fmla="*/ 2059405 h 6858000"/>
              <a:gd name="connsiteX249" fmla="*/ 1857392 w 5957423"/>
              <a:gd name="connsiteY249" fmla="*/ 2060983 h 6858000"/>
              <a:gd name="connsiteX250" fmla="*/ 1857392 w 5957423"/>
              <a:gd name="connsiteY250" fmla="*/ 2232889 h 6858000"/>
              <a:gd name="connsiteX251" fmla="*/ 1496167 w 5957423"/>
              <a:gd name="connsiteY251" fmla="*/ 2513617 h 6858000"/>
              <a:gd name="connsiteX252" fmla="*/ 1496167 w 5957423"/>
              <a:gd name="connsiteY252" fmla="*/ 2166650 h 6858000"/>
              <a:gd name="connsiteX253" fmla="*/ 1666526 w 5957423"/>
              <a:gd name="connsiteY253" fmla="*/ 2034960 h 6858000"/>
              <a:gd name="connsiteX254" fmla="*/ 1658639 w 5957423"/>
              <a:gd name="connsiteY254" fmla="*/ 2023920 h 6858000"/>
              <a:gd name="connsiteX255" fmla="*/ 1666526 w 5957423"/>
              <a:gd name="connsiteY255" fmla="*/ 2034172 h 6858000"/>
              <a:gd name="connsiteX256" fmla="*/ 1857392 w 5957423"/>
              <a:gd name="connsiteY256" fmla="*/ 1885922 h 6858000"/>
              <a:gd name="connsiteX257" fmla="*/ 1857392 w 5957423"/>
              <a:gd name="connsiteY257" fmla="*/ 2060194 h 6858000"/>
              <a:gd name="connsiteX258" fmla="*/ 1870800 w 5957423"/>
              <a:gd name="connsiteY258" fmla="*/ 2058617 h 6858000"/>
              <a:gd name="connsiteX259" fmla="*/ 1870800 w 5957423"/>
              <a:gd name="connsiteY259" fmla="*/ 1881190 h 6858000"/>
              <a:gd name="connsiteX260" fmla="*/ 1886574 w 5957423"/>
              <a:gd name="connsiteY260" fmla="*/ 1868573 h 6858000"/>
              <a:gd name="connsiteX261" fmla="*/ 1886574 w 5957423"/>
              <a:gd name="connsiteY261" fmla="*/ 1852014 h 6858000"/>
              <a:gd name="connsiteX262" fmla="*/ 1869222 w 5957423"/>
              <a:gd name="connsiteY262" fmla="*/ 1865419 h 6858000"/>
              <a:gd name="connsiteX263" fmla="*/ 1869222 w 5957423"/>
              <a:gd name="connsiteY263" fmla="*/ 1519240 h 6858000"/>
              <a:gd name="connsiteX264" fmla="*/ 1886574 w 5957423"/>
              <a:gd name="connsiteY264" fmla="*/ 1505835 h 6858000"/>
              <a:gd name="connsiteX265" fmla="*/ 1886574 w 5957423"/>
              <a:gd name="connsiteY265" fmla="*/ 1489275 h 6858000"/>
              <a:gd name="connsiteX266" fmla="*/ 1862124 w 5957423"/>
              <a:gd name="connsiteY266" fmla="*/ 1508201 h 6858000"/>
              <a:gd name="connsiteX267" fmla="*/ 1496955 w 5957423"/>
              <a:gd name="connsiteY267" fmla="*/ 1230627 h 6858000"/>
              <a:gd name="connsiteX268" fmla="*/ 1861335 w 5957423"/>
              <a:gd name="connsiteY268" fmla="*/ 947533 h 6858000"/>
              <a:gd name="connsiteX269" fmla="*/ 2226503 w 5957423"/>
              <a:gd name="connsiteY269" fmla="*/ 1225107 h 6858000"/>
              <a:gd name="connsiteX270" fmla="*/ 1887362 w 5957423"/>
              <a:gd name="connsiteY270" fmla="*/ 1488487 h 6858000"/>
              <a:gd name="connsiteX271" fmla="*/ 1887362 w 5957423"/>
              <a:gd name="connsiteY271" fmla="*/ 1505046 h 6858000"/>
              <a:gd name="connsiteX272" fmla="*/ 2231236 w 5957423"/>
              <a:gd name="connsiteY272" fmla="*/ 1238512 h 6858000"/>
              <a:gd name="connsiteX273" fmla="*/ 2231236 w 5957423"/>
              <a:gd name="connsiteY273" fmla="*/ 1585480 h 6858000"/>
              <a:gd name="connsiteX274" fmla="*/ 1887362 w 5957423"/>
              <a:gd name="connsiteY274" fmla="*/ 1851225 h 6858000"/>
              <a:gd name="connsiteX275" fmla="*/ 1887362 w 5957423"/>
              <a:gd name="connsiteY275" fmla="*/ 1867785 h 6858000"/>
              <a:gd name="connsiteX276" fmla="*/ 2243855 w 5957423"/>
              <a:gd name="connsiteY276" fmla="*/ 1591788 h 6858000"/>
              <a:gd name="connsiteX277" fmla="*/ 2243855 w 5957423"/>
              <a:gd name="connsiteY277" fmla="*/ 1221952 h 6858000"/>
              <a:gd name="connsiteX278" fmla="*/ 1870800 w 5957423"/>
              <a:gd name="connsiteY278" fmla="*/ 938859 h 6858000"/>
              <a:gd name="connsiteX279" fmla="*/ 1870800 w 5957423"/>
              <a:gd name="connsiteY279" fmla="*/ 590314 h 6858000"/>
              <a:gd name="connsiteX280" fmla="*/ 1857392 w 5957423"/>
              <a:gd name="connsiteY280" fmla="*/ 600566 h 6858000"/>
              <a:gd name="connsiteX281" fmla="*/ 1857392 w 5957423"/>
              <a:gd name="connsiteY281" fmla="*/ 933339 h 6858000"/>
              <a:gd name="connsiteX282" fmla="*/ 1496167 w 5957423"/>
              <a:gd name="connsiteY282" fmla="*/ 1214067 h 6858000"/>
              <a:gd name="connsiteX283" fmla="*/ 1496167 w 5957423"/>
              <a:gd name="connsiteY283" fmla="*/ 867888 h 6858000"/>
              <a:gd name="connsiteX284" fmla="*/ 1857392 w 5957423"/>
              <a:gd name="connsiteY284" fmla="*/ 587160 h 6858000"/>
              <a:gd name="connsiteX285" fmla="*/ 1857392 w 5957423"/>
              <a:gd name="connsiteY285" fmla="*/ 599777 h 6858000"/>
              <a:gd name="connsiteX286" fmla="*/ 1870800 w 5957423"/>
              <a:gd name="connsiteY286" fmla="*/ 589526 h 6858000"/>
              <a:gd name="connsiteX287" fmla="*/ 1870800 w 5957423"/>
              <a:gd name="connsiteY287" fmla="*/ 570600 h 6858000"/>
              <a:gd name="connsiteX288" fmla="*/ 1509574 w 5957423"/>
              <a:gd name="connsiteY288" fmla="*/ 295392 h 6858000"/>
              <a:gd name="connsiteX289" fmla="*/ 1498533 w 5957423"/>
              <a:gd name="connsiteY289" fmla="*/ 304066 h 6858000"/>
              <a:gd name="connsiteX290" fmla="*/ 1508786 w 5957423"/>
              <a:gd name="connsiteY290" fmla="*/ 295392 h 6858000"/>
              <a:gd name="connsiteX291" fmla="*/ 1493012 w 5957423"/>
              <a:gd name="connsiteY291" fmla="*/ 283564 h 6858000"/>
              <a:gd name="connsiteX292" fmla="*/ 1493012 w 5957423"/>
              <a:gd name="connsiteY292" fmla="*/ 1953 h 6858000"/>
              <a:gd name="connsiteX293" fmla="*/ 1398859 w 5957423"/>
              <a:gd name="connsiteY293" fmla="*/ 0 h 6858000"/>
              <a:gd name="connsiteX294" fmla="*/ 1480393 w 5957423"/>
              <a:gd name="connsiteY294" fmla="*/ 0 h 6858000"/>
              <a:gd name="connsiteX295" fmla="*/ 1480393 w 5957423"/>
              <a:gd name="connsiteY295" fmla="*/ 84404 h 6858000"/>
              <a:gd name="connsiteX296" fmla="*/ 1480393 w 5957423"/>
              <a:gd name="connsiteY296" fmla="*/ 283564 h 6858000"/>
              <a:gd name="connsiteX297" fmla="*/ 1118379 w 5957423"/>
              <a:gd name="connsiteY297" fmla="*/ 564292 h 6858000"/>
              <a:gd name="connsiteX298" fmla="*/ 1118379 w 5957423"/>
              <a:gd name="connsiteY298" fmla="*/ 218113 h 6858000"/>
              <a:gd name="connsiteX299" fmla="*/ 1379242 w 5957423"/>
              <a:gd name="connsiteY299" fmla="*/ 15255 h 6858000"/>
              <a:gd name="connsiteX300" fmla="*/ 840168 w 5957423"/>
              <a:gd name="connsiteY300" fmla="*/ 0 h 6858000"/>
              <a:gd name="connsiteX301" fmla="*/ 1377550 w 5957423"/>
              <a:gd name="connsiteY301" fmla="*/ 0 h 6858000"/>
              <a:gd name="connsiteX302" fmla="*/ 1301753 w 5957423"/>
              <a:gd name="connsiteY302" fmla="*/ 58896 h 6858000"/>
              <a:gd name="connsiteX303" fmla="*/ 1112069 w 5957423"/>
              <a:gd name="connsiteY303" fmla="*/ 206284 h 6858000"/>
              <a:gd name="connsiteX304" fmla="*/ 857417 w 5957423"/>
              <a:gd name="connsiteY304" fmla="*/ 13087 h 6858000"/>
              <a:gd name="connsiteX0" fmla="*/ 738225 w 42118086"/>
              <a:gd name="connsiteY0" fmla="*/ 6911396 h 6975464"/>
              <a:gd name="connsiteX1" fmla="*/ 814828 w 42118086"/>
              <a:gd name="connsiteY1" fmla="*/ 6969750 h 6975464"/>
              <a:gd name="connsiteX2" fmla="*/ 822329 w 42118086"/>
              <a:gd name="connsiteY2" fmla="*/ 6975464 h 6975464"/>
              <a:gd name="connsiteX3" fmla="*/ 655724 w 42118086"/>
              <a:gd name="connsiteY3" fmla="*/ 6975464 h 6975464"/>
              <a:gd name="connsiteX4" fmla="*/ 656989 w 42118086"/>
              <a:gd name="connsiteY4" fmla="*/ 6974481 h 6975464"/>
              <a:gd name="connsiteX5" fmla="*/ 738225 w 42118086"/>
              <a:gd name="connsiteY5" fmla="*/ 6911396 h 6975464"/>
              <a:gd name="connsiteX6" fmla="*/ 733493 w 42118086"/>
              <a:gd name="connsiteY6" fmla="*/ 6551812 h 6975464"/>
              <a:gd name="connsiteX7" fmla="*/ 733493 w 42118086"/>
              <a:gd name="connsiteY7" fmla="*/ 6897991 h 6975464"/>
              <a:gd name="connsiteX8" fmla="*/ 639637 w 42118086"/>
              <a:gd name="connsiteY8" fmla="*/ 6970539 h 6975464"/>
              <a:gd name="connsiteX9" fmla="*/ 656989 w 42118086"/>
              <a:gd name="connsiteY9" fmla="*/ 6974481 h 6975464"/>
              <a:gd name="connsiteX10" fmla="*/ 638848 w 42118086"/>
              <a:gd name="connsiteY10" fmla="*/ 6971327 h 6975464"/>
              <a:gd name="connsiteX11" fmla="*/ 633515 w 42118086"/>
              <a:gd name="connsiteY11" fmla="*/ 6975464 h 6975464"/>
              <a:gd name="connsiteX12" fmla="*/ 371479 w 42118086"/>
              <a:gd name="connsiteY12" fmla="*/ 6975464 h 6975464"/>
              <a:gd name="connsiteX13" fmla="*/ 371479 w 42118086"/>
              <a:gd name="connsiteY13" fmla="*/ 6917056 h 6975464"/>
              <a:gd name="connsiteX14" fmla="*/ 371479 w 42118086"/>
              <a:gd name="connsiteY14" fmla="*/ 6832540 h 6975464"/>
              <a:gd name="connsiteX15" fmla="*/ 733493 w 42118086"/>
              <a:gd name="connsiteY15" fmla="*/ 6551812 h 6975464"/>
              <a:gd name="connsiteX16" fmla="*/ 1106548 w 42118086"/>
              <a:gd name="connsiteY16" fmla="*/ 5904403 h 6975464"/>
              <a:gd name="connsiteX17" fmla="*/ 1106548 w 42118086"/>
              <a:gd name="connsiteY17" fmla="*/ 6251370 h 6975464"/>
              <a:gd name="connsiteX18" fmla="*/ 1012693 w 42118086"/>
              <a:gd name="connsiteY18" fmla="*/ 6323918 h 6975464"/>
              <a:gd name="connsiteX19" fmla="*/ 744534 w 42118086"/>
              <a:gd name="connsiteY19" fmla="*/ 6531309 h 6975464"/>
              <a:gd name="connsiteX20" fmla="*/ 744534 w 42118086"/>
              <a:gd name="connsiteY20" fmla="*/ 6185131 h 6975464"/>
              <a:gd name="connsiteX21" fmla="*/ 873093 w 42118086"/>
              <a:gd name="connsiteY21" fmla="*/ 6085772 h 6975464"/>
              <a:gd name="connsiteX22" fmla="*/ 1106548 w 42118086"/>
              <a:gd name="connsiteY22" fmla="*/ 5904403 h 6975464"/>
              <a:gd name="connsiteX23" fmla="*/ 1739875 w 42118086"/>
              <a:gd name="connsiteY23" fmla="*/ 5788484 h 6975464"/>
              <a:gd name="connsiteX24" fmla="*/ 1726467 w 42118086"/>
              <a:gd name="connsiteY24" fmla="*/ 5794792 h 6975464"/>
              <a:gd name="connsiteX25" fmla="*/ 1739875 w 42118086"/>
              <a:gd name="connsiteY25" fmla="*/ 5788484 h 6975464"/>
              <a:gd name="connsiteX26" fmla="*/ 1488280 w 42118086"/>
              <a:gd name="connsiteY26" fmla="*/ 5613423 h 6975464"/>
              <a:gd name="connsiteX27" fmla="*/ 1726467 w 42118086"/>
              <a:gd name="connsiteY27" fmla="*/ 5794792 h 6975464"/>
              <a:gd name="connsiteX28" fmla="*/ 1853448 w 42118086"/>
              <a:gd name="connsiteY28" fmla="*/ 5890997 h 6975464"/>
              <a:gd name="connsiteX29" fmla="*/ 1489068 w 42118086"/>
              <a:gd name="connsiteY29" fmla="*/ 6174091 h 6975464"/>
              <a:gd name="connsiteX30" fmla="*/ 1123900 w 42118086"/>
              <a:gd name="connsiteY30" fmla="*/ 5896517 h 6975464"/>
              <a:gd name="connsiteX31" fmla="*/ 1488280 w 42118086"/>
              <a:gd name="connsiteY31" fmla="*/ 5613423 h 6975464"/>
              <a:gd name="connsiteX32" fmla="*/ 359648 w 42118086"/>
              <a:gd name="connsiteY32" fmla="*/ 4965225 h 6975464"/>
              <a:gd name="connsiteX33" fmla="*/ 724817 w 42118086"/>
              <a:gd name="connsiteY33" fmla="*/ 5242799 h 6975464"/>
              <a:gd name="connsiteX34" fmla="*/ 487418 w 42118086"/>
              <a:gd name="connsiteY34" fmla="*/ 5426534 h 6975464"/>
              <a:gd name="connsiteX35" fmla="*/ 493727 w 42118086"/>
              <a:gd name="connsiteY35" fmla="*/ 5437574 h 6975464"/>
              <a:gd name="connsiteX36" fmla="*/ 733493 w 42118086"/>
              <a:gd name="connsiteY36" fmla="*/ 5252262 h 6975464"/>
              <a:gd name="connsiteX37" fmla="*/ 733493 w 42118086"/>
              <a:gd name="connsiteY37" fmla="*/ 5598440 h 6975464"/>
              <a:gd name="connsiteX38" fmla="*/ 633328 w 42118086"/>
              <a:gd name="connsiteY38" fmla="*/ 5675720 h 6975464"/>
              <a:gd name="connsiteX39" fmla="*/ 641215 w 42118086"/>
              <a:gd name="connsiteY39" fmla="*/ 5688337 h 6975464"/>
              <a:gd name="connsiteX40" fmla="*/ 737436 w 42118086"/>
              <a:gd name="connsiteY40" fmla="*/ 5613423 h 6975464"/>
              <a:gd name="connsiteX41" fmla="*/ 1102605 w 42118086"/>
              <a:gd name="connsiteY41" fmla="*/ 5890997 h 6975464"/>
              <a:gd name="connsiteX42" fmla="*/ 866783 w 42118086"/>
              <a:gd name="connsiteY42" fmla="*/ 6073943 h 6975464"/>
              <a:gd name="connsiteX43" fmla="*/ 873093 w 42118086"/>
              <a:gd name="connsiteY43" fmla="*/ 6085772 h 6975464"/>
              <a:gd name="connsiteX44" fmla="*/ 865994 w 42118086"/>
              <a:gd name="connsiteY44" fmla="*/ 6074732 h 6975464"/>
              <a:gd name="connsiteX45" fmla="*/ 738225 w 42118086"/>
              <a:gd name="connsiteY45" fmla="*/ 6174091 h 6975464"/>
              <a:gd name="connsiteX46" fmla="*/ 373056 w 42118086"/>
              <a:gd name="connsiteY46" fmla="*/ 5896517 h 6975464"/>
              <a:gd name="connsiteX47" fmla="*/ 640426 w 42118086"/>
              <a:gd name="connsiteY47" fmla="*/ 5689125 h 6975464"/>
              <a:gd name="connsiteX48" fmla="*/ 633328 w 42118086"/>
              <a:gd name="connsiteY48" fmla="*/ 5676508 h 6975464"/>
              <a:gd name="connsiteX49" fmla="*/ 371479 w 42118086"/>
              <a:gd name="connsiteY49" fmla="*/ 5879169 h 6975464"/>
              <a:gd name="connsiteX50" fmla="*/ 371479 w 42118086"/>
              <a:gd name="connsiteY50" fmla="*/ 5532990 h 6975464"/>
              <a:gd name="connsiteX51" fmla="*/ 493727 w 42118086"/>
              <a:gd name="connsiteY51" fmla="*/ 5438362 h 6975464"/>
              <a:gd name="connsiteX52" fmla="*/ 486629 w 42118086"/>
              <a:gd name="connsiteY52" fmla="*/ 5426534 h 6975464"/>
              <a:gd name="connsiteX53" fmla="*/ 365169 w 42118086"/>
              <a:gd name="connsiteY53" fmla="*/ 5521161 h 6975464"/>
              <a:gd name="connsiteX54" fmla="*/ 0 w 42118086"/>
              <a:gd name="connsiteY54" fmla="*/ 5243588 h 6975464"/>
              <a:gd name="connsiteX55" fmla="*/ 359648 w 42118086"/>
              <a:gd name="connsiteY55" fmla="*/ 4965225 h 6975464"/>
              <a:gd name="connsiteX56" fmla="*/ 1106548 w 42118086"/>
              <a:gd name="connsiteY56" fmla="*/ 4604852 h 6975464"/>
              <a:gd name="connsiteX57" fmla="*/ 1106548 w 42118086"/>
              <a:gd name="connsiteY57" fmla="*/ 4951031 h 6975464"/>
              <a:gd name="connsiteX58" fmla="*/ 1018214 w 42118086"/>
              <a:gd name="connsiteY58" fmla="*/ 5019636 h 6975464"/>
              <a:gd name="connsiteX59" fmla="*/ 1025312 w 42118086"/>
              <a:gd name="connsiteY59" fmla="*/ 5030676 h 6975464"/>
              <a:gd name="connsiteX60" fmla="*/ 1017425 w 42118086"/>
              <a:gd name="connsiteY60" fmla="*/ 5020424 h 6975464"/>
              <a:gd name="connsiteX61" fmla="*/ 744534 w 42118086"/>
              <a:gd name="connsiteY61" fmla="*/ 5231759 h 6975464"/>
              <a:gd name="connsiteX62" fmla="*/ 744534 w 42118086"/>
              <a:gd name="connsiteY62" fmla="*/ 4885580 h 6975464"/>
              <a:gd name="connsiteX63" fmla="*/ 856530 w 42118086"/>
              <a:gd name="connsiteY63" fmla="*/ 4798050 h 6975464"/>
              <a:gd name="connsiteX64" fmla="*/ 849432 w 42118086"/>
              <a:gd name="connsiteY64" fmla="*/ 4787799 h 6975464"/>
              <a:gd name="connsiteX65" fmla="*/ 857319 w 42118086"/>
              <a:gd name="connsiteY65" fmla="*/ 4798050 h 6975464"/>
              <a:gd name="connsiteX66" fmla="*/ 1106548 w 42118086"/>
              <a:gd name="connsiteY66" fmla="*/ 4604852 h 6975464"/>
              <a:gd name="connsiteX67" fmla="*/ 737436 w 42118086"/>
              <a:gd name="connsiteY67" fmla="*/ 4313873 h 6975464"/>
              <a:gd name="connsiteX68" fmla="*/ 1102605 w 42118086"/>
              <a:gd name="connsiteY68" fmla="*/ 4591447 h 6975464"/>
              <a:gd name="connsiteX69" fmla="*/ 849432 w 42118086"/>
              <a:gd name="connsiteY69" fmla="*/ 4787799 h 6975464"/>
              <a:gd name="connsiteX70" fmla="*/ 738225 w 42118086"/>
              <a:gd name="connsiteY70" fmla="*/ 4873752 h 6975464"/>
              <a:gd name="connsiteX71" fmla="*/ 373056 w 42118086"/>
              <a:gd name="connsiteY71" fmla="*/ 4596178 h 6975464"/>
              <a:gd name="connsiteX72" fmla="*/ 737436 w 42118086"/>
              <a:gd name="connsiteY72" fmla="*/ 4313873 h 6975464"/>
              <a:gd name="connsiteX73" fmla="*/ 1115224 w 42118086"/>
              <a:gd name="connsiteY73" fmla="*/ 3661732 h 6975464"/>
              <a:gd name="connsiteX74" fmla="*/ 1125477 w 42118086"/>
              <a:gd name="connsiteY74" fmla="*/ 3669618 h 6975464"/>
              <a:gd name="connsiteX75" fmla="*/ 1480393 w 42118086"/>
              <a:gd name="connsiteY75" fmla="*/ 3939306 h 6975464"/>
              <a:gd name="connsiteX76" fmla="*/ 1116013 w 42118086"/>
              <a:gd name="connsiteY76" fmla="*/ 4222399 h 6975464"/>
              <a:gd name="connsiteX77" fmla="*/ 750844 w 42118086"/>
              <a:gd name="connsiteY77" fmla="*/ 3944037 h 6975464"/>
              <a:gd name="connsiteX78" fmla="*/ 1115224 w 42118086"/>
              <a:gd name="connsiteY78" fmla="*/ 3661732 h 6975464"/>
              <a:gd name="connsiteX79" fmla="*/ 1480393 w 42118086"/>
              <a:gd name="connsiteY79" fmla="*/ 2656315 h 6975464"/>
              <a:gd name="connsiteX80" fmla="*/ 1480393 w 42118086"/>
              <a:gd name="connsiteY80" fmla="*/ 3002494 h 6975464"/>
              <a:gd name="connsiteX81" fmla="*/ 1386537 w 42118086"/>
              <a:gd name="connsiteY81" fmla="*/ 3075042 h 6975464"/>
              <a:gd name="connsiteX82" fmla="*/ 1392847 w 42118086"/>
              <a:gd name="connsiteY82" fmla="*/ 3086870 h 6975464"/>
              <a:gd name="connsiteX83" fmla="*/ 1385748 w 42118086"/>
              <a:gd name="connsiteY83" fmla="*/ 3075830 h 6975464"/>
              <a:gd name="connsiteX84" fmla="*/ 1118379 w 42118086"/>
              <a:gd name="connsiteY84" fmla="*/ 3283222 h 6975464"/>
              <a:gd name="connsiteX85" fmla="*/ 1118379 w 42118086"/>
              <a:gd name="connsiteY85" fmla="*/ 2937043 h 6975464"/>
              <a:gd name="connsiteX86" fmla="*/ 1246148 w 42118086"/>
              <a:gd name="connsiteY86" fmla="*/ 2837685 h 6975464"/>
              <a:gd name="connsiteX87" fmla="*/ 1239839 w 42118086"/>
              <a:gd name="connsiteY87" fmla="*/ 2825856 h 6975464"/>
              <a:gd name="connsiteX88" fmla="*/ 1246937 w 42118086"/>
              <a:gd name="connsiteY88" fmla="*/ 2836896 h 6975464"/>
              <a:gd name="connsiteX89" fmla="*/ 1480393 w 42118086"/>
              <a:gd name="connsiteY89" fmla="*/ 2656315 h 6975464"/>
              <a:gd name="connsiteX90" fmla="*/ 732704 w 42118086"/>
              <a:gd name="connsiteY90" fmla="*/ 1716349 h 6975464"/>
              <a:gd name="connsiteX91" fmla="*/ 1097873 w 42118086"/>
              <a:gd name="connsiteY91" fmla="*/ 1993923 h 6975464"/>
              <a:gd name="connsiteX92" fmla="*/ 860473 w 42118086"/>
              <a:gd name="connsiteY92" fmla="*/ 2177658 h 6975464"/>
              <a:gd name="connsiteX93" fmla="*/ 867572 w 42118086"/>
              <a:gd name="connsiteY93" fmla="*/ 2189486 h 6975464"/>
              <a:gd name="connsiteX94" fmla="*/ 1106548 w 42118086"/>
              <a:gd name="connsiteY94" fmla="*/ 2003386 h 6975464"/>
              <a:gd name="connsiteX95" fmla="*/ 1106548 w 42118086"/>
              <a:gd name="connsiteY95" fmla="*/ 2350353 h 6975464"/>
              <a:gd name="connsiteX96" fmla="*/ 1007172 w 42118086"/>
              <a:gd name="connsiteY96" fmla="*/ 2427632 h 6975464"/>
              <a:gd name="connsiteX97" fmla="*/ 1014270 w 42118086"/>
              <a:gd name="connsiteY97" fmla="*/ 2440249 h 6975464"/>
              <a:gd name="connsiteX98" fmla="*/ 1110492 w 42118086"/>
              <a:gd name="connsiteY98" fmla="*/ 2365336 h 6975464"/>
              <a:gd name="connsiteX99" fmla="*/ 1475660 w 42118086"/>
              <a:gd name="connsiteY99" fmla="*/ 2642910 h 6975464"/>
              <a:gd name="connsiteX100" fmla="*/ 1239839 w 42118086"/>
              <a:gd name="connsiteY100" fmla="*/ 2825856 h 6975464"/>
              <a:gd name="connsiteX101" fmla="*/ 1112069 w 42118086"/>
              <a:gd name="connsiteY101" fmla="*/ 2925215 h 6975464"/>
              <a:gd name="connsiteX102" fmla="*/ 746900 w 42118086"/>
              <a:gd name="connsiteY102" fmla="*/ 2647641 h 6975464"/>
              <a:gd name="connsiteX103" fmla="*/ 1013481 w 42118086"/>
              <a:gd name="connsiteY103" fmla="*/ 2440249 h 6975464"/>
              <a:gd name="connsiteX104" fmla="*/ 1006383 w 42118086"/>
              <a:gd name="connsiteY104" fmla="*/ 2427632 h 6975464"/>
              <a:gd name="connsiteX105" fmla="*/ 744534 w 42118086"/>
              <a:gd name="connsiteY105" fmla="*/ 2631081 h 6975464"/>
              <a:gd name="connsiteX106" fmla="*/ 744534 w 42118086"/>
              <a:gd name="connsiteY106" fmla="*/ 2284114 h 6975464"/>
              <a:gd name="connsiteX107" fmla="*/ 866783 w 42118086"/>
              <a:gd name="connsiteY107" fmla="*/ 2189486 h 6975464"/>
              <a:gd name="connsiteX108" fmla="*/ 860473 w 42118086"/>
              <a:gd name="connsiteY108" fmla="*/ 2178447 h 6975464"/>
              <a:gd name="connsiteX109" fmla="*/ 738225 w 42118086"/>
              <a:gd name="connsiteY109" fmla="*/ 2273074 h 6975464"/>
              <a:gd name="connsiteX110" fmla="*/ 373056 w 42118086"/>
              <a:gd name="connsiteY110" fmla="*/ 1995500 h 6975464"/>
              <a:gd name="connsiteX111" fmla="*/ 732704 w 42118086"/>
              <a:gd name="connsiteY111" fmla="*/ 1716349 h 6975464"/>
              <a:gd name="connsiteX112" fmla="*/ 1480393 w 42118086"/>
              <a:gd name="connsiteY112" fmla="*/ 1355976 h 6975464"/>
              <a:gd name="connsiteX113" fmla="*/ 1480393 w 42118086"/>
              <a:gd name="connsiteY113" fmla="*/ 1702944 h 6975464"/>
              <a:gd name="connsiteX114" fmla="*/ 1391269 w 42118086"/>
              <a:gd name="connsiteY114" fmla="*/ 1771549 h 6975464"/>
              <a:gd name="connsiteX115" fmla="*/ 1399156 w 42118086"/>
              <a:gd name="connsiteY115" fmla="*/ 1781800 h 6975464"/>
              <a:gd name="connsiteX116" fmla="*/ 1483547 w 42118086"/>
              <a:gd name="connsiteY116" fmla="*/ 1716349 h 6975464"/>
              <a:gd name="connsiteX117" fmla="*/ 1848716 w 42118086"/>
              <a:gd name="connsiteY117" fmla="*/ 1993923 h 6975464"/>
              <a:gd name="connsiteX118" fmla="*/ 1658639 w 42118086"/>
              <a:gd name="connsiteY118" fmla="*/ 2141384 h 6975464"/>
              <a:gd name="connsiteX119" fmla="*/ 1489068 w 42118086"/>
              <a:gd name="connsiteY119" fmla="*/ 2273074 h 6975464"/>
              <a:gd name="connsiteX120" fmla="*/ 1123900 w 42118086"/>
              <a:gd name="connsiteY120" fmla="*/ 1995500 h 6975464"/>
              <a:gd name="connsiteX121" fmla="*/ 1398368 w 42118086"/>
              <a:gd name="connsiteY121" fmla="*/ 1782588 h 6975464"/>
              <a:gd name="connsiteX122" fmla="*/ 1390481 w 42118086"/>
              <a:gd name="connsiteY122" fmla="*/ 1771549 h 6975464"/>
              <a:gd name="connsiteX123" fmla="*/ 1118379 w 42118086"/>
              <a:gd name="connsiteY123" fmla="*/ 1982883 h 6975464"/>
              <a:gd name="connsiteX124" fmla="*/ 1118379 w 42118086"/>
              <a:gd name="connsiteY124" fmla="*/ 1636704 h 6975464"/>
              <a:gd name="connsiteX125" fmla="*/ 1230374 w 42118086"/>
              <a:gd name="connsiteY125" fmla="*/ 1549963 h 6975464"/>
              <a:gd name="connsiteX126" fmla="*/ 1480393 w 42118086"/>
              <a:gd name="connsiteY126" fmla="*/ 1355976 h 6975464"/>
              <a:gd name="connsiteX127" fmla="*/ 1110492 w 42118086"/>
              <a:gd name="connsiteY127" fmla="*/ 1064997 h 6975464"/>
              <a:gd name="connsiteX128" fmla="*/ 1475660 w 42118086"/>
              <a:gd name="connsiteY128" fmla="*/ 1342571 h 6975464"/>
              <a:gd name="connsiteX129" fmla="*/ 1223276 w 42118086"/>
              <a:gd name="connsiteY129" fmla="*/ 1538923 h 6975464"/>
              <a:gd name="connsiteX130" fmla="*/ 1230374 w 42118086"/>
              <a:gd name="connsiteY130" fmla="*/ 1549963 h 6975464"/>
              <a:gd name="connsiteX131" fmla="*/ 1222487 w 42118086"/>
              <a:gd name="connsiteY131" fmla="*/ 1539711 h 6975464"/>
              <a:gd name="connsiteX132" fmla="*/ 1112069 w 42118086"/>
              <a:gd name="connsiteY132" fmla="*/ 1625665 h 6975464"/>
              <a:gd name="connsiteX133" fmla="*/ 746900 w 42118086"/>
              <a:gd name="connsiteY133" fmla="*/ 1348091 h 6975464"/>
              <a:gd name="connsiteX134" fmla="*/ 1110492 w 42118086"/>
              <a:gd name="connsiteY134" fmla="*/ 1064997 h 6975464"/>
              <a:gd name="connsiteX135" fmla="*/ 1488280 w 42118086"/>
              <a:gd name="connsiteY135" fmla="*/ 413645 h 6975464"/>
              <a:gd name="connsiteX136" fmla="*/ 1498533 w 42118086"/>
              <a:gd name="connsiteY136" fmla="*/ 421530 h 6975464"/>
              <a:gd name="connsiteX137" fmla="*/ 1853448 w 42118086"/>
              <a:gd name="connsiteY137" fmla="*/ 691218 h 6975464"/>
              <a:gd name="connsiteX138" fmla="*/ 1489068 w 42118086"/>
              <a:gd name="connsiteY138" fmla="*/ 973524 h 6975464"/>
              <a:gd name="connsiteX139" fmla="*/ 1123900 w 42118086"/>
              <a:gd name="connsiteY139" fmla="*/ 695950 h 6975464"/>
              <a:gd name="connsiteX140" fmla="*/ 1488280 w 42118086"/>
              <a:gd name="connsiteY140" fmla="*/ 413645 h 6975464"/>
              <a:gd name="connsiteX141" fmla="*/ 1493012 w 42118086"/>
              <a:gd name="connsiteY141" fmla="*/ 117464 h 6975464"/>
              <a:gd name="connsiteX142" fmla="*/ 42118086 w 42118086"/>
              <a:gd name="connsiteY142" fmla="*/ 0 h 6975464"/>
              <a:gd name="connsiteX143" fmla="*/ 5957423 w 42118086"/>
              <a:gd name="connsiteY143" fmla="*/ 6975464 h 6975464"/>
              <a:gd name="connsiteX144" fmla="*/ 843615 w 42118086"/>
              <a:gd name="connsiteY144" fmla="*/ 6975464 h 6975464"/>
              <a:gd name="connsiteX145" fmla="*/ 810785 w 42118086"/>
              <a:gd name="connsiteY145" fmla="*/ 6950504 h 6975464"/>
              <a:gd name="connsiteX146" fmla="*/ 746900 w 42118086"/>
              <a:gd name="connsiteY146" fmla="*/ 6901934 h 6975464"/>
              <a:gd name="connsiteX147" fmla="*/ 746900 w 42118086"/>
              <a:gd name="connsiteY147" fmla="*/ 6547081 h 6975464"/>
              <a:gd name="connsiteX148" fmla="*/ 1019002 w 42118086"/>
              <a:gd name="connsiteY148" fmla="*/ 6335746 h 6975464"/>
              <a:gd name="connsiteX149" fmla="*/ 1012693 w 42118086"/>
              <a:gd name="connsiteY149" fmla="*/ 6323918 h 6975464"/>
              <a:gd name="connsiteX150" fmla="*/ 1019791 w 42118086"/>
              <a:gd name="connsiteY150" fmla="*/ 6334957 h 6975464"/>
              <a:gd name="connsiteX151" fmla="*/ 1110492 w 42118086"/>
              <a:gd name="connsiteY151" fmla="*/ 6264775 h 6975464"/>
              <a:gd name="connsiteX152" fmla="*/ 1489068 w 42118086"/>
              <a:gd name="connsiteY152" fmla="*/ 6553389 h 6975464"/>
              <a:gd name="connsiteX153" fmla="*/ 1870800 w 42118086"/>
              <a:gd name="connsiteY153" fmla="*/ 6257678 h 6975464"/>
              <a:gd name="connsiteX154" fmla="*/ 1870800 w 42118086"/>
              <a:gd name="connsiteY154" fmla="*/ 6139394 h 6975464"/>
              <a:gd name="connsiteX155" fmla="*/ 1857392 w 42118086"/>
              <a:gd name="connsiteY155" fmla="*/ 6144914 h 6975464"/>
              <a:gd name="connsiteX156" fmla="*/ 1857392 w 42118086"/>
              <a:gd name="connsiteY156" fmla="*/ 6251370 h 6975464"/>
              <a:gd name="connsiteX157" fmla="*/ 1495378 w 42118086"/>
              <a:gd name="connsiteY157" fmla="*/ 6531309 h 6975464"/>
              <a:gd name="connsiteX158" fmla="*/ 1495378 w 42118086"/>
              <a:gd name="connsiteY158" fmla="*/ 6185131 h 6975464"/>
              <a:gd name="connsiteX159" fmla="*/ 1857392 w 42118086"/>
              <a:gd name="connsiteY159" fmla="*/ 5904403 h 6975464"/>
              <a:gd name="connsiteX160" fmla="*/ 1857392 w 42118086"/>
              <a:gd name="connsiteY160" fmla="*/ 6144125 h 6975464"/>
              <a:gd name="connsiteX161" fmla="*/ 1870800 w 42118086"/>
              <a:gd name="connsiteY161" fmla="*/ 6138605 h 6975464"/>
              <a:gd name="connsiteX162" fmla="*/ 1870800 w 42118086"/>
              <a:gd name="connsiteY162" fmla="*/ 5887843 h 6975464"/>
              <a:gd name="connsiteX163" fmla="*/ 1739875 w 42118086"/>
              <a:gd name="connsiteY163" fmla="*/ 5788484 h 6975464"/>
              <a:gd name="connsiteX164" fmla="*/ 1497744 w 42118086"/>
              <a:gd name="connsiteY164" fmla="*/ 5604749 h 6975464"/>
              <a:gd name="connsiteX165" fmla="*/ 1497744 w 42118086"/>
              <a:gd name="connsiteY165" fmla="*/ 5424957 h 6975464"/>
              <a:gd name="connsiteX166" fmla="*/ 1484336 w 42118086"/>
              <a:gd name="connsiteY166" fmla="*/ 5427322 h 6975464"/>
              <a:gd name="connsiteX167" fmla="*/ 1484336 w 42118086"/>
              <a:gd name="connsiteY167" fmla="*/ 5598440 h 6975464"/>
              <a:gd name="connsiteX168" fmla="*/ 1122322 w 42118086"/>
              <a:gd name="connsiteY168" fmla="*/ 5879169 h 6975464"/>
              <a:gd name="connsiteX169" fmla="*/ 1122322 w 42118086"/>
              <a:gd name="connsiteY169" fmla="*/ 5532990 h 6975464"/>
              <a:gd name="connsiteX170" fmla="*/ 1292682 w 42118086"/>
              <a:gd name="connsiteY170" fmla="*/ 5400511 h 6975464"/>
              <a:gd name="connsiteX171" fmla="*/ 1285583 w 42118086"/>
              <a:gd name="connsiteY171" fmla="*/ 5390260 h 6975464"/>
              <a:gd name="connsiteX172" fmla="*/ 1116013 w 42118086"/>
              <a:gd name="connsiteY172" fmla="*/ 5521161 h 6975464"/>
              <a:gd name="connsiteX173" fmla="*/ 750844 w 42118086"/>
              <a:gd name="connsiteY173" fmla="*/ 5243588 h 6975464"/>
              <a:gd name="connsiteX174" fmla="*/ 1025312 w 42118086"/>
              <a:gd name="connsiteY174" fmla="*/ 5030676 h 6975464"/>
              <a:gd name="connsiteX175" fmla="*/ 1110492 w 42118086"/>
              <a:gd name="connsiteY175" fmla="*/ 4965225 h 6975464"/>
              <a:gd name="connsiteX176" fmla="*/ 1475660 w 42118086"/>
              <a:gd name="connsiteY176" fmla="*/ 5242799 h 6975464"/>
              <a:gd name="connsiteX177" fmla="*/ 1285583 w 42118086"/>
              <a:gd name="connsiteY177" fmla="*/ 5389472 h 6975464"/>
              <a:gd name="connsiteX178" fmla="*/ 1293470 w 42118086"/>
              <a:gd name="connsiteY178" fmla="*/ 5400511 h 6975464"/>
              <a:gd name="connsiteX179" fmla="*/ 1484336 w 42118086"/>
              <a:gd name="connsiteY179" fmla="*/ 5252262 h 6975464"/>
              <a:gd name="connsiteX180" fmla="*/ 1484336 w 42118086"/>
              <a:gd name="connsiteY180" fmla="*/ 5426534 h 6975464"/>
              <a:gd name="connsiteX181" fmla="*/ 1497744 w 42118086"/>
              <a:gd name="connsiteY181" fmla="*/ 5424168 h 6975464"/>
              <a:gd name="connsiteX182" fmla="*/ 1497744 w 42118086"/>
              <a:gd name="connsiteY182" fmla="*/ 5246742 h 6975464"/>
              <a:gd name="connsiteX183" fmla="*/ 1513518 w 42118086"/>
              <a:gd name="connsiteY183" fmla="*/ 5234125 h 6975464"/>
              <a:gd name="connsiteX184" fmla="*/ 1513518 w 42118086"/>
              <a:gd name="connsiteY184" fmla="*/ 5217565 h 6975464"/>
              <a:gd name="connsiteX185" fmla="*/ 1495378 w 42118086"/>
              <a:gd name="connsiteY185" fmla="*/ 5231759 h 6975464"/>
              <a:gd name="connsiteX186" fmla="*/ 1495378 w 42118086"/>
              <a:gd name="connsiteY186" fmla="*/ 4885580 h 6975464"/>
              <a:gd name="connsiteX187" fmla="*/ 1513518 w 42118086"/>
              <a:gd name="connsiteY187" fmla="*/ 4871386 h 6975464"/>
              <a:gd name="connsiteX188" fmla="*/ 1513518 w 42118086"/>
              <a:gd name="connsiteY188" fmla="*/ 4854826 h 6975464"/>
              <a:gd name="connsiteX189" fmla="*/ 1489068 w 42118086"/>
              <a:gd name="connsiteY189" fmla="*/ 4873752 h 6975464"/>
              <a:gd name="connsiteX190" fmla="*/ 1123900 w 42118086"/>
              <a:gd name="connsiteY190" fmla="*/ 4596178 h 6975464"/>
              <a:gd name="connsiteX191" fmla="*/ 1488280 w 42118086"/>
              <a:gd name="connsiteY191" fmla="*/ 4313873 h 6975464"/>
              <a:gd name="connsiteX192" fmla="*/ 1853448 w 42118086"/>
              <a:gd name="connsiteY192" fmla="*/ 4591447 h 6975464"/>
              <a:gd name="connsiteX193" fmla="*/ 1514307 w 42118086"/>
              <a:gd name="connsiteY193" fmla="*/ 4854826 h 6975464"/>
              <a:gd name="connsiteX194" fmla="*/ 1514307 w 42118086"/>
              <a:gd name="connsiteY194" fmla="*/ 4870598 h 6975464"/>
              <a:gd name="connsiteX195" fmla="*/ 1857392 w 42118086"/>
              <a:gd name="connsiteY195" fmla="*/ 4604852 h 6975464"/>
              <a:gd name="connsiteX196" fmla="*/ 1857392 w 42118086"/>
              <a:gd name="connsiteY196" fmla="*/ 4951031 h 6975464"/>
              <a:gd name="connsiteX197" fmla="*/ 1514307 w 42118086"/>
              <a:gd name="connsiteY197" fmla="*/ 5217565 h 6975464"/>
              <a:gd name="connsiteX198" fmla="*/ 1514307 w 42118086"/>
              <a:gd name="connsiteY198" fmla="*/ 5234125 h 6975464"/>
              <a:gd name="connsiteX199" fmla="*/ 1870800 w 42118086"/>
              <a:gd name="connsiteY199" fmla="*/ 4957339 h 6975464"/>
              <a:gd name="connsiteX200" fmla="*/ 1870800 w 42118086"/>
              <a:gd name="connsiteY200" fmla="*/ 4588292 h 6975464"/>
              <a:gd name="connsiteX201" fmla="*/ 1497744 w 42118086"/>
              <a:gd name="connsiteY201" fmla="*/ 4304410 h 6975464"/>
              <a:gd name="connsiteX202" fmla="*/ 1497744 w 42118086"/>
              <a:gd name="connsiteY202" fmla="*/ 3956654 h 6975464"/>
              <a:gd name="connsiteX203" fmla="*/ 1484336 w 42118086"/>
              <a:gd name="connsiteY203" fmla="*/ 3966905 h 6975464"/>
              <a:gd name="connsiteX204" fmla="*/ 1484336 w 42118086"/>
              <a:gd name="connsiteY204" fmla="*/ 4299679 h 6975464"/>
              <a:gd name="connsiteX205" fmla="*/ 1122322 w 42118086"/>
              <a:gd name="connsiteY205" fmla="*/ 4579618 h 6975464"/>
              <a:gd name="connsiteX206" fmla="*/ 1122322 w 42118086"/>
              <a:gd name="connsiteY206" fmla="*/ 4233439 h 6975464"/>
              <a:gd name="connsiteX207" fmla="*/ 1484336 w 42118086"/>
              <a:gd name="connsiteY207" fmla="*/ 3952712 h 6975464"/>
              <a:gd name="connsiteX208" fmla="*/ 1484336 w 42118086"/>
              <a:gd name="connsiteY208" fmla="*/ 3966117 h 6975464"/>
              <a:gd name="connsiteX209" fmla="*/ 1497744 w 42118086"/>
              <a:gd name="connsiteY209" fmla="*/ 3955866 h 6975464"/>
              <a:gd name="connsiteX210" fmla="*/ 1497744 w 42118086"/>
              <a:gd name="connsiteY210" fmla="*/ 3936152 h 6975464"/>
              <a:gd name="connsiteX211" fmla="*/ 1136519 w 42118086"/>
              <a:gd name="connsiteY211" fmla="*/ 3661732 h 6975464"/>
              <a:gd name="connsiteX212" fmla="*/ 1125477 w 42118086"/>
              <a:gd name="connsiteY212" fmla="*/ 3669618 h 6975464"/>
              <a:gd name="connsiteX213" fmla="*/ 1135730 w 42118086"/>
              <a:gd name="connsiteY213" fmla="*/ 3660943 h 6975464"/>
              <a:gd name="connsiteX214" fmla="*/ 1119956 w 42118086"/>
              <a:gd name="connsiteY214" fmla="*/ 3649115 h 6975464"/>
              <a:gd name="connsiteX215" fmla="*/ 1119956 w 42118086"/>
              <a:gd name="connsiteY215" fmla="*/ 3637286 h 6975464"/>
              <a:gd name="connsiteX216" fmla="*/ 1106548 w 42118086"/>
              <a:gd name="connsiteY216" fmla="*/ 3637286 h 6975464"/>
              <a:gd name="connsiteX217" fmla="*/ 1106548 w 42118086"/>
              <a:gd name="connsiteY217" fmla="*/ 3649903 h 6975464"/>
              <a:gd name="connsiteX218" fmla="*/ 744534 w 42118086"/>
              <a:gd name="connsiteY218" fmla="*/ 3929843 h 6975464"/>
              <a:gd name="connsiteX219" fmla="*/ 744534 w 42118086"/>
              <a:gd name="connsiteY219" fmla="*/ 3612841 h 6975464"/>
              <a:gd name="connsiteX220" fmla="*/ 744534 w 42118086"/>
              <a:gd name="connsiteY220" fmla="*/ 3584453 h 6975464"/>
              <a:gd name="connsiteX221" fmla="*/ 1106548 w 42118086"/>
              <a:gd name="connsiteY221" fmla="*/ 3303725 h 6975464"/>
              <a:gd name="connsiteX222" fmla="*/ 1106548 w 42118086"/>
              <a:gd name="connsiteY222" fmla="*/ 3617573 h 6975464"/>
              <a:gd name="connsiteX223" fmla="*/ 1106548 w 42118086"/>
              <a:gd name="connsiteY223" fmla="*/ 3636498 h 6975464"/>
              <a:gd name="connsiteX224" fmla="*/ 1119956 w 42118086"/>
              <a:gd name="connsiteY224" fmla="*/ 3636498 h 6975464"/>
              <a:gd name="connsiteX225" fmla="*/ 1119956 w 42118086"/>
              <a:gd name="connsiteY225" fmla="*/ 3298205 h 6975464"/>
              <a:gd name="connsiteX226" fmla="*/ 1392847 w 42118086"/>
              <a:gd name="connsiteY226" fmla="*/ 3086870 h 6975464"/>
              <a:gd name="connsiteX227" fmla="*/ 1483547 w 42118086"/>
              <a:gd name="connsiteY227" fmla="*/ 3016688 h 6975464"/>
              <a:gd name="connsiteX228" fmla="*/ 1862913 w 42118086"/>
              <a:gd name="connsiteY228" fmla="*/ 3304513 h 6975464"/>
              <a:gd name="connsiteX229" fmla="*/ 2243855 w 42118086"/>
              <a:gd name="connsiteY229" fmla="*/ 3008803 h 6975464"/>
              <a:gd name="connsiteX230" fmla="*/ 2243855 w 42118086"/>
              <a:gd name="connsiteY230" fmla="*/ 2891307 h 6975464"/>
              <a:gd name="connsiteX231" fmla="*/ 2231236 w 42118086"/>
              <a:gd name="connsiteY231" fmla="*/ 2896827 h 6975464"/>
              <a:gd name="connsiteX232" fmla="*/ 2231236 w 42118086"/>
              <a:gd name="connsiteY232" fmla="*/ 3002494 h 6975464"/>
              <a:gd name="connsiteX233" fmla="*/ 1869222 w 42118086"/>
              <a:gd name="connsiteY233" fmla="*/ 3283222 h 6975464"/>
              <a:gd name="connsiteX234" fmla="*/ 1869222 w 42118086"/>
              <a:gd name="connsiteY234" fmla="*/ 2937043 h 6975464"/>
              <a:gd name="connsiteX235" fmla="*/ 2231236 w 42118086"/>
              <a:gd name="connsiteY235" fmla="*/ 2656315 h 6975464"/>
              <a:gd name="connsiteX236" fmla="*/ 2231236 w 42118086"/>
              <a:gd name="connsiteY236" fmla="*/ 2896038 h 6975464"/>
              <a:gd name="connsiteX237" fmla="*/ 2243855 w 42118086"/>
              <a:gd name="connsiteY237" fmla="*/ 2890518 h 6975464"/>
              <a:gd name="connsiteX238" fmla="*/ 2243855 w 42118086"/>
              <a:gd name="connsiteY238" fmla="*/ 2639755 h 6975464"/>
              <a:gd name="connsiteX239" fmla="*/ 2113720 w 42118086"/>
              <a:gd name="connsiteY239" fmla="*/ 2540397 h 6975464"/>
              <a:gd name="connsiteX240" fmla="*/ 2100312 w 42118086"/>
              <a:gd name="connsiteY240" fmla="*/ 2546705 h 6975464"/>
              <a:gd name="connsiteX241" fmla="*/ 2226503 w 42118086"/>
              <a:gd name="connsiteY241" fmla="*/ 2642910 h 6975464"/>
              <a:gd name="connsiteX242" fmla="*/ 1862124 w 42118086"/>
              <a:gd name="connsiteY242" fmla="*/ 2925215 h 6975464"/>
              <a:gd name="connsiteX243" fmla="*/ 1496955 w 42118086"/>
              <a:gd name="connsiteY243" fmla="*/ 2647641 h 6975464"/>
              <a:gd name="connsiteX244" fmla="*/ 1861335 w 42118086"/>
              <a:gd name="connsiteY244" fmla="*/ 2365336 h 6975464"/>
              <a:gd name="connsiteX245" fmla="*/ 2099523 w 42118086"/>
              <a:gd name="connsiteY245" fmla="*/ 2545916 h 6975464"/>
              <a:gd name="connsiteX246" fmla="*/ 2112931 w 42118086"/>
              <a:gd name="connsiteY246" fmla="*/ 2539608 h 6975464"/>
              <a:gd name="connsiteX247" fmla="*/ 1870800 w 42118086"/>
              <a:gd name="connsiteY247" fmla="*/ 2355873 h 6975464"/>
              <a:gd name="connsiteX248" fmla="*/ 1870800 w 42118086"/>
              <a:gd name="connsiteY248" fmla="*/ 2176869 h 6975464"/>
              <a:gd name="connsiteX249" fmla="*/ 1857392 w 42118086"/>
              <a:gd name="connsiteY249" fmla="*/ 2178447 h 6975464"/>
              <a:gd name="connsiteX250" fmla="*/ 1857392 w 42118086"/>
              <a:gd name="connsiteY250" fmla="*/ 2350353 h 6975464"/>
              <a:gd name="connsiteX251" fmla="*/ 1496167 w 42118086"/>
              <a:gd name="connsiteY251" fmla="*/ 2631081 h 6975464"/>
              <a:gd name="connsiteX252" fmla="*/ 1496167 w 42118086"/>
              <a:gd name="connsiteY252" fmla="*/ 2284114 h 6975464"/>
              <a:gd name="connsiteX253" fmla="*/ 1666526 w 42118086"/>
              <a:gd name="connsiteY253" fmla="*/ 2152424 h 6975464"/>
              <a:gd name="connsiteX254" fmla="*/ 1658639 w 42118086"/>
              <a:gd name="connsiteY254" fmla="*/ 2141384 h 6975464"/>
              <a:gd name="connsiteX255" fmla="*/ 1666526 w 42118086"/>
              <a:gd name="connsiteY255" fmla="*/ 2151636 h 6975464"/>
              <a:gd name="connsiteX256" fmla="*/ 1857392 w 42118086"/>
              <a:gd name="connsiteY256" fmla="*/ 2003386 h 6975464"/>
              <a:gd name="connsiteX257" fmla="*/ 1857392 w 42118086"/>
              <a:gd name="connsiteY257" fmla="*/ 2177658 h 6975464"/>
              <a:gd name="connsiteX258" fmla="*/ 1870800 w 42118086"/>
              <a:gd name="connsiteY258" fmla="*/ 2176081 h 6975464"/>
              <a:gd name="connsiteX259" fmla="*/ 1870800 w 42118086"/>
              <a:gd name="connsiteY259" fmla="*/ 1998654 h 6975464"/>
              <a:gd name="connsiteX260" fmla="*/ 1886574 w 42118086"/>
              <a:gd name="connsiteY260" fmla="*/ 1986037 h 6975464"/>
              <a:gd name="connsiteX261" fmla="*/ 1886574 w 42118086"/>
              <a:gd name="connsiteY261" fmla="*/ 1969478 h 6975464"/>
              <a:gd name="connsiteX262" fmla="*/ 1869222 w 42118086"/>
              <a:gd name="connsiteY262" fmla="*/ 1982883 h 6975464"/>
              <a:gd name="connsiteX263" fmla="*/ 1869222 w 42118086"/>
              <a:gd name="connsiteY263" fmla="*/ 1636704 h 6975464"/>
              <a:gd name="connsiteX264" fmla="*/ 1886574 w 42118086"/>
              <a:gd name="connsiteY264" fmla="*/ 1623299 h 6975464"/>
              <a:gd name="connsiteX265" fmla="*/ 1886574 w 42118086"/>
              <a:gd name="connsiteY265" fmla="*/ 1606739 h 6975464"/>
              <a:gd name="connsiteX266" fmla="*/ 1862124 w 42118086"/>
              <a:gd name="connsiteY266" fmla="*/ 1625665 h 6975464"/>
              <a:gd name="connsiteX267" fmla="*/ 1496955 w 42118086"/>
              <a:gd name="connsiteY267" fmla="*/ 1348091 h 6975464"/>
              <a:gd name="connsiteX268" fmla="*/ 1861335 w 42118086"/>
              <a:gd name="connsiteY268" fmla="*/ 1064997 h 6975464"/>
              <a:gd name="connsiteX269" fmla="*/ 2226503 w 42118086"/>
              <a:gd name="connsiteY269" fmla="*/ 1342571 h 6975464"/>
              <a:gd name="connsiteX270" fmla="*/ 1887362 w 42118086"/>
              <a:gd name="connsiteY270" fmla="*/ 1605951 h 6975464"/>
              <a:gd name="connsiteX271" fmla="*/ 1887362 w 42118086"/>
              <a:gd name="connsiteY271" fmla="*/ 1622510 h 6975464"/>
              <a:gd name="connsiteX272" fmla="*/ 2231236 w 42118086"/>
              <a:gd name="connsiteY272" fmla="*/ 1355976 h 6975464"/>
              <a:gd name="connsiteX273" fmla="*/ 2231236 w 42118086"/>
              <a:gd name="connsiteY273" fmla="*/ 1702944 h 6975464"/>
              <a:gd name="connsiteX274" fmla="*/ 1887362 w 42118086"/>
              <a:gd name="connsiteY274" fmla="*/ 1968689 h 6975464"/>
              <a:gd name="connsiteX275" fmla="*/ 1887362 w 42118086"/>
              <a:gd name="connsiteY275" fmla="*/ 1985249 h 6975464"/>
              <a:gd name="connsiteX276" fmla="*/ 2243855 w 42118086"/>
              <a:gd name="connsiteY276" fmla="*/ 1709252 h 6975464"/>
              <a:gd name="connsiteX277" fmla="*/ 2243855 w 42118086"/>
              <a:gd name="connsiteY277" fmla="*/ 1339416 h 6975464"/>
              <a:gd name="connsiteX278" fmla="*/ 1870800 w 42118086"/>
              <a:gd name="connsiteY278" fmla="*/ 1056323 h 6975464"/>
              <a:gd name="connsiteX279" fmla="*/ 1870800 w 42118086"/>
              <a:gd name="connsiteY279" fmla="*/ 707778 h 6975464"/>
              <a:gd name="connsiteX280" fmla="*/ 1857392 w 42118086"/>
              <a:gd name="connsiteY280" fmla="*/ 718030 h 6975464"/>
              <a:gd name="connsiteX281" fmla="*/ 1857392 w 42118086"/>
              <a:gd name="connsiteY281" fmla="*/ 1050803 h 6975464"/>
              <a:gd name="connsiteX282" fmla="*/ 1496167 w 42118086"/>
              <a:gd name="connsiteY282" fmla="*/ 1331531 h 6975464"/>
              <a:gd name="connsiteX283" fmla="*/ 1496167 w 42118086"/>
              <a:gd name="connsiteY283" fmla="*/ 985352 h 6975464"/>
              <a:gd name="connsiteX284" fmla="*/ 1857392 w 42118086"/>
              <a:gd name="connsiteY284" fmla="*/ 704624 h 6975464"/>
              <a:gd name="connsiteX285" fmla="*/ 1857392 w 42118086"/>
              <a:gd name="connsiteY285" fmla="*/ 717241 h 6975464"/>
              <a:gd name="connsiteX286" fmla="*/ 1870800 w 42118086"/>
              <a:gd name="connsiteY286" fmla="*/ 706990 h 6975464"/>
              <a:gd name="connsiteX287" fmla="*/ 1870800 w 42118086"/>
              <a:gd name="connsiteY287" fmla="*/ 688064 h 6975464"/>
              <a:gd name="connsiteX288" fmla="*/ 1509574 w 42118086"/>
              <a:gd name="connsiteY288" fmla="*/ 412856 h 6975464"/>
              <a:gd name="connsiteX289" fmla="*/ 1498533 w 42118086"/>
              <a:gd name="connsiteY289" fmla="*/ 421530 h 6975464"/>
              <a:gd name="connsiteX290" fmla="*/ 1508786 w 42118086"/>
              <a:gd name="connsiteY290" fmla="*/ 412856 h 6975464"/>
              <a:gd name="connsiteX291" fmla="*/ 1493012 w 42118086"/>
              <a:gd name="connsiteY291" fmla="*/ 401028 h 6975464"/>
              <a:gd name="connsiteX292" fmla="*/ 1493012 w 42118086"/>
              <a:gd name="connsiteY292" fmla="*/ 119417 h 6975464"/>
              <a:gd name="connsiteX293" fmla="*/ 1493012 w 42118086"/>
              <a:gd name="connsiteY293" fmla="*/ 117464 h 6975464"/>
              <a:gd name="connsiteX294" fmla="*/ 1398859 w 42118086"/>
              <a:gd name="connsiteY294" fmla="*/ 117464 h 6975464"/>
              <a:gd name="connsiteX295" fmla="*/ 1480393 w 42118086"/>
              <a:gd name="connsiteY295" fmla="*/ 117464 h 6975464"/>
              <a:gd name="connsiteX296" fmla="*/ 1480393 w 42118086"/>
              <a:gd name="connsiteY296" fmla="*/ 201868 h 6975464"/>
              <a:gd name="connsiteX297" fmla="*/ 1480393 w 42118086"/>
              <a:gd name="connsiteY297" fmla="*/ 401028 h 6975464"/>
              <a:gd name="connsiteX298" fmla="*/ 1118379 w 42118086"/>
              <a:gd name="connsiteY298" fmla="*/ 681756 h 6975464"/>
              <a:gd name="connsiteX299" fmla="*/ 1118379 w 42118086"/>
              <a:gd name="connsiteY299" fmla="*/ 335577 h 6975464"/>
              <a:gd name="connsiteX300" fmla="*/ 1379242 w 42118086"/>
              <a:gd name="connsiteY300" fmla="*/ 132719 h 6975464"/>
              <a:gd name="connsiteX301" fmla="*/ 1398859 w 42118086"/>
              <a:gd name="connsiteY301" fmla="*/ 117464 h 6975464"/>
              <a:gd name="connsiteX302" fmla="*/ 840168 w 42118086"/>
              <a:gd name="connsiteY302" fmla="*/ 117464 h 6975464"/>
              <a:gd name="connsiteX303" fmla="*/ 1377550 w 42118086"/>
              <a:gd name="connsiteY303" fmla="*/ 117464 h 6975464"/>
              <a:gd name="connsiteX304" fmla="*/ 1301753 w 42118086"/>
              <a:gd name="connsiteY304" fmla="*/ 176360 h 6975464"/>
              <a:gd name="connsiteX305" fmla="*/ 1112069 w 42118086"/>
              <a:gd name="connsiteY305" fmla="*/ 323748 h 6975464"/>
              <a:gd name="connsiteX306" fmla="*/ 857417 w 42118086"/>
              <a:gd name="connsiteY306" fmla="*/ 130551 h 6975464"/>
              <a:gd name="connsiteX307" fmla="*/ 840168 w 42118086"/>
              <a:gd name="connsiteY307" fmla="*/ 117464 h 6975464"/>
              <a:gd name="connsiteX0" fmla="*/ 738225 w 42198532"/>
              <a:gd name="connsiteY0" fmla="*/ 6911396 h 6975464"/>
              <a:gd name="connsiteX1" fmla="*/ 814828 w 42198532"/>
              <a:gd name="connsiteY1" fmla="*/ 6969750 h 6975464"/>
              <a:gd name="connsiteX2" fmla="*/ 822329 w 42198532"/>
              <a:gd name="connsiteY2" fmla="*/ 6975464 h 6975464"/>
              <a:gd name="connsiteX3" fmla="*/ 655724 w 42198532"/>
              <a:gd name="connsiteY3" fmla="*/ 6975464 h 6975464"/>
              <a:gd name="connsiteX4" fmla="*/ 656989 w 42198532"/>
              <a:gd name="connsiteY4" fmla="*/ 6974481 h 6975464"/>
              <a:gd name="connsiteX5" fmla="*/ 738225 w 42198532"/>
              <a:gd name="connsiteY5" fmla="*/ 6911396 h 6975464"/>
              <a:gd name="connsiteX6" fmla="*/ 733493 w 42198532"/>
              <a:gd name="connsiteY6" fmla="*/ 6551812 h 6975464"/>
              <a:gd name="connsiteX7" fmla="*/ 733493 w 42198532"/>
              <a:gd name="connsiteY7" fmla="*/ 6897991 h 6975464"/>
              <a:gd name="connsiteX8" fmla="*/ 639637 w 42198532"/>
              <a:gd name="connsiteY8" fmla="*/ 6970539 h 6975464"/>
              <a:gd name="connsiteX9" fmla="*/ 656989 w 42198532"/>
              <a:gd name="connsiteY9" fmla="*/ 6974481 h 6975464"/>
              <a:gd name="connsiteX10" fmla="*/ 638848 w 42198532"/>
              <a:gd name="connsiteY10" fmla="*/ 6971327 h 6975464"/>
              <a:gd name="connsiteX11" fmla="*/ 633515 w 42198532"/>
              <a:gd name="connsiteY11" fmla="*/ 6975464 h 6975464"/>
              <a:gd name="connsiteX12" fmla="*/ 371479 w 42198532"/>
              <a:gd name="connsiteY12" fmla="*/ 6975464 h 6975464"/>
              <a:gd name="connsiteX13" fmla="*/ 371479 w 42198532"/>
              <a:gd name="connsiteY13" fmla="*/ 6917056 h 6975464"/>
              <a:gd name="connsiteX14" fmla="*/ 371479 w 42198532"/>
              <a:gd name="connsiteY14" fmla="*/ 6832540 h 6975464"/>
              <a:gd name="connsiteX15" fmla="*/ 733493 w 42198532"/>
              <a:gd name="connsiteY15" fmla="*/ 6551812 h 6975464"/>
              <a:gd name="connsiteX16" fmla="*/ 1106548 w 42198532"/>
              <a:gd name="connsiteY16" fmla="*/ 5904403 h 6975464"/>
              <a:gd name="connsiteX17" fmla="*/ 1106548 w 42198532"/>
              <a:gd name="connsiteY17" fmla="*/ 6251370 h 6975464"/>
              <a:gd name="connsiteX18" fmla="*/ 1012693 w 42198532"/>
              <a:gd name="connsiteY18" fmla="*/ 6323918 h 6975464"/>
              <a:gd name="connsiteX19" fmla="*/ 744534 w 42198532"/>
              <a:gd name="connsiteY19" fmla="*/ 6531309 h 6975464"/>
              <a:gd name="connsiteX20" fmla="*/ 744534 w 42198532"/>
              <a:gd name="connsiteY20" fmla="*/ 6185131 h 6975464"/>
              <a:gd name="connsiteX21" fmla="*/ 873093 w 42198532"/>
              <a:gd name="connsiteY21" fmla="*/ 6085772 h 6975464"/>
              <a:gd name="connsiteX22" fmla="*/ 1106548 w 42198532"/>
              <a:gd name="connsiteY22" fmla="*/ 5904403 h 6975464"/>
              <a:gd name="connsiteX23" fmla="*/ 1739875 w 42198532"/>
              <a:gd name="connsiteY23" fmla="*/ 5788484 h 6975464"/>
              <a:gd name="connsiteX24" fmla="*/ 1726467 w 42198532"/>
              <a:gd name="connsiteY24" fmla="*/ 5794792 h 6975464"/>
              <a:gd name="connsiteX25" fmla="*/ 1739875 w 42198532"/>
              <a:gd name="connsiteY25" fmla="*/ 5788484 h 6975464"/>
              <a:gd name="connsiteX26" fmla="*/ 1488280 w 42198532"/>
              <a:gd name="connsiteY26" fmla="*/ 5613423 h 6975464"/>
              <a:gd name="connsiteX27" fmla="*/ 1726467 w 42198532"/>
              <a:gd name="connsiteY27" fmla="*/ 5794792 h 6975464"/>
              <a:gd name="connsiteX28" fmla="*/ 1853448 w 42198532"/>
              <a:gd name="connsiteY28" fmla="*/ 5890997 h 6975464"/>
              <a:gd name="connsiteX29" fmla="*/ 1489068 w 42198532"/>
              <a:gd name="connsiteY29" fmla="*/ 6174091 h 6975464"/>
              <a:gd name="connsiteX30" fmla="*/ 1123900 w 42198532"/>
              <a:gd name="connsiteY30" fmla="*/ 5896517 h 6975464"/>
              <a:gd name="connsiteX31" fmla="*/ 1488280 w 42198532"/>
              <a:gd name="connsiteY31" fmla="*/ 5613423 h 6975464"/>
              <a:gd name="connsiteX32" fmla="*/ 359648 w 42198532"/>
              <a:gd name="connsiteY32" fmla="*/ 4965225 h 6975464"/>
              <a:gd name="connsiteX33" fmla="*/ 724817 w 42198532"/>
              <a:gd name="connsiteY33" fmla="*/ 5242799 h 6975464"/>
              <a:gd name="connsiteX34" fmla="*/ 487418 w 42198532"/>
              <a:gd name="connsiteY34" fmla="*/ 5426534 h 6975464"/>
              <a:gd name="connsiteX35" fmla="*/ 493727 w 42198532"/>
              <a:gd name="connsiteY35" fmla="*/ 5437574 h 6975464"/>
              <a:gd name="connsiteX36" fmla="*/ 733493 w 42198532"/>
              <a:gd name="connsiteY36" fmla="*/ 5252262 h 6975464"/>
              <a:gd name="connsiteX37" fmla="*/ 733493 w 42198532"/>
              <a:gd name="connsiteY37" fmla="*/ 5598440 h 6975464"/>
              <a:gd name="connsiteX38" fmla="*/ 633328 w 42198532"/>
              <a:gd name="connsiteY38" fmla="*/ 5675720 h 6975464"/>
              <a:gd name="connsiteX39" fmla="*/ 641215 w 42198532"/>
              <a:gd name="connsiteY39" fmla="*/ 5688337 h 6975464"/>
              <a:gd name="connsiteX40" fmla="*/ 737436 w 42198532"/>
              <a:gd name="connsiteY40" fmla="*/ 5613423 h 6975464"/>
              <a:gd name="connsiteX41" fmla="*/ 1102605 w 42198532"/>
              <a:gd name="connsiteY41" fmla="*/ 5890997 h 6975464"/>
              <a:gd name="connsiteX42" fmla="*/ 866783 w 42198532"/>
              <a:gd name="connsiteY42" fmla="*/ 6073943 h 6975464"/>
              <a:gd name="connsiteX43" fmla="*/ 873093 w 42198532"/>
              <a:gd name="connsiteY43" fmla="*/ 6085772 h 6975464"/>
              <a:gd name="connsiteX44" fmla="*/ 865994 w 42198532"/>
              <a:gd name="connsiteY44" fmla="*/ 6074732 h 6975464"/>
              <a:gd name="connsiteX45" fmla="*/ 738225 w 42198532"/>
              <a:gd name="connsiteY45" fmla="*/ 6174091 h 6975464"/>
              <a:gd name="connsiteX46" fmla="*/ 373056 w 42198532"/>
              <a:gd name="connsiteY46" fmla="*/ 5896517 h 6975464"/>
              <a:gd name="connsiteX47" fmla="*/ 640426 w 42198532"/>
              <a:gd name="connsiteY47" fmla="*/ 5689125 h 6975464"/>
              <a:gd name="connsiteX48" fmla="*/ 633328 w 42198532"/>
              <a:gd name="connsiteY48" fmla="*/ 5676508 h 6975464"/>
              <a:gd name="connsiteX49" fmla="*/ 371479 w 42198532"/>
              <a:gd name="connsiteY49" fmla="*/ 5879169 h 6975464"/>
              <a:gd name="connsiteX50" fmla="*/ 371479 w 42198532"/>
              <a:gd name="connsiteY50" fmla="*/ 5532990 h 6975464"/>
              <a:gd name="connsiteX51" fmla="*/ 493727 w 42198532"/>
              <a:gd name="connsiteY51" fmla="*/ 5438362 h 6975464"/>
              <a:gd name="connsiteX52" fmla="*/ 486629 w 42198532"/>
              <a:gd name="connsiteY52" fmla="*/ 5426534 h 6975464"/>
              <a:gd name="connsiteX53" fmla="*/ 365169 w 42198532"/>
              <a:gd name="connsiteY53" fmla="*/ 5521161 h 6975464"/>
              <a:gd name="connsiteX54" fmla="*/ 0 w 42198532"/>
              <a:gd name="connsiteY54" fmla="*/ 5243588 h 6975464"/>
              <a:gd name="connsiteX55" fmla="*/ 359648 w 42198532"/>
              <a:gd name="connsiteY55" fmla="*/ 4965225 h 6975464"/>
              <a:gd name="connsiteX56" fmla="*/ 1106548 w 42198532"/>
              <a:gd name="connsiteY56" fmla="*/ 4604852 h 6975464"/>
              <a:gd name="connsiteX57" fmla="*/ 1106548 w 42198532"/>
              <a:gd name="connsiteY57" fmla="*/ 4951031 h 6975464"/>
              <a:gd name="connsiteX58" fmla="*/ 1018214 w 42198532"/>
              <a:gd name="connsiteY58" fmla="*/ 5019636 h 6975464"/>
              <a:gd name="connsiteX59" fmla="*/ 1025312 w 42198532"/>
              <a:gd name="connsiteY59" fmla="*/ 5030676 h 6975464"/>
              <a:gd name="connsiteX60" fmla="*/ 1017425 w 42198532"/>
              <a:gd name="connsiteY60" fmla="*/ 5020424 h 6975464"/>
              <a:gd name="connsiteX61" fmla="*/ 744534 w 42198532"/>
              <a:gd name="connsiteY61" fmla="*/ 5231759 h 6975464"/>
              <a:gd name="connsiteX62" fmla="*/ 744534 w 42198532"/>
              <a:gd name="connsiteY62" fmla="*/ 4885580 h 6975464"/>
              <a:gd name="connsiteX63" fmla="*/ 856530 w 42198532"/>
              <a:gd name="connsiteY63" fmla="*/ 4798050 h 6975464"/>
              <a:gd name="connsiteX64" fmla="*/ 849432 w 42198532"/>
              <a:gd name="connsiteY64" fmla="*/ 4787799 h 6975464"/>
              <a:gd name="connsiteX65" fmla="*/ 857319 w 42198532"/>
              <a:gd name="connsiteY65" fmla="*/ 4798050 h 6975464"/>
              <a:gd name="connsiteX66" fmla="*/ 1106548 w 42198532"/>
              <a:gd name="connsiteY66" fmla="*/ 4604852 h 6975464"/>
              <a:gd name="connsiteX67" fmla="*/ 737436 w 42198532"/>
              <a:gd name="connsiteY67" fmla="*/ 4313873 h 6975464"/>
              <a:gd name="connsiteX68" fmla="*/ 1102605 w 42198532"/>
              <a:gd name="connsiteY68" fmla="*/ 4591447 h 6975464"/>
              <a:gd name="connsiteX69" fmla="*/ 849432 w 42198532"/>
              <a:gd name="connsiteY69" fmla="*/ 4787799 h 6975464"/>
              <a:gd name="connsiteX70" fmla="*/ 738225 w 42198532"/>
              <a:gd name="connsiteY70" fmla="*/ 4873752 h 6975464"/>
              <a:gd name="connsiteX71" fmla="*/ 373056 w 42198532"/>
              <a:gd name="connsiteY71" fmla="*/ 4596178 h 6975464"/>
              <a:gd name="connsiteX72" fmla="*/ 737436 w 42198532"/>
              <a:gd name="connsiteY72" fmla="*/ 4313873 h 6975464"/>
              <a:gd name="connsiteX73" fmla="*/ 1115224 w 42198532"/>
              <a:gd name="connsiteY73" fmla="*/ 3661732 h 6975464"/>
              <a:gd name="connsiteX74" fmla="*/ 1125477 w 42198532"/>
              <a:gd name="connsiteY74" fmla="*/ 3669618 h 6975464"/>
              <a:gd name="connsiteX75" fmla="*/ 1480393 w 42198532"/>
              <a:gd name="connsiteY75" fmla="*/ 3939306 h 6975464"/>
              <a:gd name="connsiteX76" fmla="*/ 1116013 w 42198532"/>
              <a:gd name="connsiteY76" fmla="*/ 4222399 h 6975464"/>
              <a:gd name="connsiteX77" fmla="*/ 750844 w 42198532"/>
              <a:gd name="connsiteY77" fmla="*/ 3944037 h 6975464"/>
              <a:gd name="connsiteX78" fmla="*/ 1115224 w 42198532"/>
              <a:gd name="connsiteY78" fmla="*/ 3661732 h 6975464"/>
              <a:gd name="connsiteX79" fmla="*/ 1480393 w 42198532"/>
              <a:gd name="connsiteY79" fmla="*/ 2656315 h 6975464"/>
              <a:gd name="connsiteX80" fmla="*/ 1480393 w 42198532"/>
              <a:gd name="connsiteY80" fmla="*/ 3002494 h 6975464"/>
              <a:gd name="connsiteX81" fmla="*/ 1386537 w 42198532"/>
              <a:gd name="connsiteY81" fmla="*/ 3075042 h 6975464"/>
              <a:gd name="connsiteX82" fmla="*/ 1392847 w 42198532"/>
              <a:gd name="connsiteY82" fmla="*/ 3086870 h 6975464"/>
              <a:gd name="connsiteX83" fmla="*/ 1385748 w 42198532"/>
              <a:gd name="connsiteY83" fmla="*/ 3075830 h 6975464"/>
              <a:gd name="connsiteX84" fmla="*/ 1118379 w 42198532"/>
              <a:gd name="connsiteY84" fmla="*/ 3283222 h 6975464"/>
              <a:gd name="connsiteX85" fmla="*/ 1118379 w 42198532"/>
              <a:gd name="connsiteY85" fmla="*/ 2937043 h 6975464"/>
              <a:gd name="connsiteX86" fmla="*/ 1246148 w 42198532"/>
              <a:gd name="connsiteY86" fmla="*/ 2837685 h 6975464"/>
              <a:gd name="connsiteX87" fmla="*/ 1239839 w 42198532"/>
              <a:gd name="connsiteY87" fmla="*/ 2825856 h 6975464"/>
              <a:gd name="connsiteX88" fmla="*/ 1246937 w 42198532"/>
              <a:gd name="connsiteY88" fmla="*/ 2836896 h 6975464"/>
              <a:gd name="connsiteX89" fmla="*/ 1480393 w 42198532"/>
              <a:gd name="connsiteY89" fmla="*/ 2656315 h 6975464"/>
              <a:gd name="connsiteX90" fmla="*/ 732704 w 42198532"/>
              <a:gd name="connsiteY90" fmla="*/ 1716349 h 6975464"/>
              <a:gd name="connsiteX91" fmla="*/ 1097873 w 42198532"/>
              <a:gd name="connsiteY91" fmla="*/ 1993923 h 6975464"/>
              <a:gd name="connsiteX92" fmla="*/ 860473 w 42198532"/>
              <a:gd name="connsiteY92" fmla="*/ 2177658 h 6975464"/>
              <a:gd name="connsiteX93" fmla="*/ 867572 w 42198532"/>
              <a:gd name="connsiteY93" fmla="*/ 2189486 h 6975464"/>
              <a:gd name="connsiteX94" fmla="*/ 1106548 w 42198532"/>
              <a:gd name="connsiteY94" fmla="*/ 2003386 h 6975464"/>
              <a:gd name="connsiteX95" fmla="*/ 1106548 w 42198532"/>
              <a:gd name="connsiteY95" fmla="*/ 2350353 h 6975464"/>
              <a:gd name="connsiteX96" fmla="*/ 1007172 w 42198532"/>
              <a:gd name="connsiteY96" fmla="*/ 2427632 h 6975464"/>
              <a:gd name="connsiteX97" fmla="*/ 1014270 w 42198532"/>
              <a:gd name="connsiteY97" fmla="*/ 2440249 h 6975464"/>
              <a:gd name="connsiteX98" fmla="*/ 1110492 w 42198532"/>
              <a:gd name="connsiteY98" fmla="*/ 2365336 h 6975464"/>
              <a:gd name="connsiteX99" fmla="*/ 1475660 w 42198532"/>
              <a:gd name="connsiteY99" fmla="*/ 2642910 h 6975464"/>
              <a:gd name="connsiteX100" fmla="*/ 1239839 w 42198532"/>
              <a:gd name="connsiteY100" fmla="*/ 2825856 h 6975464"/>
              <a:gd name="connsiteX101" fmla="*/ 1112069 w 42198532"/>
              <a:gd name="connsiteY101" fmla="*/ 2925215 h 6975464"/>
              <a:gd name="connsiteX102" fmla="*/ 746900 w 42198532"/>
              <a:gd name="connsiteY102" fmla="*/ 2647641 h 6975464"/>
              <a:gd name="connsiteX103" fmla="*/ 1013481 w 42198532"/>
              <a:gd name="connsiteY103" fmla="*/ 2440249 h 6975464"/>
              <a:gd name="connsiteX104" fmla="*/ 1006383 w 42198532"/>
              <a:gd name="connsiteY104" fmla="*/ 2427632 h 6975464"/>
              <a:gd name="connsiteX105" fmla="*/ 744534 w 42198532"/>
              <a:gd name="connsiteY105" fmla="*/ 2631081 h 6975464"/>
              <a:gd name="connsiteX106" fmla="*/ 744534 w 42198532"/>
              <a:gd name="connsiteY106" fmla="*/ 2284114 h 6975464"/>
              <a:gd name="connsiteX107" fmla="*/ 866783 w 42198532"/>
              <a:gd name="connsiteY107" fmla="*/ 2189486 h 6975464"/>
              <a:gd name="connsiteX108" fmla="*/ 860473 w 42198532"/>
              <a:gd name="connsiteY108" fmla="*/ 2178447 h 6975464"/>
              <a:gd name="connsiteX109" fmla="*/ 738225 w 42198532"/>
              <a:gd name="connsiteY109" fmla="*/ 2273074 h 6975464"/>
              <a:gd name="connsiteX110" fmla="*/ 373056 w 42198532"/>
              <a:gd name="connsiteY110" fmla="*/ 1995500 h 6975464"/>
              <a:gd name="connsiteX111" fmla="*/ 732704 w 42198532"/>
              <a:gd name="connsiteY111" fmla="*/ 1716349 h 6975464"/>
              <a:gd name="connsiteX112" fmla="*/ 1480393 w 42198532"/>
              <a:gd name="connsiteY112" fmla="*/ 1355976 h 6975464"/>
              <a:gd name="connsiteX113" fmla="*/ 1480393 w 42198532"/>
              <a:gd name="connsiteY113" fmla="*/ 1702944 h 6975464"/>
              <a:gd name="connsiteX114" fmla="*/ 1391269 w 42198532"/>
              <a:gd name="connsiteY114" fmla="*/ 1771549 h 6975464"/>
              <a:gd name="connsiteX115" fmla="*/ 1399156 w 42198532"/>
              <a:gd name="connsiteY115" fmla="*/ 1781800 h 6975464"/>
              <a:gd name="connsiteX116" fmla="*/ 1483547 w 42198532"/>
              <a:gd name="connsiteY116" fmla="*/ 1716349 h 6975464"/>
              <a:gd name="connsiteX117" fmla="*/ 1848716 w 42198532"/>
              <a:gd name="connsiteY117" fmla="*/ 1993923 h 6975464"/>
              <a:gd name="connsiteX118" fmla="*/ 1658639 w 42198532"/>
              <a:gd name="connsiteY118" fmla="*/ 2141384 h 6975464"/>
              <a:gd name="connsiteX119" fmla="*/ 1489068 w 42198532"/>
              <a:gd name="connsiteY119" fmla="*/ 2273074 h 6975464"/>
              <a:gd name="connsiteX120" fmla="*/ 1123900 w 42198532"/>
              <a:gd name="connsiteY120" fmla="*/ 1995500 h 6975464"/>
              <a:gd name="connsiteX121" fmla="*/ 1398368 w 42198532"/>
              <a:gd name="connsiteY121" fmla="*/ 1782588 h 6975464"/>
              <a:gd name="connsiteX122" fmla="*/ 1390481 w 42198532"/>
              <a:gd name="connsiteY122" fmla="*/ 1771549 h 6975464"/>
              <a:gd name="connsiteX123" fmla="*/ 1118379 w 42198532"/>
              <a:gd name="connsiteY123" fmla="*/ 1982883 h 6975464"/>
              <a:gd name="connsiteX124" fmla="*/ 1118379 w 42198532"/>
              <a:gd name="connsiteY124" fmla="*/ 1636704 h 6975464"/>
              <a:gd name="connsiteX125" fmla="*/ 1230374 w 42198532"/>
              <a:gd name="connsiteY125" fmla="*/ 1549963 h 6975464"/>
              <a:gd name="connsiteX126" fmla="*/ 1480393 w 42198532"/>
              <a:gd name="connsiteY126" fmla="*/ 1355976 h 6975464"/>
              <a:gd name="connsiteX127" fmla="*/ 1110492 w 42198532"/>
              <a:gd name="connsiteY127" fmla="*/ 1064997 h 6975464"/>
              <a:gd name="connsiteX128" fmla="*/ 1475660 w 42198532"/>
              <a:gd name="connsiteY128" fmla="*/ 1342571 h 6975464"/>
              <a:gd name="connsiteX129" fmla="*/ 1223276 w 42198532"/>
              <a:gd name="connsiteY129" fmla="*/ 1538923 h 6975464"/>
              <a:gd name="connsiteX130" fmla="*/ 1230374 w 42198532"/>
              <a:gd name="connsiteY130" fmla="*/ 1549963 h 6975464"/>
              <a:gd name="connsiteX131" fmla="*/ 1222487 w 42198532"/>
              <a:gd name="connsiteY131" fmla="*/ 1539711 h 6975464"/>
              <a:gd name="connsiteX132" fmla="*/ 1112069 w 42198532"/>
              <a:gd name="connsiteY132" fmla="*/ 1625665 h 6975464"/>
              <a:gd name="connsiteX133" fmla="*/ 746900 w 42198532"/>
              <a:gd name="connsiteY133" fmla="*/ 1348091 h 6975464"/>
              <a:gd name="connsiteX134" fmla="*/ 1110492 w 42198532"/>
              <a:gd name="connsiteY134" fmla="*/ 1064997 h 6975464"/>
              <a:gd name="connsiteX135" fmla="*/ 1488280 w 42198532"/>
              <a:gd name="connsiteY135" fmla="*/ 413645 h 6975464"/>
              <a:gd name="connsiteX136" fmla="*/ 1498533 w 42198532"/>
              <a:gd name="connsiteY136" fmla="*/ 421530 h 6975464"/>
              <a:gd name="connsiteX137" fmla="*/ 1853448 w 42198532"/>
              <a:gd name="connsiteY137" fmla="*/ 691218 h 6975464"/>
              <a:gd name="connsiteX138" fmla="*/ 1489068 w 42198532"/>
              <a:gd name="connsiteY138" fmla="*/ 973524 h 6975464"/>
              <a:gd name="connsiteX139" fmla="*/ 1123900 w 42198532"/>
              <a:gd name="connsiteY139" fmla="*/ 695950 h 6975464"/>
              <a:gd name="connsiteX140" fmla="*/ 1488280 w 42198532"/>
              <a:gd name="connsiteY140" fmla="*/ 413645 h 6975464"/>
              <a:gd name="connsiteX141" fmla="*/ 1493012 w 42198532"/>
              <a:gd name="connsiteY141" fmla="*/ 117464 h 6975464"/>
              <a:gd name="connsiteX142" fmla="*/ 42118086 w 42198532"/>
              <a:gd name="connsiteY142" fmla="*/ 0 h 6975464"/>
              <a:gd name="connsiteX143" fmla="*/ 42198532 w 42198532"/>
              <a:gd name="connsiteY143" fmla="*/ 6799268 h 6975464"/>
              <a:gd name="connsiteX144" fmla="*/ 843615 w 42198532"/>
              <a:gd name="connsiteY144" fmla="*/ 6975464 h 6975464"/>
              <a:gd name="connsiteX145" fmla="*/ 810785 w 42198532"/>
              <a:gd name="connsiteY145" fmla="*/ 6950504 h 6975464"/>
              <a:gd name="connsiteX146" fmla="*/ 746900 w 42198532"/>
              <a:gd name="connsiteY146" fmla="*/ 6901934 h 6975464"/>
              <a:gd name="connsiteX147" fmla="*/ 746900 w 42198532"/>
              <a:gd name="connsiteY147" fmla="*/ 6547081 h 6975464"/>
              <a:gd name="connsiteX148" fmla="*/ 1019002 w 42198532"/>
              <a:gd name="connsiteY148" fmla="*/ 6335746 h 6975464"/>
              <a:gd name="connsiteX149" fmla="*/ 1012693 w 42198532"/>
              <a:gd name="connsiteY149" fmla="*/ 6323918 h 6975464"/>
              <a:gd name="connsiteX150" fmla="*/ 1019791 w 42198532"/>
              <a:gd name="connsiteY150" fmla="*/ 6334957 h 6975464"/>
              <a:gd name="connsiteX151" fmla="*/ 1110492 w 42198532"/>
              <a:gd name="connsiteY151" fmla="*/ 6264775 h 6975464"/>
              <a:gd name="connsiteX152" fmla="*/ 1489068 w 42198532"/>
              <a:gd name="connsiteY152" fmla="*/ 6553389 h 6975464"/>
              <a:gd name="connsiteX153" fmla="*/ 1870800 w 42198532"/>
              <a:gd name="connsiteY153" fmla="*/ 6257678 h 6975464"/>
              <a:gd name="connsiteX154" fmla="*/ 1870800 w 42198532"/>
              <a:gd name="connsiteY154" fmla="*/ 6139394 h 6975464"/>
              <a:gd name="connsiteX155" fmla="*/ 1857392 w 42198532"/>
              <a:gd name="connsiteY155" fmla="*/ 6144914 h 6975464"/>
              <a:gd name="connsiteX156" fmla="*/ 1857392 w 42198532"/>
              <a:gd name="connsiteY156" fmla="*/ 6251370 h 6975464"/>
              <a:gd name="connsiteX157" fmla="*/ 1495378 w 42198532"/>
              <a:gd name="connsiteY157" fmla="*/ 6531309 h 6975464"/>
              <a:gd name="connsiteX158" fmla="*/ 1495378 w 42198532"/>
              <a:gd name="connsiteY158" fmla="*/ 6185131 h 6975464"/>
              <a:gd name="connsiteX159" fmla="*/ 1857392 w 42198532"/>
              <a:gd name="connsiteY159" fmla="*/ 5904403 h 6975464"/>
              <a:gd name="connsiteX160" fmla="*/ 1857392 w 42198532"/>
              <a:gd name="connsiteY160" fmla="*/ 6144125 h 6975464"/>
              <a:gd name="connsiteX161" fmla="*/ 1870800 w 42198532"/>
              <a:gd name="connsiteY161" fmla="*/ 6138605 h 6975464"/>
              <a:gd name="connsiteX162" fmla="*/ 1870800 w 42198532"/>
              <a:gd name="connsiteY162" fmla="*/ 5887843 h 6975464"/>
              <a:gd name="connsiteX163" fmla="*/ 1739875 w 42198532"/>
              <a:gd name="connsiteY163" fmla="*/ 5788484 h 6975464"/>
              <a:gd name="connsiteX164" fmla="*/ 1497744 w 42198532"/>
              <a:gd name="connsiteY164" fmla="*/ 5604749 h 6975464"/>
              <a:gd name="connsiteX165" fmla="*/ 1497744 w 42198532"/>
              <a:gd name="connsiteY165" fmla="*/ 5424957 h 6975464"/>
              <a:gd name="connsiteX166" fmla="*/ 1484336 w 42198532"/>
              <a:gd name="connsiteY166" fmla="*/ 5427322 h 6975464"/>
              <a:gd name="connsiteX167" fmla="*/ 1484336 w 42198532"/>
              <a:gd name="connsiteY167" fmla="*/ 5598440 h 6975464"/>
              <a:gd name="connsiteX168" fmla="*/ 1122322 w 42198532"/>
              <a:gd name="connsiteY168" fmla="*/ 5879169 h 6975464"/>
              <a:gd name="connsiteX169" fmla="*/ 1122322 w 42198532"/>
              <a:gd name="connsiteY169" fmla="*/ 5532990 h 6975464"/>
              <a:gd name="connsiteX170" fmla="*/ 1292682 w 42198532"/>
              <a:gd name="connsiteY170" fmla="*/ 5400511 h 6975464"/>
              <a:gd name="connsiteX171" fmla="*/ 1285583 w 42198532"/>
              <a:gd name="connsiteY171" fmla="*/ 5390260 h 6975464"/>
              <a:gd name="connsiteX172" fmla="*/ 1116013 w 42198532"/>
              <a:gd name="connsiteY172" fmla="*/ 5521161 h 6975464"/>
              <a:gd name="connsiteX173" fmla="*/ 750844 w 42198532"/>
              <a:gd name="connsiteY173" fmla="*/ 5243588 h 6975464"/>
              <a:gd name="connsiteX174" fmla="*/ 1025312 w 42198532"/>
              <a:gd name="connsiteY174" fmla="*/ 5030676 h 6975464"/>
              <a:gd name="connsiteX175" fmla="*/ 1110492 w 42198532"/>
              <a:gd name="connsiteY175" fmla="*/ 4965225 h 6975464"/>
              <a:gd name="connsiteX176" fmla="*/ 1475660 w 42198532"/>
              <a:gd name="connsiteY176" fmla="*/ 5242799 h 6975464"/>
              <a:gd name="connsiteX177" fmla="*/ 1285583 w 42198532"/>
              <a:gd name="connsiteY177" fmla="*/ 5389472 h 6975464"/>
              <a:gd name="connsiteX178" fmla="*/ 1293470 w 42198532"/>
              <a:gd name="connsiteY178" fmla="*/ 5400511 h 6975464"/>
              <a:gd name="connsiteX179" fmla="*/ 1484336 w 42198532"/>
              <a:gd name="connsiteY179" fmla="*/ 5252262 h 6975464"/>
              <a:gd name="connsiteX180" fmla="*/ 1484336 w 42198532"/>
              <a:gd name="connsiteY180" fmla="*/ 5426534 h 6975464"/>
              <a:gd name="connsiteX181" fmla="*/ 1497744 w 42198532"/>
              <a:gd name="connsiteY181" fmla="*/ 5424168 h 6975464"/>
              <a:gd name="connsiteX182" fmla="*/ 1497744 w 42198532"/>
              <a:gd name="connsiteY182" fmla="*/ 5246742 h 6975464"/>
              <a:gd name="connsiteX183" fmla="*/ 1513518 w 42198532"/>
              <a:gd name="connsiteY183" fmla="*/ 5234125 h 6975464"/>
              <a:gd name="connsiteX184" fmla="*/ 1513518 w 42198532"/>
              <a:gd name="connsiteY184" fmla="*/ 5217565 h 6975464"/>
              <a:gd name="connsiteX185" fmla="*/ 1495378 w 42198532"/>
              <a:gd name="connsiteY185" fmla="*/ 5231759 h 6975464"/>
              <a:gd name="connsiteX186" fmla="*/ 1495378 w 42198532"/>
              <a:gd name="connsiteY186" fmla="*/ 4885580 h 6975464"/>
              <a:gd name="connsiteX187" fmla="*/ 1513518 w 42198532"/>
              <a:gd name="connsiteY187" fmla="*/ 4871386 h 6975464"/>
              <a:gd name="connsiteX188" fmla="*/ 1513518 w 42198532"/>
              <a:gd name="connsiteY188" fmla="*/ 4854826 h 6975464"/>
              <a:gd name="connsiteX189" fmla="*/ 1489068 w 42198532"/>
              <a:gd name="connsiteY189" fmla="*/ 4873752 h 6975464"/>
              <a:gd name="connsiteX190" fmla="*/ 1123900 w 42198532"/>
              <a:gd name="connsiteY190" fmla="*/ 4596178 h 6975464"/>
              <a:gd name="connsiteX191" fmla="*/ 1488280 w 42198532"/>
              <a:gd name="connsiteY191" fmla="*/ 4313873 h 6975464"/>
              <a:gd name="connsiteX192" fmla="*/ 1853448 w 42198532"/>
              <a:gd name="connsiteY192" fmla="*/ 4591447 h 6975464"/>
              <a:gd name="connsiteX193" fmla="*/ 1514307 w 42198532"/>
              <a:gd name="connsiteY193" fmla="*/ 4854826 h 6975464"/>
              <a:gd name="connsiteX194" fmla="*/ 1514307 w 42198532"/>
              <a:gd name="connsiteY194" fmla="*/ 4870598 h 6975464"/>
              <a:gd name="connsiteX195" fmla="*/ 1857392 w 42198532"/>
              <a:gd name="connsiteY195" fmla="*/ 4604852 h 6975464"/>
              <a:gd name="connsiteX196" fmla="*/ 1857392 w 42198532"/>
              <a:gd name="connsiteY196" fmla="*/ 4951031 h 6975464"/>
              <a:gd name="connsiteX197" fmla="*/ 1514307 w 42198532"/>
              <a:gd name="connsiteY197" fmla="*/ 5217565 h 6975464"/>
              <a:gd name="connsiteX198" fmla="*/ 1514307 w 42198532"/>
              <a:gd name="connsiteY198" fmla="*/ 5234125 h 6975464"/>
              <a:gd name="connsiteX199" fmla="*/ 1870800 w 42198532"/>
              <a:gd name="connsiteY199" fmla="*/ 4957339 h 6975464"/>
              <a:gd name="connsiteX200" fmla="*/ 1870800 w 42198532"/>
              <a:gd name="connsiteY200" fmla="*/ 4588292 h 6975464"/>
              <a:gd name="connsiteX201" fmla="*/ 1497744 w 42198532"/>
              <a:gd name="connsiteY201" fmla="*/ 4304410 h 6975464"/>
              <a:gd name="connsiteX202" fmla="*/ 1497744 w 42198532"/>
              <a:gd name="connsiteY202" fmla="*/ 3956654 h 6975464"/>
              <a:gd name="connsiteX203" fmla="*/ 1484336 w 42198532"/>
              <a:gd name="connsiteY203" fmla="*/ 3966905 h 6975464"/>
              <a:gd name="connsiteX204" fmla="*/ 1484336 w 42198532"/>
              <a:gd name="connsiteY204" fmla="*/ 4299679 h 6975464"/>
              <a:gd name="connsiteX205" fmla="*/ 1122322 w 42198532"/>
              <a:gd name="connsiteY205" fmla="*/ 4579618 h 6975464"/>
              <a:gd name="connsiteX206" fmla="*/ 1122322 w 42198532"/>
              <a:gd name="connsiteY206" fmla="*/ 4233439 h 6975464"/>
              <a:gd name="connsiteX207" fmla="*/ 1484336 w 42198532"/>
              <a:gd name="connsiteY207" fmla="*/ 3952712 h 6975464"/>
              <a:gd name="connsiteX208" fmla="*/ 1484336 w 42198532"/>
              <a:gd name="connsiteY208" fmla="*/ 3966117 h 6975464"/>
              <a:gd name="connsiteX209" fmla="*/ 1497744 w 42198532"/>
              <a:gd name="connsiteY209" fmla="*/ 3955866 h 6975464"/>
              <a:gd name="connsiteX210" fmla="*/ 1497744 w 42198532"/>
              <a:gd name="connsiteY210" fmla="*/ 3936152 h 6975464"/>
              <a:gd name="connsiteX211" fmla="*/ 1136519 w 42198532"/>
              <a:gd name="connsiteY211" fmla="*/ 3661732 h 6975464"/>
              <a:gd name="connsiteX212" fmla="*/ 1125477 w 42198532"/>
              <a:gd name="connsiteY212" fmla="*/ 3669618 h 6975464"/>
              <a:gd name="connsiteX213" fmla="*/ 1135730 w 42198532"/>
              <a:gd name="connsiteY213" fmla="*/ 3660943 h 6975464"/>
              <a:gd name="connsiteX214" fmla="*/ 1119956 w 42198532"/>
              <a:gd name="connsiteY214" fmla="*/ 3649115 h 6975464"/>
              <a:gd name="connsiteX215" fmla="*/ 1119956 w 42198532"/>
              <a:gd name="connsiteY215" fmla="*/ 3637286 h 6975464"/>
              <a:gd name="connsiteX216" fmla="*/ 1106548 w 42198532"/>
              <a:gd name="connsiteY216" fmla="*/ 3637286 h 6975464"/>
              <a:gd name="connsiteX217" fmla="*/ 1106548 w 42198532"/>
              <a:gd name="connsiteY217" fmla="*/ 3649903 h 6975464"/>
              <a:gd name="connsiteX218" fmla="*/ 744534 w 42198532"/>
              <a:gd name="connsiteY218" fmla="*/ 3929843 h 6975464"/>
              <a:gd name="connsiteX219" fmla="*/ 744534 w 42198532"/>
              <a:gd name="connsiteY219" fmla="*/ 3612841 h 6975464"/>
              <a:gd name="connsiteX220" fmla="*/ 744534 w 42198532"/>
              <a:gd name="connsiteY220" fmla="*/ 3584453 h 6975464"/>
              <a:gd name="connsiteX221" fmla="*/ 1106548 w 42198532"/>
              <a:gd name="connsiteY221" fmla="*/ 3303725 h 6975464"/>
              <a:gd name="connsiteX222" fmla="*/ 1106548 w 42198532"/>
              <a:gd name="connsiteY222" fmla="*/ 3617573 h 6975464"/>
              <a:gd name="connsiteX223" fmla="*/ 1106548 w 42198532"/>
              <a:gd name="connsiteY223" fmla="*/ 3636498 h 6975464"/>
              <a:gd name="connsiteX224" fmla="*/ 1119956 w 42198532"/>
              <a:gd name="connsiteY224" fmla="*/ 3636498 h 6975464"/>
              <a:gd name="connsiteX225" fmla="*/ 1119956 w 42198532"/>
              <a:gd name="connsiteY225" fmla="*/ 3298205 h 6975464"/>
              <a:gd name="connsiteX226" fmla="*/ 1392847 w 42198532"/>
              <a:gd name="connsiteY226" fmla="*/ 3086870 h 6975464"/>
              <a:gd name="connsiteX227" fmla="*/ 1483547 w 42198532"/>
              <a:gd name="connsiteY227" fmla="*/ 3016688 h 6975464"/>
              <a:gd name="connsiteX228" fmla="*/ 1862913 w 42198532"/>
              <a:gd name="connsiteY228" fmla="*/ 3304513 h 6975464"/>
              <a:gd name="connsiteX229" fmla="*/ 2243855 w 42198532"/>
              <a:gd name="connsiteY229" fmla="*/ 3008803 h 6975464"/>
              <a:gd name="connsiteX230" fmla="*/ 2243855 w 42198532"/>
              <a:gd name="connsiteY230" fmla="*/ 2891307 h 6975464"/>
              <a:gd name="connsiteX231" fmla="*/ 2231236 w 42198532"/>
              <a:gd name="connsiteY231" fmla="*/ 2896827 h 6975464"/>
              <a:gd name="connsiteX232" fmla="*/ 2231236 w 42198532"/>
              <a:gd name="connsiteY232" fmla="*/ 3002494 h 6975464"/>
              <a:gd name="connsiteX233" fmla="*/ 1869222 w 42198532"/>
              <a:gd name="connsiteY233" fmla="*/ 3283222 h 6975464"/>
              <a:gd name="connsiteX234" fmla="*/ 1869222 w 42198532"/>
              <a:gd name="connsiteY234" fmla="*/ 2937043 h 6975464"/>
              <a:gd name="connsiteX235" fmla="*/ 2231236 w 42198532"/>
              <a:gd name="connsiteY235" fmla="*/ 2656315 h 6975464"/>
              <a:gd name="connsiteX236" fmla="*/ 2231236 w 42198532"/>
              <a:gd name="connsiteY236" fmla="*/ 2896038 h 6975464"/>
              <a:gd name="connsiteX237" fmla="*/ 2243855 w 42198532"/>
              <a:gd name="connsiteY237" fmla="*/ 2890518 h 6975464"/>
              <a:gd name="connsiteX238" fmla="*/ 2243855 w 42198532"/>
              <a:gd name="connsiteY238" fmla="*/ 2639755 h 6975464"/>
              <a:gd name="connsiteX239" fmla="*/ 2113720 w 42198532"/>
              <a:gd name="connsiteY239" fmla="*/ 2540397 h 6975464"/>
              <a:gd name="connsiteX240" fmla="*/ 2100312 w 42198532"/>
              <a:gd name="connsiteY240" fmla="*/ 2546705 h 6975464"/>
              <a:gd name="connsiteX241" fmla="*/ 2226503 w 42198532"/>
              <a:gd name="connsiteY241" fmla="*/ 2642910 h 6975464"/>
              <a:gd name="connsiteX242" fmla="*/ 1862124 w 42198532"/>
              <a:gd name="connsiteY242" fmla="*/ 2925215 h 6975464"/>
              <a:gd name="connsiteX243" fmla="*/ 1496955 w 42198532"/>
              <a:gd name="connsiteY243" fmla="*/ 2647641 h 6975464"/>
              <a:gd name="connsiteX244" fmla="*/ 1861335 w 42198532"/>
              <a:gd name="connsiteY244" fmla="*/ 2365336 h 6975464"/>
              <a:gd name="connsiteX245" fmla="*/ 2099523 w 42198532"/>
              <a:gd name="connsiteY245" fmla="*/ 2545916 h 6975464"/>
              <a:gd name="connsiteX246" fmla="*/ 2112931 w 42198532"/>
              <a:gd name="connsiteY246" fmla="*/ 2539608 h 6975464"/>
              <a:gd name="connsiteX247" fmla="*/ 1870800 w 42198532"/>
              <a:gd name="connsiteY247" fmla="*/ 2355873 h 6975464"/>
              <a:gd name="connsiteX248" fmla="*/ 1870800 w 42198532"/>
              <a:gd name="connsiteY248" fmla="*/ 2176869 h 6975464"/>
              <a:gd name="connsiteX249" fmla="*/ 1857392 w 42198532"/>
              <a:gd name="connsiteY249" fmla="*/ 2178447 h 6975464"/>
              <a:gd name="connsiteX250" fmla="*/ 1857392 w 42198532"/>
              <a:gd name="connsiteY250" fmla="*/ 2350353 h 6975464"/>
              <a:gd name="connsiteX251" fmla="*/ 1496167 w 42198532"/>
              <a:gd name="connsiteY251" fmla="*/ 2631081 h 6975464"/>
              <a:gd name="connsiteX252" fmla="*/ 1496167 w 42198532"/>
              <a:gd name="connsiteY252" fmla="*/ 2284114 h 6975464"/>
              <a:gd name="connsiteX253" fmla="*/ 1666526 w 42198532"/>
              <a:gd name="connsiteY253" fmla="*/ 2152424 h 6975464"/>
              <a:gd name="connsiteX254" fmla="*/ 1658639 w 42198532"/>
              <a:gd name="connsiteY254" fmla="*/ 2141384 h 6975464"/>
              <a:gd name="connsiteX255" fmla="*/ 1666526 w 42198532"/>
              <a:gd name="connsiteY255" fmla="*/ 2151636 h 6975464"/>
              <a:gd name="connsiteX256" fmla="*/ 1857392 w 42198532"/>
              <a:gd name="connsiteY256" fmla="*/ 2003386 h 6975464"/>
              <a:gd name="connsiteX257" fmla="*/ 1857392 w 42198532"/>
              <a:gd name="connsiteY257" fmla="*/ 2177658 h 6975464"/>
              <a:gd name="connsiteX258" fmla="*/ 1870800 w 42198532"/>
              <a:gd name="connsiteY258" fmla="*/ 2176081 h 6975464"/>
              <a:gd name="connsiteX259" fmla="*/ 1870800 w 42198532"/>
              <a:gd name="connsiteY259" fmla="*/ 1998654 h 6975464"/>
              <a:gd name="connsiteX260" fmla="*/ 1886574 w 42198532"/>
              <a:gd name="connsiteY260" fmla="*/ 1986037 h 6975464"/>
              <a:gd name="connsiteX261" fmla="*/ 1886574 w 42198532"/>
              <a:gd name="connsiteY261" fmla="*/ 1969478 h 6975464"/>
              <a:gd name="connsiteX262" fmla="*/ 1869222 w 42198532"/>
              <a:gd name="connsiteY262" fmla="*/ 1982883 h 6975464"/>
              <a:gd name="connsiteX263" fmla="*/ 1869222 w 42198532"/>
              <a:gd name="connsiteY263" fmla="*/ 1636704 h 6975464"/>
              <a:gd name="connsiteX264" fmla="*/ 1886574 w 42198532"/>
              <a:gd name="connsiteY264" fmla="*/ 1623299 h 6975464"/>
              <a:gd name="connsiteX265" fmla="*/ 1886574 w 42198532"/>
              <a:gd name="connsiteY265" fmla="*/ 1606739 h 6975464"/>
              <a:gd name="connsiteX266" fmla="*/ 1862124 w 42198532"/>
              <a:gd name="connsiteY266" fmla="*/ 1625665 h 6975464"/>
              <a:gd name="connsiteX267" fmla="*/ 1496955 w 42198532"/>
              <a:gd name="connsiteY267" fmla="*/ 1348091 h 6975464"/>
              <a:gd name="connsiteX268" fmla="*/ 1861335 w 42198532"/>
              <a:gd name="connsiteY268" fmla="*/ 1064997 h 6975464"/>
              <a:gd name="connsiteX269" fmla="*/ 2226503 w 42198532"/>
              <a:gd name="connsiteY269" fmla="*/ 1342571 h 6975464"/>
              <a:gd name="connsiteX270" fmla="*/ 1887362 w 42198532"/>
              <a:gd name="connsiteY270" fmla="*/ 1605951 h 6975464"/>
              <a:gd name="connsiteX271" fmla="*/ 1887362 w 42198532"/>
              <a:gd name="connsiteY271" fmla="*/ 1622510 h 6975464"/>
              <a:gd name="connsiteX272" fmla="*/ 2231236 w 42198532"/>
              <a:gd name="connsiteY272" fmla="*/ 1355976 h 6975464"/>
              <a:gd name="connsiteX273" fmla="*/ 2231236 w 42198532"/>
              <a:gd name="connsiteY273" fmla="*/ 1702944 h 6975464"/>
              <a:gd name="connsiteX274" fmla="*/ 1887362 w 42198532"/>
              <a:gd name="connsiteY274" fmla="*/ 1968689 h 6975464"/>
              <a:gd name="connsiteX275" fmla="*/ 1887362 w 42198532"/>
              <a:gd name="connsiteY275" fmla="*/ 1985249 h 6975464"/>
              <a:gd name="connsiteX276" fmla="*/ 2243855 w 42198532"/>
              <a:gd name="connsiteY276" fmla="*/ 1709252 h 6975464"/>
              <a:gd name="connsiteX277" fmla="*/ 2243855 w 42198532"/>
              <a:gd name="connsiteY277" fmla="*/ 1339416 h 6975464"/>
              <a:gd name="connsiteX278" fmla="*/ 1870800 w 42198532"/>
              <a:gd name="connsiteY278" fmla="*/ 1056323 h 6975464"/>
              <a:gd name="connsiteX279" fmla="*/ 1870800 w 42198532"/>
              <a:gd name="connsiteY279" fmla="*/ 707778 h 6975464"/>
              <a:gd name="connsiteX280" fmla="*/ 1857392 w 42198532"/>
              <a:gd name="connsiteY280" fmla="*/ 718030 h 6975464"/>
              <a:gd name="connsiteX281" fmla="*/ 1857392 w 42198532"/>
              <a:gd name="connsiteY281" fmla="*/ 1050803 h 6975464"/>
              <a:gd name="connsiteX282" fmla="*/ 1496167 w 42198532"/>
              <a:gd name="connsiteY282" fmla="*/ 1331531 h 6975464"/>
              <a:gd name="connsiteX283" fmla="*/ 1496167 w 42198532"/>
              <a:gd name="connsiteY283" fmla="*/ 985352 h 6975464"/>
              <a:gd name="connsiteX284" fmla="*/ 1857392 w 42198532"/>
              <a:gd name="connsiteY284" fmla="*/ 704624 h 6975464"/>
              <a:gd name="connsiteX285" fmla="*/ 1857392 w 42198532"/>
              <a:gd name="connsiteY285" fmla="*/ 717241 h 6975464"/>
              <a:gd name="connsiteX286" fmla="*/ 1870800 w 42198532"/>
              <a:gd name="connsiteY286" fmla="*/ 706990 h 6975464"/>
              <a:gd name="connsiteX287" fmla="*/ 1870800 w 42198532"/>
              <a:gd name="connsiteY287" fmla="*/ 688064 h 6975464"/>
              <a:gd name="connsiteX288" fmla="*/ 1509574 w 42198532"/>
              <a:gd name="connsiteY288" fmla="*/ 412856 h 6975464"/>
              <a:gd name="connsiteX289" fmla="*/ 1498533 w 42198532"/>
              <a:gd name="connsiteY289" fmla="*/ 421530 h 6975464"/>
              <a:gd name="connsiteX290" fmla="*/ 1508786 w 42198532"/>
              <a:gd name="connsiteY290" fmla="*/ 412856 h 6975464"/>
              <a:gd name="connsiteX291" fmla="*/ 1493012 w 42198532"/>
              <a:gd name="connsiteY291" fmla="*/ 401028 h 6975464"/>
              <a:gd name="connsiteX292" fmla="*/ 1493012 w 42198532"/>
              <a:gd name="connsiteY292" fmla="*/ 119417 h 6975464"/>
              <a:gd name="connsiteX293" fmla="*/ 1493012 w 42198532"/>
              <a:gd name="connsiteY293" fmla="*/ 117464 h 6975464"/>
              <a:gd name="connsiteX294" fmla="*/ 1398859 w 42198532"/>
              <a:gd name="connsiteY294" fmla="*/ 117464 h 6975464"/>
              <a:gd name="connsiteX295" fmla="*/ 1480393 w 42198532"/>
              <a:gd name="connsiteY295" fmla="*/ 117464 h 6975464"/>
              <a:gd name="connsiteX296" fmla="*/ 1480393 w 42198532"/>
              <a:gd name="connsiteY296" fmla="*/ 201868 h 6975464"/>
              <a:gd name="connsiteX297" fmla="*/ 1480393 w 42198532"/>
              <a:gd name="connsiteY297" fmla="*/ 401028 h 6975464"/>
              <a:gd name="connsiteX298" fmla="*/ 1118379 w 42198532"/>
              <a:gd name="connsiteY298" fmla="*/ 681756 h 6975464"/>
              <a:gd name="connsiteX299" fmla="*/ 1118379 w 42198532"/>
              <a:gd name="connsiteY299" fmla="*/ 335577 h 6975464"/>
              <a:gd name="connsiteX300" fmla="*/ 1379242 w 42198532"/>
              <a:gd name="connsiteY300" fmla="*/ 132719 h 6975464"/>
              <a:gd name="connsiteX301" fmla="*/ 1398859 w 42198532"/>
              <a:gd name="connsiteY301" fmla="*/ 117464 h 6975464"/>
              <a:gd name="connsiteX302" fmla="*/ 840168 w 42198532"/>
              <a:gd name="connsiteY302" fmla="*/ 117464 h 6975464"/>
              <a:gd name="connsiteX303" fmla="*/ 1377550 w 42198532"/>
              <a:gd name="connsiteY303" fmla="*/ 117464 h 6975464"/>
              <a:gd name="connsiteX304" fmla="*/ 1301753 w 42198532"/>
              <a:gd name="connsiteY304" fmla="*/ 176360 h 6975464"/>
              <a:gd name="connsiteX305" fmla="*/ 1112069 w 42198532"/>
              <a:gd name="connsiteY305" fmla="*/ 323748 h 6975464"/>
              <a:gd name="connsiteX306" fmla="*/ 857417 w 42198532"/>
              <a:gd name="connsiteY306" fmla="*/ 130551 h 6975464"/>
              <a:gd name="connsiteX307" fmla="*/ 840168 w 42198532"/>
              <a:gd name="connsiteY307" fmla="*/ 117464 h 6975464"/>
              <a:gd name="connsiteX0" fmla="*/ 738225 w 42198532"/>
              <a:gd name="connsiteY0" fmla="*/ 6911396 h 7004830"/>
              <a:gd name="connsiteX1" fmla="*/ 814828 w 42198532"/>
              <a:gd name="connsiteY1" fmla="*/ 6969750 h 7004830"/>
              <a:gd name="connsiteX2" fmla="*/ 822329 w 42198532"/>
              <a:gd name="connsiteY2" fmla="*/ 6975464 h 7004830"/>
              <a:gd name="connsiteX3" fmla="*/ 655724 w 42198532"/>
              <a:gd name="connsiteY3" fmla="*/ 6975464 h 7004830"/>
              <a:gd name="connsiteX4" fmla="*/ 656989 w 42198532"/>
              <a:gd name="connsiteY4" fmla="*/ 6974481 h 7004830"/>
              <a:gd name="connsiteX5" fmla="*/ 738225 w 42198532"/>
              <a:gd name="connsiteY5" fmla="*/ 6911396 h 7004830"/>
              <a:gd name="connsiteX6" fmla="*/ 733493 w 42198532"/>
              <a:gd name="connsiteY6" fmla="*/ 6551812 h 7004830"/>
              <a:gd name="connsiteX7" fmla="*/ 733493 w 42198532"/>
              <a:gd name="connsiteY7" fmla="*/ 6897991 h 7004830"/>
              <a:gd name="connsiteX8" fmla="*/ 639637 w 42198532"/>
              <a:gd name="connsiteY8" fmla="*/ 6970539 h 7004830"/>
              <a:gd name="connsiteX9" fmla="*/ 656989 w 42198532"/>
              <a:gd name="connsiteY9" fmla="*/ 6974481 h 7004830"/>
              <a:gd name="connsiteX10" fmla="*/ 638848 w 42198532"/>
              <a:gd name="connsiteY10" fmla="*/ 6971327 h 7004830"/>
              <a:gd name="connsiteX11" fmla="*/ 633515 w 42198532"/>
              <a:gd name="connsiteY11" fmla="*/ 6975464 h 7004830"/>
              <a:gd name="connsiteX12" fmla="*/ 371479 w 42198532"/>
              <a:gd name="connsiteY12" fmla="*/ 6975464 h 7004830"/>
              <a:gd name="connsiteX13" fmla="*/ 371479 w 42198532"/>
              <a:gd name="connsiteY13" fmla="*/ 6917056 h 7004830"/>
              <a:gd name="connsiteX14" fmla="*/ 371479 w 42198532"/>
              <a:gd name="connsiteY14" fmla="*/ 6832540 h 7004830"/>
              <a:gd name="connsiteX15" fmla="*/ 733493 w 42198532"/>
              <a:gd name="connsiteY15" fmla="*/ 6551812 h 7004830"/>
              <a:gd name="connsiteX16" fmla="*/ 1106548 w 42198532"/>
              <a:gd name="connsiteY16" fmla="*/ 5904403 h 7004830"/>
              <a:gd name="connsiteX17" fmla="*/ 1106548 w 42198532"/>
              <a:gd name="connsiteY17" fmla="*/ 6251370 h 7004830"/>
              <a:gd name="connsiteX18" fmla="*/ 1012693 w 42198532"/>
              <a:gd name="connsiteY18" fmla="*/ 6323918 h 7004830"/>
              <a:gd name="connsiteX19" fmla="*/ 744534 w 42198532"/>
              <a:gd name="connsiteY19" fmla="*/ 6531309 h 7004830"/>
              <a:gd name="connsiteX20" fmla="*/ 744534 w 42198532"/>
              <a:gd name="connsiteY20" fmla="*/ 6185131 h 7004830"/>
              <a:gd name="connsiteX21" fmla="*/ 873093 w 42198532"/>
              <a:gd name="connsiteY21" fmla="*/ 6085772 h 7004830"/>
              <a:gd name="connsiteX22" fmla="*/ 1106548 w 42198532"/>
              <a:gd name="connsiteY22" fmla="*/ 5904403 h 7004830"/>
              <a:gd name="connsiteX23" fmla="*/ 1739875 w 42198532"/>
              <a:gd name="connsiteY23" fmla="*/ 5788484 h 7004830"/>
              <a:gd name="connsiteX24" fmla="*/ 1726467 w 42198532"/>
              <a:gd name="connsiteY24" fmla="*/ 5794792 h 7004830"/>
              <a:gd name="connsiteX25" fmla="*/ 1739875 w 42198532"/>
              <a:gd name="connsiteY25" fmla="*/ 5788484 h 7004830"/>
              <a:gd name="connsiteX26" fmla="*/ 1488280 w 42198532"/>
              <a:gd name="connsiteY26" fmla="*/ 5613423 h 7004830"/>
              <a:gd name="connsiteX27" fmla="*/ 1726467 w 42198532"/>
              <a:gd name="connsiteY27" fmla="*/ 5794792 h 7004830"/>
              <a:gd name="connsiteX28" fmla="*/ 1853448 w 42198532"/>
              <a:gd name="connsiteY28" fmla="*/ 5890997 h 7004830"/>
              <a:gd name="connsiteX29" fmla="*/ 1489068 w 42198532"/>
              <a:gd name="connsiteY29" fmla="*/ 6174091 h 7004830"/>
              <a:gd name="connsiteX30" fmla="*/ 1123900 w 42198532"/>
              <a:gd name="connsiteY30" fmla="*/ 5896517 h 7004830"/>
              <a:gd name="connsiteX31" fmla="*/ 1488280 w 42198532"/>
              <a:gd name="connsiteY31" fmla="*/ 5613423 h 7004830"/>
              <a:gd name="connsiteX32" fmla="*/ 359648 w 42198532"/>
              <a:gd name="connsiteY32" fmla="*/ 4965225 h 7004830"/>
              <a:gd name="connsiteX33" fmla="*/ 724817 w 42198532"/>
              <a:gd name="connsiteY33" fmla="*/ 5242799 h 7004830"/>
              <a:gd name="connsiteX34" fmla="*/ 487418 w 42198532"/>
              <a:gd name="connsiteY34" fmla="*/ 5426534 h 7004830"/>
              <a:gd name="connsiteX35" fmla="*/ 493727 w 42198532"/>
              <a:gd name="connsiteY35" fmla="*/ 5437574 h 7004830"/>
              <a:gd name="connsiteX36" fmla="*/ 733493 w 42198532"/>
              <a:gd name="connsiteY36" fmla="*/ 5252262 h 7004830"/>
              <a:gd name="connsiteX37" fmla="*/ 733493 w 42198532"/>
              <a:gd name="connsiteY37" fmla="*/ 5598440 h 7004830"/>
              <a:gd name="connsiteX38" fmla="*/ 633328 w 42198532"/>
              <a:gd name="connsiteY38" fmla="*/ 5675720 h 7004830"/>
              <a:gd name="connsiteX39" fmla="*/ 641215 w 42198532"/>
              <a:gd name="connsiteY39" fmla="*/ 5688337 h 7004830"/>
              <a:gd name="connsiteX40" fmla="*/ 737436 w 42198532"/>
              <a:gd name="connsiteY40" fmla="*/ 5613423 h 7004830"/>
              <a:gd name="connsiteX41" fmla="*/ 1102605 w 42198532"/>
              <a:gd name="connsiteY41" fmla="*/ 5890997 h 7004830"/>
              <a:gd name="connsiteX42" fmla="*/ 866783 w 42198532"/>
              <a:gd name="connsiteY42" fmla="*/ 6073943 h 7004830"/>
              <a:gd name="connsiteX43" fmla="*/ 873093 w 42198532"/>
              <a:gd name="connsiteY43" fmla="*/ 6085772 h 7004830"/>
              <a:gd name="connsiteX44" fmla="*/ 865994 w 42198532"/>
              <a:gd name="connsiteY44" fmla="*/ 6074732 h 7004830"/>
              <a:gd name="connsiteX45" fmla="*/ 738225 w 42198532"/>
              <a:gd name="connsiteY45" fmla="*/ 6174091 h 7004830"/>
              <a:gd name="connsiteX46" fmla="*/ 373056 w 42198532"/>
              <a:gd name="connsiteY46" fmla="*/ 5896517 h 7004830"/>
              <a:gd name="connsiteX47" fmla="*/ 640426 w 42198532"/>
              <a:gd name="connsiteY47" fmla="*/ 5689125 h 7004830"/>
              <a:gd name="connsiteX48" fmla="*/ 633328 w 42198532"/>
              <a:gd name="connsiteY48" fmla="*/ 5676508 h 7004830"/>
              <a:gd name="connsiteX49" fmla="*/ 371479 w 42198532"/>
              <a:gd name="connsiteY49" fmla="*/ 5879169 h 7004830"/>
              <a:gd name="connsiteX50" fmla="*/ 371479 w 42198532"/>
              <a:gd name="connsiteY50" fmla="*/ 5532990 h 7004830"/>
              <a:gd name="connsiteX51" fmla="*/ 493727 w 42198532"/>
              <a:gd name="connsiteY51" fmla="*/ 5438362 h 7004830"/>
              <a:gd name="connsiteX52" fmla="*/ 486629 w 42198532"/>
              <a:gd name="connsiteY52" fmla="*/ 5426534 h 7004830"/>
              <a:gd name="connsiteX53" fmla="*/ 365169 w 42198532"/>
              <a:gd name="connsiteY53" fmla="*/ 5521161 h 7004830"/>
              <a:gd name="connsiteX54" fmla="*/ 0 w 42198532"/>
              <a:gd name="connsiteY54" fmla="*/ 5243588 h 7004830"/>
              <a:gd name="connsiteX55" fmla="*/ 359648 w 42198532"/>
              <a:gd name="connsiteY55" fmla="*/ 4965225 h 7004830"/>
              <a:gd name="connsiteX56" fmla="*/ 1106548 w 42198532"/>
              <a:gd name="connsiteY56" fmla="*/ 4604852 h 7004830"/>
              <a:gd name="connsiteX57" fmla="*/ 1106548 w 42198532"/>
              <a:gd name="connsiteY57" fmla="*/ 4951031 h 7004830"/>
              <a:gd name="connsiteX58" fmla="*/ 1018214 w 42198532"/>
              <a:gd name="connsiteY58" fmla="*/ 5019636 h 7004830"/>
              <a:gd name="connsiteX59" fmla="*/ 1025312 w 42198532"/>
              <a:gd name="connsiteY59" fmla="*/ 5030676 h 7004830"/>
              <a:gd name="connsiteX60" fmla="*/ 1017425 w 42198532"/>
              <a:gd name="connsiteY60" fmla="*/ 5020424 h 7004830"/>
              <a:gd name="connsiteX61" fmla="*/ 744534 w 42198532"/>
              <a:gd name="connsiteY61" fmla="*/ 5231759 h 7004830"/>
              <a:gd name="connsiteX62" fmla="*/ 744534 w 42198532"/>
              <a:gd name="connsiteY62" fmla="*/ 4885580 h 7004830"/>
              <a:gd name="connsiteX63" fmla="*/ 856530 w 42198532"/>
              <a:gd name="connsiteY63" fmla="*/ 4798050 h 7004830"/>
              <a:gd name="connsiteX64" fmla="*/ 849432 w 42198532"/>
              <a:gd name="connsiteY64" fmla="*/ 4787799 h 7004830"/>
              <a:gd name="connsiteX65" fmla="*/ 857319 w 42198532"/>
              <a:gd name="connsiteY65" fmla="*/ 4798050 h 7004830"/>
              <a:gd name="connsiteX66" fmla="*/ 1106548 w 42198532"/>
              <a:gd name="connsiteY66" fmla="*/ 4604852 h 7004830"/>
              <a:gd name="connsiteX67" fmla="*/ 737436 w 42198532"/>
              <a:gd name="connsiteY67" fmla="*/ 4313873 h 7004830"/>
              <a:gd name="connsiteX68" fmla="*/ 1102605 w 42198532"/>
              <a:gd name="connsiteY68" fmla="*/ 4591447 h 7004830"/>
              <a:gd name="connsiteX69" fmla="*/ 849432 w 42198532"/>
              <a:gd name="connsiteY69" fmla="*/ 4787799 h 7004830"/>
              <a:gd name="connsiteX70" fmla="*/ 738225 w 42198532"/>
              <a:gd name="connsiteY70" fmla="*/ 4873752 h 7004830"/>
              <a:gd name="connsiteX71" fmla="*/ 373056 w 42198532"/>
              <a:gd name="connsiteY71" fmla="*/ 4596178 h 7004830"/>
              <a:gd name="connsiteX72" fmla="*/ 737436 w 42198532"/>
              <a:gd name="connsiteY72" fmla="*/ 4313873 h 7004830"/>
              <a:gd name="connsiteX73" fmla="*/ 1115224 w 42198532"/>
              <a:gd name="connsiteY73" fmla="*/ 3661732 h 7004830"/>
              <a:gd name="connsiteX74" fmla="*/ 1125477 w 42198532"/>
              <a:gd name="connsiteY74" fmla="*/ 3669618 h 7004830"/>
              <a:gd name="connsiteX75" fmla="*/ 1480393 w 42198532"/>
              <a:gd name="connsiteY75" fmla="*/ 3939306 h 7004830"/>
              <a:gd name="connsiteX76" fmla="*/ 1116013 w 42198532"/>
              <a:gd name="connsiteY76" fmla="*/ 4222399 h 7004830"/>
              <a:gd name="connsiteX77" fmla="*/ 750844 w 42198532"/>
              <a:gd name="connsiteY77" fmla="*/ 3944037 h 7004830"/>
              <a:gd name="connsiteX78" fmla="*/ 1115224 w 42198532"/>
              <a:gd name="connsiteY78" fmla="*/ 3661732 h 7004830"/>
              <a:gd name="connsiteX79" fmla="*/ 1480393 w 42198532"/>
              <a:gd name="connsiteY79" fmla="*/ 2656315 h 7004830"/>
              <a:gd name="connsiteX80" fmla="*/ 1480393 w 42198532"/>
              <a:gd name="connsiteY80" fmla="*/ 3002494 h 7004830"/>
              <a:gd name="connsiteX81" fmla="*/ 1386537 w 42198532"/>
              <a:gd name="connsiteY81" fmla="*/ 3075042 h 7004830"/>
              <a:gd name="connsiteX82" fmla="*/ 1392847 w 42198532"/>
              <a:gd name="connsiteY82" fmla="*/ 3086870 h 7004830"/>
              <a:gd name="connsiteX83" fmla="*/ 1385748 w 42198532"/>
              <a:gd name="connsiteY83" fmla="*/ 3075830 h 7004830"/>
              <a:gd name="connsiteX84" fmla="*/ 1118379 w 42198532"/>
              <a:gd name="connsiteY84" fmla="*/ 3283222 h 7004830"/>
              <a:gd name="connsiteX85" fmla="*/ 1118379 w 42198532"/>
              <a:gd name="connsiteY85" fmla="*/ 2937043 h 7004830"/>
              <a:gd name="connsiteX86" fmla="*/ 1246148 w 42198532"/>
              <a:gd name="connsiteY86" fmla="*/ 2837685 h 7004830"/>
              <a:gd name="connsiteX87" fmla="*/ 1239839 w 42198532"/>
              <a:gd name="connsiteY87" fmla="*/ 2825856 h 7004830"/>
              <a:gd name="connsiteX88" fmla="*/ 1246937 w 42198532"/>
              <a:gd name="connsiteY88" fmla="*/ 2836896 h 7004830"/>
              <a:gd name="connsiteX89" fmla="*/ 1480393 w 42198532"/>
              <a:gd name="connsiteY89" fmla="*/ 2656315 h 7004830"/>
              <a:gd name="connsiteX90" fmla="*/ 732704 w 42198532"/>
              <a:gd name="connsiteY90" fmla="*/ 1716349 h 7004830"/>
              <a:gd name="connsiteX91" fmla="*/ 1097873 w 42198532"/>
              <a:gd name="connsiteY91" fmla="*/ 1993923 h 7004830"/>
              <a:gd name="connsiteX92" fmla="*/ 860473 w 42198532"/>
              <a:gd name="connsiteY92" fmla="*/ 2177658 h 7004830"/>
              <a:gd name="connsiteX93" fmla="*/ 867572 w 42198532"/>
              <a:gd name="connsiteY93" fmla="*/ 2189486 h 7004830"/>
              <a:gd name="connsiteX94" fmla="*/ 1106548 w 42198532"/>
              <a:gd name="connsiteY94" fmla="*/ 2003386 h 7004830"/>
              <a:gd name="connsiteX95" fmla="*/ 1106548 w 42198532"/>
              <a:gd name="connsiteY95" fmla="*/ 2350353 h 7004830"/>
              <a:gd name="connsiteX96" fmla="*/ 1007172 w 42198532"/>
              <a:gd name="connsiteY96" fmla="*/ 2427632 h 7004830"/>
              <a:gd name="connsiteX97" fmla="*/ 1014270 w 42198532"/>
              <a:gd name="connsiteY97" fmla="*/ 2440249 h 7004830"/>
              <a:gd name="connsiteX98" fmla="*/ 1110492 w 42198532"/>
              <a:gd name="connsiteY98" fmla="*/ 2365336 h 7004830"/>
              <a:gd name="connsiteX99" fmla="*/ 1475660 w 42198532"/>
              <a:gd name="connsiteY99" fmla="*/ 2642910 h 7004830"/>
              <a:gd name="connsiteX100" fmla="*/ 1239839 w 42198532"/>
              <a:gd name="connsiteY100" fmla="*/ 2825856 h 7004830"/>
              <a:gd name="connsiteX101" fmla="*/ 1112069 w 42198532"/>
              <a:gd name="connsiteY101" fmla="*/ 2925215 h 7004830"/>
              <a:gd name="connsiteX102" fmla="*/ 746900 w 42198532"/>
              <a:gd name="connsiteY102" fmla="*/ 2647641 h 7004830"/>
              <a:gd name="connsiteX103" fmla="*/ 1013481 w 42198532"/>
              <a:gd name="connsiteY103" fmla="*/ 2440249 h 7004830"/>
              <a:gd name="connsiteX104" fmla="*/ 1006383 w 42198532"/>
              <a:gd name="connsiteY104" fmla="*/ 2427632 h 7004830"/>
              <a:gd name="connsiteX105" fmla="*/ 744534 w 42198532"/>
              <a:gd name="connsiteY105" fmla="*/ 2631081 h 7004830"/>
              <a:gd name="connsiteX106" fmla="*/ 744534 w 42198532"/>
              <a:gd name="connsiteY106" fmla="*/ 2284114 h 7004830"/>
              <a:gd name="connsiteX107" fmla="*/ 866783 w 42198532"/>
              <a:gd name="connsiteY107" fmla="*/ 2189486 h 7004830"/>
              <a:gd name="connsiteX108" fmla="*/ 860473 w 42198532"/>
              <a:gd name="connsiteY108" fmla="*/ 2178447 h 7004830"/>
              <a:gd name="connsiteX109" fmla="*/ 738225 w 42198532"/>
              <a:gd name="connsiteY109" fmla="*/ 2273074 h 7004830"/>
              <a:gd name="connsiteX110" fmla="*/ 373056 w 42198532"/>
              <a:gd name="connsiteY110" fmla="*/ 1995500 h 7004830"/>
              <a:gd name="connsiteX111" fmla="*/ 732704 w 42198532"/>
              <a:gd name="connsiteY111" fmla="*/ 1716349 h 7004830"/>
              <a:gd name="connsiteX112" fmla="*/ 1480393 w 42198532"/>
              <a:gd name="connsiteY112" fmla="*/ 1355976 h 7004830"/>
              <a:gd name="connsiteX113" fmla="*/ 1480393 w 42198532"/>
              <a:gd name="connsiteY113" fmla="*/ 1702944 h 7004830"/>
              <a:gd name="connsiteX114" fmla="*/ 1391269 w 42198532"/>
              <a:gd name="connsiteY114" fmla="*/ 1771549 h 7004830"/>
              <a:gd name="connsiteX115" fmla="*/ 1399156 w 42198532"/>
              <a:gd name="connsiteY115" fmla="*/ 1781800 h 7004830"/>
              <a:gd name="connsiteX116" fmla="*/ 1483547 w 42198532"/>
              <a:gd name="connsiteY116" fmla="*/ 1716349 h 7004830"/>
              <a:gd name="connsiteX117" fmla="*/ 1848716 w 42198532"/>
              <a:gd name="connsiteY117" fmla="*/ 1993923 h 7004830"/>
              <a:gd name="connsiteX118" fmla="*/ 1658639 w 42198532"/>
              <a:gd name="connsiteY118" fmla="*/ 2141384 h 7004830"/>
              <a:gd name="connsiteX119" fmla="*/ 1489068 w 42198532"/>
              <a:gd name="connsiteY119" fmla="*/ 2273074 h 7004830"/>
              <a:gd name="connsiteX120" fmla="*/ 1123900 w 42198532"/>
              <a:gd name="connsiteY120" fmla="*/ 1995500 h 7004830"/>
              <a:gd name="connsiteX121" fmla="*/ 1398368 w 42198532"/>
              <a:gd name="connsiteY121" fmla="*/ 1782588 h 7004830"/>
              <a:gd name="connsiteX122" fmla="*/ 1390481 w 42198532"/>
              <a:gd name="connsiteY122" fmla="*/ 1771549 h 7004830"/>
              <a:gd name="connsiteX123" fmla="*/ 1118379 w 42198532"/>
              <a:gd name="connsiteY123" fmla="*/ 1982883 h 7004830"/>
              <a:gd name="connsiteX124" fmla="*/ 1118379 w 42198532"/>
              <a:gd name="connsiteY124" fmla="*/ 1636704 h 7004830"/>
              <a:gd name="connsiteX125" fmla="*/ 1230374 w 42198532"/>
              <a:gd name="connsiteY125" fmla="*/ 1549963 h 7004830"/>
              <a:gd name="connsiteX126" fmla="*/ 1480393 w 42198532"/>
              <a:gd name="connsiteY126" fmla="*/ 1355976 h 7004830"/>
              <a:gd name="connsiteX127" fmla="*/ 1110492 w 42198532"/>
              <a:gd name="connsiteY127" fmla="*/ 1064997 h 7004830"/>
              <a:gd name="connsiteX128" fmla="*/ 1475660 w 42198532"/>
              <a:gd name="connsiteY128" fmla="*/ 1342571 h 7004830"/>
              <a:gd name="connsiteX129" fmla="*/ 1223276 w 42198532"/>
              <a:gd name="connsiteY129" fmla="*/ 1538923 h 7004830"/>
              <a:gd name="connsiteX130" fmla="*/ 1230374 w 42198532"/>
              <a:gd name="connsiteY130" fmla="*/ 1549963 h 7004830"/>
              <a:gd name="connsiteX131" fmla="*/ 1222487 w 42198532"/>
              <a:gd name="connsiteY131" fmla="*/ 1539711 h 7004830"/>
              <a:gd name="connsiteX132" fmla="*/ 1112069 w 42198532"/>
              <a:gd name="connsiteY132" fmla="*/ 1625665 h 7004830"/>
              <a:gd name="connsiteX133" fmla="*/ 746900 w 42198532"/>
              <a:gd name="connsiteY133" fmla="*/ 1348091 h 7004830"/>
              <a:gd name="connsiteX134" fmla="*/ 1110492 w 42198532"/>
              <a:gd name="connsiteY134" fmla="*/ 1064997 h 7004830"/>
              <a:gd name="connsiteX135" fmla="*/ 1488280 w 42198532"/>
              <a:gd name="connsiteY135" fmla="*/ 413645 h 7004830"/>
              <a:gd name="connsiteX136" fmla="*/ 1498533 w 42198532"/>
              <a:gd name="connsiteY136" fmla="*/ 421530 h 7004830"/>
              <a:gd name="connsiteX137" fmla="*/ 1853448 w 42198532"/>
              <a:gd name="connsiteY137" fmla="*/ 691218 h 7004830"/>
              <a:gd name="connsiteX138" fmla="*/ 1489068 w 42198532"/>
              <a:gd name="connsiteY138" fmla="*/ 973524 h 7004830"/>
              <a:gd name="connsiteX139" fmla="*/ 1123900 w 42198532"/>
              <a:gd name="connsiteY139" fmla="*/ 695950 h 7004830"/>
              <a:gd name="connsiteX140" fmla="*/ 1488280 w 42198532"/>
              <a:gd name="connsiteY140" fmla="*/ 413645 h 7004830"/>
              <a:gd name="connsiteX141" fmla="*/ 1493012 w 42198532"/>
              <a:gd name="connsiteY141" fmla="*/ 117464 h 7004830"/>
              <a:gd name="connsiteX142" fmla="*/ 42118086 w 42198532"/>
              <a:gd name="connsiteY142" fmla="*/ 0 h 7004830"/>
              <a:gd name="connsiteX143" fmla="*/ 42198532 w 42198532"/>
              <a:gd name="connsiteY143" fmla="*/ 7004830 h 7004830"/>
              <a:gd name="connsiteX144" fmla="*/ 843615 w 42198532"/>
              <a:gd name="connsiteY144" fmla="*/ 6975464 h 7004830"/>
              <a:gd name="connsiteX145" fmla="*/ 810785 w 42198532"/>
              <a:gd name="connsiteY145" fmla="*/ 6950504 h 7004830"/>
              <a:gd name="connsiteX146" fmla="*/ 746900 w 42198532"/>
              <a:gd name="connsiteY146" fmla="*/ 6901934 h 7004830"/>
              <a:gd name="connsiteX147" fmla="*/ 746900 w 42198532"/>
              <a:gd name="connsiteY147" fmla="*/ 6547081 h 7004830"/>
              <a:gd name="connsiteX148" fmla="*/ 1019002 w 42198532"/>
              <a:gd name="connsiteY148" fmla="*/ 6335746 h 7004830"/>
              <a:gd name="connsiteX149" fmla="*/ 1012693 w 42198532"/>
              <a:gd name="connsiteY149" fmla="*/ 6323918 h 7004830"/>
              <a:gd name="connsiteX150" fmla="*/ 1019791 w 42198532"/>
              <a:gd name="connsiteY150" fmla="*/ 6334957 h 7004830"/>
              <a:gd name="connsiteX151" fmla="*/ 1110492 w 42198532"/>
              <a:gd name="connsiteY151" fmla="*/ 6264775 h 7004830"/>
              <a:gd name="connsiteX152" fmla="*/ 1489068 w 42198532"/>
              <a:gd name="connsiteY152" fmla="*/ 6553389 h 7004830"/>
              <a:gd name="connsiteX153" fmla="*/ 1870800 w 42198532"/>
              <a:gd name="connsiteY153" fmla="*/ 6257678 h 7004830"/>
              <a:gd name="connsiteX154" fmla="*/ 1870800 w 42198532"/>
              <a:gd name="connsiteY154" fmla="*/ 6139394 h 7004830"/>
              <a:gd name="connsiteX155" fmla="*/ 1857392 w 42198532"/>
              <a:gd name="connsiteY155" fmla="*/ 6144914 h 7004830"/>
              <a:gd name="connsiteX156" fmla="*/ 1857392 w 42198532"/>
              <a:gd name="connsiteY156" fmla="*/ 6251370 h 7004830"/>
              <a:gd name="connsiteX157" fmla="*/ 1495378 w 42198532"/>
              <a:gd name="connsiteY157" fmla="*/ 6531309 h 7004830"/>
              <a:gd name="connsiteX158" fmla="*/ 1495378 w 42198532"/>
              <a:gd name="connsiteY158" fmla="*/ 6185131 h 7004830"/>
              <a:gd name="connsiteX159" fmla="*/ 1857392 w 42198532"/>
              <a:gd name="connsiteY159" fmla="*/ 5904403 h 7004830"/>
              <a:gd name="connsiteX160" fmla="*/ 1857392 w 42198532"/>
              <a:gd name="connsiteY160" fmla="*/ 6144125 h 7004830"/>
              <a:gd name="connsiteX161" fmla="*/ 1870800 w 42198532"/>
              <a:gd name="connsiteY161" fmla="*/ 6138605 h 7004830"/>
              <a:gd name="connsiteX162" fmla="*/ 1870800 w 42198532"/>
              <a:gd name="connsiteY162" fmla="*/ 5887843 h 7004830"/>
              <a:gd name="connsiteX163" fmla="*/ 1739875 w 42198532"/>
              <a:gd name="connsiteY163" fmla="*/ 5788484 h 7004830"/>
              <a:gd name="connsiteX164" fmla="*/ 1497744 w 42198532"/>
              <a:gd name="connsiteY164" fmla="*/ 5604749 h 7004830"/>
              <a:gd name="connsiteX165" fmla="*/ 1497744 w 42198532"/>
              <a:gd name="connsiteY165" fmla="*/ 5424957 h 7004830"/>
              <a:gd name="connsiteX166" fmla="*/ 1484336 w 42198532"/>
              <a:gd name="connsiteY166" fmla="*/ 5427322 h 7004830"/>
              <a:gd name="connsiteX167" fmla="*/ 1484336 w 42198532"/>
              <a:gd name="connsiteY167" fmla="*/ 5598440 h 7004830"/>
              <a:gd name="connsiteX168" fmla="*/ 1122322 w 42198532"/>
              <a:gd name="connsiteY168" fmla="*/ 5879169 h 7004830"/>
              <a:gd name="connsiteX169" fmla="*/ 1122322 w 42198532"/>
              <a:gd name="connsiteY169" fmla="*/ 5532990 h 7004830"/>
              <a:gd name="connsiteX170" fmla="*/ 1292682 w 42198532"/>
              <a:gd name="connsiteY170" fmla="*/ 5400511 h 7004830"/>
              <a:gd name="connsiteX171" fmla="*/ 1285583 w 42198532"/>
              <a:gd name="connsiteY171" fmla="*/ 5390260 h 7004830"/>
              <a:gd name="connsiteX172" fmla="*/ 1116013 w 42198532"/>
              <a:gd name="connsiteY172" fmla="*/ 5521161 h 7004830"/>
              <a:gd name="connsiteX173" fmla="*/ 750844 w 42198532"/>
              <a:gd name="connsiteY173" fmla="*/ 5243588 h 7004830"/>
              <a:gd name="connsiteX174" fmla="*/ 1025312 w 42198532"/>
              <a:gd name="connsiteY174" fmla="*/ 5030676 h 7004830"/>
              <a:gd name="connsiteX175" fmla="*/ 1110492 w 42198532"/>
              <a:gd name="connsiteY175" fmla="*/ 4965225 h 7004830"/>
              <a:gd name="connsiteX176" fmla="*/ 1475660 w 42198532"/>
              <a:gd name="connsiteY176" fmla="*/ 5242799 h 7004830"/>
              <a:gd name="connsiteX177" fmla="*/ 1285583 w 42198532"/>
              <a:gd name="connsiteY177" fmla="*/ 5389472 h 7004830"/>
              <a:gd name="connsiteX178" fmla="*/ 1293470 w 42198532"/>
              <a:gd name="connsiteY178" fmla="*/ 5400511 h 7004830"/>
              <a:gd name="connsiteX179" fmla="*/ 1484336 w 42198532"/>
              <a:gd name="connsiteY179" fmla="*/ 5252262 h 7004830"/>
              <a:gd name="connsiteX180" fmla="*/ 1484336 w 42198532"/>
              <a:gd name="connsiteY180" fmla="*/ 5426534 h 7004830"/>
              <a:gd name="connsiteX181" fmla="*/ 1497744 w 42198532"/>
              <a:gd name="connsiteY181" fmla="*/ 5424168 h 7004830"/>
              <a:gd name="connsiteX182" fmla="*/ 1497744 w 42198532"/>
              <a:gd name="connsiteY182" fmla="*/ 5246742 h 7004830"/>
              <a:gd name="connsiteX183" fmla="*/ 1513518 w 42198532"/>
              <a:gd name="connsiteY183" fmla="*/ 5234125 h 7004830"/>
              <a:gd name="connsiteX184" fmla="*/ 1513518 w 42198532"/>
              <a:gd name="connsiteY184" fmla="*/ 5217565 h 7004830"/>
              <a:gd name="connsiteX185" fmla="*/ 1495378 w 42198532"/>
              <a:gd name="connsiteY185" fmla="*/ 5231759 h 7004830"/>
              <a:gd name="connsiteX186" fmla="*/ 1495378 w 42198532"/>
              <a:gd name="connsiteY186" fmla="*/ 4885580 h 7004830"/>
              <a:gd name="connsiteX187" fmla="*/ 1513518 w 42198532"/>
              <a:gd name="connsiteY187" fmla="*/ 4871386 h 7004830"/>
              <a:gd name="connsiteX188" fmla="*/ 1513518 w 42198532"/>
              <a:gd name="connsiteY188" fmla="*/ 4854826 h 7004830"/>
              <a:gd name="connsiteX189" fmla="*/ 1489068 w 42198532"/>
              <a:gd name="connsiteY189" fmla="*/ 4873752 h 7004830"/>
              <a:gd name="connsiteX190" fmla="*/ 1123900 w 42198532"/>
              <a:gd name="connsiteY190" fmla="*/ 4596178 h 7004830"/>
              <a:gd name="connsiteX191" fmla="*/ 1488280 w 42198532"/>
              <a:gd name="connsiteY191" fmla="*/ 4313873 h 7004830"/>
              <a:gd name="connsiteX192" fmla="*/ 1853448 w 42198532"/>
              <a:gd name="connsiteY192" fmla="*/ 4591447 h 7004830"/>
              <a:gd name="connsiteX193" fmla="*/ 1514307 w 42198532"/>
              <a:gd name="connsiteY193" fmla="*/ 4854826 h 7004830"/>
              <a:gd name="connsiteX194" fmla="*/ 1514307 w 42198532"/>
              <a:gd name="connsiteY194" fmla="*/ 4870598 h 7004830"/>
              <a:gd name="connsiteX195" fmla="*/ 1857392 w 42198532"/>
              <a:gd name="connsiteY195" fmla="*/ 4604852 h 7004830"/>
              <a:gd name="connsiteX196" fmla="*/ 1857392 w 42198532"/>
              <a:gd name="connsiteY196" fmla="*/ 4951031 h 7004830"/>
              <a:gd name="connsiteX197" fmla="*/ 1514307 w 42198532"/>
              <a:gd name="connsiteY197" fmla="*/ 5217565 h 7004830"/>
              <a:gd name="connsiteX198" fmla="*/ 1514307 w 42198532"/>
              <a:gd name="connsiteY198" fmla="*/ 5234125 h 7004830"/>
              <a:gd name="connsiteX199" fmla="*/ 1870800 w 42198532"/>
              <a:gd name="connsiteY199" fmla="*/ 4957339 h 7004830"/>
              <a:gd name="connsiteX200" fmla="*/ 1870800 w 42198532"/>
              <a:gd name="connsiteY200" fmla="*/ 4588292 h 7004830"/>
              <a:gd name="connsiteX201" fmla="*/ 1497744 w 42198532"/>
              <a:gd name="connsiteY201" fmla="*/ 4304410 h 7004830"/>
              <a:gd name="connsiteX202" fmla="*/ 1497744 w 42198532"/>
              <a:gd name="connsiteY202" fmla="*/ 3956654 h 7004830"/>
              <a:gd name="connsiteX203" fmla="*/ 1484336 w 42198532"/>
              <a:gd name="connsiteY203" fmla="*/ 3966905 h 7004830"/>
              <a:gd name="connsiteX204" fmla="*/ 1484336 w 42198532"/>
              <a:gd name="connsiteY204" fmla="*/ 4299679 h 7004830"/>
              <a:gd name="connsiteX205" fmla="*/ 1122322 w 42198532"/>
              <a:gd name="connsiteY205" fmla="*/ 4579618 h 7004830"/>
              <a:gd name="connsiteX206" fmla="*/ 1122322 w 42198532"/>
              <a:gd name="connsiteY206" fmla="*/ 4233439 h 7004830"/>
              <a:gd name="connsiteX207" fmla="*/ 1484336 w 42198532"/>
              <a:gd name="connsiteY207" fmla="*/ 3952712 h 7004830"/>
              <a:gd name="connsiteX208" fmla="*/ 1484336 w 42198532"/>
              <a:gd name="connsiteY208" fmla="*/ 3966117 h 7004830"/>
              <a:gd name="connsiteX209" fmla="*/ 1497744 w 42198532"/>
              <a:gd name="connsiteY209" fmla="*/ 3955866 h 7004830"/>
              <a:gd name="connsiteX210" fmla="*/ 1497744 w 42198532"/>
              <a:gd name="connsiteY210" fmla="*/ 3936152 h 7004830"/>
              <a:gd name="connsiteX211" fmla="*/ 1136519 w 42198532"/>
              <a:gd name="connsiteY211" fmla="*/ 3661732 h 7004830"/>
              <a:gd name="connsiteX212" fmla="*/ 1125477 w 42198532"/>
              <a:gd name="connsiteY212" fmla="*/ 3669618 h 7004830"/>
              <a:gd name="connsiteX213" fmla="*/ 1135730 w 42198532"/>
              <a:gd name="connsiteY213" fmla="*/ 3660943 h 7004830"/>
              <a:gd name="connsiteX214" fmla="*/ 1119956 w 42198532"/>
              <a:gd name="connsiteY214" fmla="*/ 3649115 h 7004830"/>
              <a:gd name="connsiteX215" fmla="*/ 1119956 w 42198532"/>
              <a:gd name="connsiteY215" fmla="*/ 3637286 h 7004830"/>
              <a:gd name="connsiteX216" fmla="*/ 1106548 w 42198532"/>
              <a:gd name="connsiteY216" fmla="*/ 3637286 h 7004830"/>
              <a:gd name="connsiteX217" fmla="*/ 1106548 w 42198532"/>
              <a:gd name="connsiteY217" fmla="*/ 3649903 h 7004830"/>
              <a:gd name="connsiteX218" fmla="*/ 744534 w 42198532"/>
              <a:gd name="connsiteY218" fmla="*/ 3929843 h 7004830"/>
              <a:gd name="connsiteX219" fmla="*/ 744534 w 42198532"/>
              <a:gd name="connsiteY219" fmla="*/ 3612841 h 7004830"/>
              <a:gd name="connsiteX220" fmla="*/ 744534 w 42198532"/>
              <a:gd name="connsiteY220" fmla="*/ 3584453 h 7004830"/>
              <a:gd name="connsiteX221" fmla="*/ 1106548 w 42198532"/>
              <a:gd name="connsiteY221" fmla="*/ 3303725 h 7004830"/>
              <a:gd name="connsiteX222" fmla="*/ 1106548 w 42198532"/>
              <a:gd name="connsiteY222" fmla="*/ 3617573 h 7004830"/>
              <a:gd name="connsiteX223" fmla="*/ 1106548 w 42198532"/>
              <a:gd name="connsiteY223" fmla="*/ 3636498 h 7004830"/>
              <a:gd name="connsiteX224" fmla="*/ 1119956 w 42198532"/>
              <a:gd name="connsiteY224" fmla="*/ 3636498 h 7004830"/>
              <a:gd name="connsiteX225" fmla="*/ 1119956 w 42198532"/>
              <a:gd name="connsiteY225" fmla="*/ 3298205 h 7004830"/>
              <a:gd name="connsiteX226" fmla="*/ 1392847 w 42198532"/>
              <a:gd name="connsiteY226" fmla="*/ 3086870 h 7004830"/>
              <a:gd name="connsiteX227" fmla="*/ 1483547 w 42198532"/>
              <a:gd name="connsiteY227" fmla="*/ 3016688 h 7004830"/>
              <a:gd name="connsiteX228" fmla="*/ 1862913 w 42198532"/>
              <a:gd name="connsiteY228" fmla="*/ 3304513 h 7004830"/>
              <a:gd name="connsiteX229" fmla="*/ 2243855 w 42198532"/>
              <a:gd name="connsiteY229" fmla="*/ 3008803 h 7004830"/>
              <a:gd name="connsiteX230" fmla="*/ 2243855 w 42198532"/>
              <a:gd name="connsiteY230" fmla="*/ 2891307 h 7004830"/>
              <a:gd name="connsiteX231" fmla="*/ 2231236 w 42198532"/>
              <a:gd name="connsiteY231" fmla="*/ 2896827 h 7004830"/>
              <a:gd name="connsiteX232" fmla="*/ 2231236 w 42198532"/>
              <a:gd name="connsiteY232" fmla="*/ 3002494 h 7004830"/>
              <a:gd name="connsiteX233" fmla="*/ 1869222 w 42198532"/>
              <a:gd name="connsiteY233" fmla="*/ 3283222 h 7004830"/>
              <a:gd name="connsiteX234" fmla="*/ 1869222 w 42198532"/>
              <a:gd name="connsiteY234" fmla="*/ 2937043 h 7004830"/>
              <a:gd name="connsiteX235" fmla="*/ 2231236 w 42198532"/>
              <a:gd name="connsiteY235" fmla="*/ 2656315 h 7004830"/>
              <a:gd name="connsiteX236" fmla="*/ 2231236 w 42198532"/>
              <a:gd name="connsiteY236" fmla="*/ 2896038 h 7004830"/>
              <a:gd name="connsiteX237" fmla="*/ 2243855 w 42198532"/>
              <a:gd name="connsiteY237" fmla="*/ 2890518 h 7004830"/>
              <a:gd name="connsiteX238" fmla="*/ 2243855 w 42198532"/>
              <a:gd name="connsiteY238" fmla="*/ 2639755 h 7004830"/>
              <a:gd name="connsiteX239" fmla="*/ 2113720 w 42198532"/>
              <a:gd name="connsiteY239" fmla="*/ 2540397 h 7004830"/>
              <a:gd name="connsiteX240" fmla="*/ 2100312 w 42198532"/>
              <a:gd name="connsiteY240" fmla="*/ 2546705 h 7004830"/>
              <a:gd name="connsiteX241" fmla="*/ 2226503 w 42198532"/>
              <a:gd name="connsiteY241" fmla="*/ 2642910 h 7004830"/>
              <a:gd name="connsiteX242" fmla="*/ 1862124 w 42198532"/>
              <a:gd name="connsiteY242" fmla="*/ 2925215 h 7004830"/>
              <a:gd name="connsiteX243" fmla="*/ 1496955 w 42198532"/>
              <a:gd name="connsiteY243" fmla="*/ 2647641 h 7004830"/>
              <a:gd name="connsiteX244" fmla="*/ 1861335 w 42198532"/>
              <a:gd name="connsiteY244" fmla="*/ 2365336 h 7004830"/>
              <a:gd name="connsiteX245" fmla="*/ 2099523 w 42198532"/>
              <a:gd name="connsiteY245" fmla="*/ 2545916 h 7004830"/>
              <a:gd name="connsiteX246" fmla="*/ 2112931 w 42198532"/>
              <a:gd name="connsiteY246" fmla="*/ 2539608 h 7004830"/>
              <a:gd name="connsiteX247" fmla="*/ 1870800 w 42198532"/>
              <a:gd name="connsiteY247" fmla="*/ 2355873 h 7004830"/>
              <a:gd name="connsiteX248" fmla="*/ 1870800 w 42198532"/>
              <a:gd name="connsiteY248" fmla="*/ 2176869 h 7004830"/>
              <a:gd name="connsiteX249" fmla="*/ 1857392 w 42198532"/>
              <a:gd name="connsiteY249" fmla="*/ 2178447 h 7004830"/>
              <a:gd name="connsiteX250" fmla="*/ 1857392 w 42198532"/>
              <a:gd name="connsiteY250" fmla="*/ 2350353 h 7004830"/>
              <a:gd name="connsiteX251" fmla="*/ 1496167 w 42198532"/>
              <a:gd name="connsiteY251" fmla="*/ 2631081 h 7004830"/>
              <a:gd name="connsiteX252" fmla="*/ 1496167 w 42198532"/>
              <a:gd name="connsiteY252" fmla="*/ 2284114 h 7004830"/>
              <a:gd name="connsiteX253" fmla="*/ 1666526 w 42198532"/>
              <a:gd name="connsiteY253" fmla="*/ 2152424 h 7004830"/>
              <a:gd name="connsiteX254" fmla="*/ 1658639 w 42198532"/>
              <a:gd name="connsiteY254" fmla="*/ 2141384 h 7004830"/>
              <a:gd name="connsiteX255" fmla="*/ 1666526 w 42198532"/>
              <a:gd name="connsiteY255" fmla="*/ 2151636 h 7004830"/>
              <a:gd name="connsiteX256" fmla="*/ 1857392 w 42198532"/>
              <a:gd name="connsiteY256" fmla="*/ 2003386 h 7004830"/>
              <a:gd name="connsiteX257" fmla="*/ 1857392 w 42198532"/>
              <a:gd name="connsiteY257" fmla="*/ 2177658 h 7004830"/>
              <a:gd name="connsiteX258" fmla="*/ 1870800 w 42198532"/>
              <a:gd name="connsiteY258" fmla="*/ 2176081 h 7004830"/>
              <a:gd name="connsiteX259" fmla="*/ 1870800 w 42198532"/>
              <a:gd name="connsiteY259" fmla="*/ 1998654 h 7004830"/>
              <a:gd name="connsiteX260" fmla="*/ 1886574 w 42198532"/>
              <a:gd name="connsiteY260" fmla="*/ 1986037 h 7004830"/>
              <a:gd name="connsiteX261" fmla="*/ 1886574 w 42198532"/>
              <a:gd name="connsiteY261" fmla="*/ 1969478 h 7004830"/>
              <a:gd name="connsiteX262" fmla="*/ 1869222 w 42198532"/>
              <a:gd name="connsiteY262" fmla="*/ 1982883 h 7004830"/>
              <a:gd name="connsiteX263" fmla="*/ 1869222 w 42198532"/>
              <a:gd name="connsiteY263" fmla="*/ 1636704 h 7004830"/>
              <a:gd name="connsiteX264" fmla="*/ 1886574 w 42198532"/>
              <a:gd name="connsiteY264" fmla="*/ 1623299 h 7004830"/>
              <a:gd name="connsiteX265" fmla="*/ 1886574 w 42198532"/>
              <a:gd name="connsiteY265" fmla="*/ 1606739 h 7004830"/>
              <a:gd name="connsiteX266" fmla="*/ 1862124 w 42198532"/>
              <a:gd name="connsiteY266" fmla="*/ 1625665 h 7004830"/>
              <a:gd name="connsiteX267" fmla="*/ 1496955 w 42198532"/>
              <a:gd name="connsiteY267" fmla="*/ 1348091 h 7004830"/>
              <a:gd name="connsiteX268" fmla="*/ 1861335 w 42198532"/>
              <a:gd name="connsiteY268" fmla="*/ 1064997 h 7004830"/>
              <a:gd name="connsiteX269" fmla="*/ 2226503 w 42198532"/>
              <a:gd name="connsiteY269" fmla="*/ 1342571 h 7004830"/>
              <a:gd name="connsiteX270" fmla="*/ 1887362 w 42198532"/>
              <a:gd name="connsiteY270" fmla="*/ 1605951 h 7004830"/>
              <a:gd name="connsiteX271" fmla="*/ 1887362 w 42198532"/>
              <a:gd name="connsiteY271" fmla="*/ 1622510 h 7004830"/>
              <a:gd name="connsiteX272" fmla="*/ 2231236 w 42198532"/>
              <a:gd name="connsiteY272" fmla="*/ 1355976 h 7004830"/>
              <a:gd name="connsiteX273" fmla="*/ 2231236 w 42198532"/>
              <a:gd name="connsiteY273" fmla="*/ 1702944 h 7004830"/>
              <a:gd name="connsiteX274" fmla="*/ 1887362 w 42198532"/>
              <a:gd name="connsiteY274" fmla="*/ 1968689 h 7004830"/>
              <a:gd name="connsiteX275" fmla="*/ 1887362 w 42198532"/>
              <a:gd name="connsiteY275" fmla="*/ 1985249 h 7004830"/>
              <a:gd name="connsiteX276" fmla="*/ 2243855 w 42198532"/>
              <a:gd name="connsiteY276" fmla="*/ 1709252 h 7004830"/>
              <a:gd name="connsiteX277" fmla="*/ 2243855 w 42198532"/>
              <a:gd name="connsiteY277" fmla="*/ 1339416 h 7004830"/>
              <a:gd name="connsiteX278" fmla="*/ 1870800 w 42198532"/>
              <a:gd name="connsiteY278" fmla="*/ 1056323 h 7004830"/>
              <a:gd name="connsiteX279" fmla="*/ 1870800 w 42198532"/>
              <a:gd name="connsiteY279" fmla="*/ 707778 h 7004830"/>
              <a:gd name="connsiteX280" fmla="*/ 1857392 w 42198532"/>
              <a:gd name="connsiteY280" fmla="*/ 718030 h 7004830"/>
              <a:gd name="connsiteX281" fmla="*/ 1857392 w 42198532"/>
              <a:gd name="connsiteY281" fmla="*/ 1050803 h 7004830"/>
              <a:gd name="connsiteX282" fmla="*/ 1496167 w 42198532"/>
              <a:gd name="connsiteY282" fmla="*/ 1331531 h 7004830"/>
              <a:gd name="connsiteX283" fmla="*/ 1496167 w 42198532"/>
              <a:gd name="connsiteY283" fmla="*/ 985352 h 7004830"/>
              <a:gd name="connsiteX284" fmla="*/ 1857392 w 42198532"/>
              <a:gd name="connsiteY284" fmla="*/ 704624 h 7004830"/>
              <a:gd name="connsiteX285" fmla="*/ 1857392 w 42198532"/>
              <a:gd name="connsiteY285" fmla="*/ 717241 h 7004830"/>
              <a:gd name="connsiteX286" fmla="*/ 1870800 w 42198532"/>
              <a:gd name="connsiteY286" fmla="*/ 706990 h 7004830"/>
              <a:gd name="connsiteX287" fmla="*/ 1870800 w 42198532"/>
              <a:gd name="connsiteY287" fmla="*/ 688064 h 7004830"/>
              <a:gd name="connsiteX288" fmla="*/ 1509574 w 42198532"/>
              <a:gd name="connsiteY288" fmla="*/ 412856 h 7004830"/>
              <a:gd name="connsiteX289" fmla="*/ 1498533 w 42198532"/>
              <a:gd name="connsiteY289" fmla="*/ 421530 h 7004830"/>
              <a:gd name="connsiteX290" fmla="*/ 1508786 w 42198532"/>
              <a:gd name="connsiteY290" fmla="*/ 412856 h 7004830"/>
              <a:gd name="connsiteX291" fmla="*/ 1493012 w 42198532"/>
              <a:gd name="connsiteY291" fmla="*/ 401028 h 7004830"/>
              <a:gd name="connsiteX292" fmla="*/ 1493012 w 42198532"/>
              <a:gd name="connsiteY292" fmla="*/ 119417 h 7004830"/>
              <a:gd name="connsiteX293" fmla="*/ 1493012 w 42198532"/>
              <a:gd name="connsiteY293" fmla="*/ 117464 h 7004830"/>
              <a:gd name="connsiteX294" fmla="*/ 1398859 w 42198532"/>
              <a:gd name="connsiteY294" fmla="*/ 117464 h 7004830"/>
              <a:gd name="connsiteX295" fmla="*/ 1480393 w 42198532"/>
              <a:gd name="connsiteY295" fmla="*/ 117464 h 7004830"/>
              <a:gd name="connsiteX296" fmla="*/ 1480393 w 42198532"/>
              <a:gd name="connsiteY296" fmla="*/ 201868 h 7004830"/>
              <a:gd name="connsiteX297" fmla="*/ 1480393 w 42198532"/>
              <a:gd name="connsiteY297" fmla="*/ 401028 h 7004830"/>
              <a:gd name="connsiteX298" fmla="*/ 1118379 w 42198532"/>
              <a:gd name="connsiteY298" fmla="*/ 681756 h 7004830"/>
              <a:gd name="connsiteX299" fmla="*/ 1118379 w 42198532"/>
              <a:gd name="connsiteY299" fmla="*/ 335577 h 7004830"/>
              <a:gd name="connsiteX300" fmla="*/ 1379242 w 42198532"/>
              <a:gd name="connsiteY300" fmla="*/ 132719 h 7004830"/>
              <a:gd name="connsiteX301" fmla="*/ 1398859 w 42198532"/>
              <a:gd name="connsiteY301" fmla="*/ 117464 h 7004830"/>
              <a:gd name="connsiteX302" fmla="*/ 840168 w 42198532"/>
              <a:gd name="connsiteY302" fmla="*/ 117464 h 7004830"/>
              <a:gd name="connsiteX303" fmla="*/ 1377550 w 42198532"/>
              <a:gd name="connsiteY303" fmla="*/ 117464 h 7004830"/>
              <a:gd name="connsiteX304" fmla="*/ 1301753 w 42198532"/>
              <a:gd name="connsiteY304" fmla="*/ 176360 h 7004830"/>
              <a:gd name="connsiteX305" fmla="*/ 1112069 w 42198532"/>
              <a:gd name="connsiteY305" fmla="*/ 323748 h 7004830"/>
              <a:gd name="connsiteX306" fmla="*/ 857417 w 42198532"/>
              <a:gd name="connsiteY306" fmla="*/ 130551 h 7004830"/>
              <a:gd name="connsiteX307" fmla="*/ 840168 w 42198532"/>
              <a:gd name="connsiteY307" fmla="*/ 117464 h 7004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Lst>
            <a:rect l="l" t="t" r="r" b="b"/>
            <a:pathLst>
              <a:path w="42198532" h="7004830">
                <a:moveTo>
                  <a:pt x="738225" y="6911396"/>
                </a:moveTo>
                <a:lnTo>
                  <a:pt x="814828" y="6969750"/>
                </a:lnTo>
                <a:lnTo>
                  <a:pt x="822329" y="6975464"/>
                </a:lnTo>
                <a:lnTo>
                  <a:pt x="655724" y="6975464"/>
                </a:lnTo>
                <a:lnTo>
                  <a:pt x="656989" y="6974481"/>
                </a:lnTo>
                <a:lnTo>
                  <a:pt x="738225" y="6911396"/>
                </a:lnTo>
                <a:close/>
                <a:moveTo>
                  <a:pt x="733493" y="6551812"/>
                </a:moveTo>
                <a:lnTo>
                  <a:pt x="733493" y="6897991"/>
                </a:lnTo>
                <a:lnTo>
                  <a:pt x="639637" y="6970539"/>
                </a:lnTo>
                <a:cubicBezTo>
                  <a:pt x="645158" y="6972116"/>
                  <a:pt x="650679" y="6972904"/>
                  <a:pt x="656989" y="6974481"/>
                </a:cubicBezTo>
                <a:cubicBezTo>
                  <a:pt x="650679" y="6973693"/>
                  <a:pt x="644369" y="6972116"/>
                  <a:pt x="638848" y="6971327"/>
                </a:cubicBezTo>
                <a:lnTo>
                  <a:pt x="633515" y="6975464"/>
                </a:lnTo>
                <a:lnTo>
                  <a:pt x="371479" y="6975464"/>
                </a:lnTo>
                <a:lnTo>
                  <a:pt x="371479" y="6917056"/>
                </a:lnTo>
                <a:lnTo>
                  <a:pt x="371479" y="6832540"/>
                </a:lnTo>
                <a:lnTo>
                  <a:pt x="733493" y="6551812"/>
                </a:lnTo>
                <a:close/>
                <a:moveTo>
                  <a:pt x="1106548" y="5904403"/>
                </a:moveTo>
                <a:lnTo>
                  <a:pt x="1106548" y="6251370"/>
                </a:lnTo>
                <a:lnTo>
                  <a:pt x="1012693" y="6323918"/>
                </a:lnTo>
                <a:lnTo>
                  <a:pt x="744534" y="6531309"/>
                </a:lnTo>
                <a:lnTo>
                  <a:pt x="744534" y="6185131"/>
                </a:lnTo>
                <a:lnTo>
                  <a:pt x="873093" y="6085772"/>
                </a:lnTo>
                <a:lnTo>
                  <a:pt x="1106548" y="5904403"/>
                </a:lnTo>
                <a:close/>
                <a:moveTo>
                  <a:pt x="1739875" y="5788484"/>
                </a:moveTo>
                <a:lnTo>
                  <a:pt x="1726467" y="5794792"/>
                </a:lnTo>
                <a:lnTo>
                  <a:pt x="1739875" y="5788484"/>
                </a:lnTo>
                <a:close/>
                <a:moveTo>
                  <a:pt x="1488280" y="5613423"/>
                </a:moveTo>
                <a:lnTo>
                  <a:pt x="1726467" y="5794792"/>
                </a:lnTo>
                <a:lnTo>
                  <a:pt x="1853448" y="5890997"/>
                </a:lnTo>
                <a:lnTo>
                  <a:pt x="1489068" y="6174091"/>
                </a:lnTo>
                <a:lnTo>
                  <a:pt x="1123900" y="5896517"/>
                </a:lnTo>
                <a:lnTo>
                  <a:pt x="1488280" y="5613423"/>
                </a:lnTo>
                <a:close/>
                <a:moveTo>
                  <a:pt x="359648" y="4965225"/>
                </a:moveTo>
                <a:lnTo>
                  <a:pt x="724817" y="5242799"/>
                </a:lnTo>
                <a:lnTo>
                  <a:pt x="487418" y="5426534"/>
                </a:lnTo>
                <a:lnTo>
                  <a:pt x="493727" y="5437574"/>
                </a:lnTo>
                <a:lnTo>
                  <a:pt x="733493" y="5252262"/>
                </a:lnTo>
                <a:lnTo>
                  <a:pt x="733493" y="5598440"/>
                </a:lnTo>
                <a:lnTo>
                  <a:pt x="633328" y="5675720"/>
                </a:lnTo>
                <a:lnTo>
                  <a:pt x="641215" y="5688337"/>
                </a:lnTo>
                <a:lnTo>
                  <a:pt x="737436" y="5613423"/>
                </a:lnTo>
                <a:lnTo>
                  <a:pt x="1102605" y="5890997"/>
                </a:lnTo>
                <a:lnTo>
                  <a:pt x="866783" y="6073943"/>
                </a:lnTo>
                <a:lnTo>
                  <a:pt x="873093" y="6085772"/>
                </a:lnTo>
                <a:lnTo>
                  <a:pt x="865994" y="6074732"/>
                </a:lnTo>
                <a:lnTo>
                  <a:pt x="738225" y="6174091"/>
                </a:lnTo>
                <a:lnTo>
                  <a:pt x="373056" y="5896517"/>
                </a:lnTo>
                <a:lnTo>
                  <a:pt x="640426" y="5689125"/>
                </a:lnTo>
                <a:lnTo>
                  <a:pt x="633328" y="5676508"/>
                </a:lnTo>
                <a:lnTo>
                  <a:pt x="371479" y="5879169"/>
                </a:lnTo>
                <a:lnTo>
                  <a:pt x="371479" y="5532990"/>
                </a:lnTo>
                <a:lnTo>
                  <a:pt x="493727" y="5438362"/>
                </a:lnTo>
                <a:lnTo>
                  <a:pt x="486629" y="5426534"/>
                </a:lnTo>
                <a:lnTo>
                  <a:pt x="365169" y="5521161"/>
                </a:lnTo>
                <a:lnTo>
                  <a:pt x="0" y="5243588"/>
                </a:lnTo>
                <a:lnTo>
                  <a:pt x="359648" y="4965225"/>
                </a:lnTo>
                <a:close/>
                <a:moveTo>
                  <a:pt x="1106548" y="4604852"/>
                </a:moveTo>
                <a:lnTo>
                  <a:pt x="1106548" y="4951031"/>
                </a:lnTo>
                <a:lnTo>
                  <a:pt x="1018214" y="5019636"/>
                </a:lnTo>
                <a:lnTo>
                  <a:pt x="1025312" y="5030676"/>
                </a:lnTo>
                <a:lnTo>
                  <a:pt x="1017425" y="5020424"/>
                </a:lnTo>
                <a:lnTo>
                  <a:pt x="744534" y="5231759"/>
                </a:lnTo>
                <a:lnTo>
                  <a:pt x="744534" y="4885580"/>
                </a:lnTo>
                <a:lnTo>
                  <a:pt x="856530" y="4798050"/>
                </a:lnTo>
                <a:lnTo>
                  <a:pt x="849432" y="4787799"/>
                </a:lnTo>
                <a:lnTo>
                  <a:pt x="857319" y="4798050"/>
                </a:lnTo>
                <a:lnTo>
                  <a:pt x="1106548" y="4604852"/>
                </a:lnTo>
                <a:close/>
                <a:moveTo>
                  <a:pt x="737436" y="4313873"/>
                </a:moveTo>
                <a:lnTo>
                  <a:pt x="1102605" y="4591447"/>
                </a:lnTo>
                <a:lnTo>
                  <a:pt x="849432" y="4787799"/>
                </a:lnTo>
                <a:lnTo>
                  <a:pt x="738225" y="4873752"/>
                </a:lnTo>
                <a:lnTo>
                  <a:pt x="373056" y="4596178"/>
                </a:lnTo>
                <a:lnTo>
                  <a:pt x="737436" y="4313873"/>
                </a:lnTo>
                <a:close/>
                <a:moveTo>
                  <a:pt x="1115224" y="3661732"/>
                </a:moveTo>
                <a:lnTo>
                  <a:pt x="1125477" y="3669618"/>
                </a:lnTo>
                <a:lnTo>
                  <a:pt x="1480393" y="3939306"/>
                </a:lnTo>
                <a:lnTo>
                  <a:pt x="1116013" y="4222399"/>
                </a:lnTo>
                <a:lnTo>
                  <a:pt x="750844" y="3944037"/>
                </a:lnTo>
                <a:lnTo>
                  <a:pt x="1115224" y="3661732"/>
                </a:lnTo>
                <a:close/>
                <a:moveTo>
                  <a:pt x="1480393" y="2656315"/>
                </a:moveTo>
                <a:lnTo>
                  <a:pt x="1480393" y="3002494"/>
                </a:lnTo>
                <a:lnTo>
                  <a:pt x="1386537" y="3075042"/>
                </a:lnTo>
                <a:lnTo>
                  <a:pt x="1392847" y="3086870"/>
                </a:lnTo>
                <a:lnTo>
                  <a:pt x="1385748" y="3075830"/>
                </a:lnTo>
                <a:lnTo>
                  <a:pt x="1118379" y="3283222"/>
                </a:lnTo>
                <a:lnTo>
                  <a:pt x="1118379" y="2937043"/>
                </a:lnTo>
                <a:lnTo>
                  <a:pt x="1246148" y="2837685"/>
                </a:lnTo>
                <a:lnTo>
                  <a:pt x="1239839" y="2825856"/>
                </a:lnTo>
                <a:lnTo>
                  <a:pt x="1246937" y="2836896"/>
                </a:lnTo>
                <a:lnTo>
                  <a:pt x="1480393" y="2656315"/>
                </a:lnTo>
                <a:close/>
                <a:moveTo>
                  <a:pt x="732704" y="1716349"/>
                </a:moveTo>
                <a:lnTo>
                  <a:pt x="1097873" y="1993923"/>
                </a:lnTo>
                <a:lnTo>
                  <a:pt x="860473" y="2177658"/>
                </a:lnTo>
                <a:lnTo>
                  <a:pt x="867572" y="2189486"/>
                </a:lnTo>
                <a:lnTo>
                  <a:pt x="1106548" y="2003386"/>
                </a:lnTo>
                <a:lnTo>
                  <a:pt x="1106548" y="2350353"/>
                </a:lnTo>
                <a:lnTo>
                  <a:pt x="1007172" y="2427632"/>
                </a:lnTo>
                <a:lnTo>
                  <a:pt x="1014270" y="2440249"/>
                </a:lnTo>
                <a:lnTo>
                  <a:pt x="1110492" y="2365336"/>
                </a:lnTo>
                <a:lnTo>
                  <a:pt x="1475660" y="2642910"/>
                </a:lnTo>
                <a:lnTo>
                  <a:pt x="1239839" y="2825856"/>
                </a:lnTo>
                <a:lnTo>
                  <a:pt x="1112069" y="2925215"/>
                </a:lnTo>
                <a:lnTo>
                  <a:pt x="746900" y="2647641"/>
                </a:lnTo>
                <a:lnTo>
                  <a:pt x="1013481" y="2440249"/>
                </a:lnTo>
                <a:lnTo>
                  <a:pt x="1006383" y="2427632"/>
                </a:lnTo>
                <a:lnTo>
                  <a:pt x="744534" y="2631081"/>
                </a:lnTo>
                <a:lnTo>
                  <a:pt x="744534" y="2284114"/>
                </a:lnTo>
                <a:lnTo>
                  <a:pt x="866783" y="2189486"/>
                </a:lnTo>
                <a:lnTo>
                  <a:pt x="860473" y="2178447"/>
                </a:lnTo>
                <a:lnTo>
                  <a:pt x="738225" y="2273074"/>
                </a:lnTo>
                <a:lnTo>
                  <a:pt x="373056" y="1995500"/>
                </a:lnTo>
                <a:lnTo>
                  <a:pt x="732704" y="1716349"/>
                </a:lnTo>
                <a:close/>
                <a:moveTo>
                  <a:pt x="1480393" y="1355976"/>
                </a:moveTo>
                <a:lnTo>
                  <a:pt x="1480393" y="1702944"/>
                </a:lnTo>
                <a:lnTo>
                  <a:pt x="1391269" y="1771549"/>
                </a:lnTo>
                <a:lnTo>
                  <a:pt x="1399156" y="1781800"/>
                </a:lnTo>
                <a:lnTo>
                  <a:pt x="1483547" y="1716349"/>
                </a:lnTo>
                <a:lnTo>
                  <a:pt x="1848716" y="1993923"/>
                </a:lnTo>
                <a:lnTo>
                  <a:pt x="1658639" y="2141384"/>
                </a:lnTo>
                <a:lnTo>
                  <a:pt x="1489068" y="2273074"/>
                </a:lnTo>
                <a:lnTo>
                  <a:pt x="1123900" y="1995500"/>
                </a:lnTo>
                <a:lnTo>
                  <a:pt x="1398368" y="1782588"/>
                </a:lnTo>
                <a:lnTo>
                  <a:pt x="1390481" y="1771549"/>
                </a:lnTo>
                <a:lnTo>
                  <a:pt x="1118379" y="1982883"/>
                </a:lnTo>
                <a:lnTo>
                  <a:pt x="1118379" y="1636704"/>
                </a:lnTo>
                <a:lnTo>
                  <a:pt x="1230374" y="1549963"/>
                </a:lnTo>
                <a:lnTo>
                  <a:pt x="1480393" y="1355976"/>
                </a:lnTo>
                <a:close/>
                <a:moveTo>
                  <a:pt x="1110492" y="1064997"/>
                </a:moveTo>
                <a:lnTo>
                  <a:pt x="1475660" y="1342571"/>
                </a:lnTo>
                <a:lnTo>
                  <a:pt x="1223276" y="1538923"/>
                </a:lnTo>
                <a:lnTo>
                  <a:pt x="1230374" y="1549963"/>
                </a:lnTo>
                <a:lnTo>
                  <a:pt x="1222487" y="1539711"/>
                </a:lnTo>
                <a:lnTo>
                  <a:pt x="1112069" y="1625665"/>
                </a:lnTo>
                <a:lnTo>
                  <a:pt x="746900" y="1348091"/>
                </a:lnTo>
                <a:lnTo>
                  <a:pt x="1110492" y="1064997"/>
                </a:lnTo>
                <a:close/>
                <a:moveTo>
                  <a:pt x="1488280" y="413645"/>
                </a:moveTo>
                <a:lnTo>
                  <a:pt x="1498533" y="421530"/>
                </a:lnTo>
                <a:lnTo>
                  <a:pt x="1853448" y="691218"/>
                </a:lnTo>
                <a:lnTo>
                  <a:pt x="1489068" y="973524"/>
                </a:lnTo>
                <a:lnTo>
                  <a:pt x="1123900" y="695950"/>
                </a:lnTo>
                <a:lnTo>
                  <a:pt x="1488280" y="413645"/>
                </a:lnTo>
                <a:close/>
                <a:moveTo>
                  <a:pt x="1493012" y="117464"/>
                </a:moveTo>
                <a:lnTo>
                  <a:pt x="42118086" y="0"/>
                </a:lnTo>
                <a:lnTo>
                  <a:pt x="42198532" y="7004830"/>
                </a:lnTo>
                <a:lnTo>
                  <a:pt x="843615" y="6975464"/>
                </a:lnTo>
                <a:lnTo>
                  <a:pt x="810785" y="6950504"/>
                </a:lnTo>
                <a:lnTo>
                  <a:pt x="746900" y="6901934"/>
                </a:lnTo>
                <a:lnTo>
                  <a:pt x="746900" y="6547081"/>
                </a:lnTo>
                <a:lnTo>
                  <a:pt x="1019002" y="6335746"/>
                </a:lnTo>
                <a:lnTo>
                  <a:pt x="1012693" y="6323918"/>
                </a:lnTo>
                <a:lnTo>
                  <a:pt x="1019791" y="6334957"/>
                </a:lnTo>
                <a:lnTo>
                  <a:pt x="1110492" y="6264775"/>
                </a:lnTo>
                <a:lnTo>
                  <a:pt x="1489068" y="6553389"/>
                </a:lnTo>
                <a:lnTo>
                  <a:pt x="1870800" y="6257678"/>
                </a:lnTo>
                <a:lnTo>
                  <a:pt x="1870800" y="6139394"/>
                </a:lnTo>
                <a:lnTo>
                  <a:pt x="1857392" y="6144914"/>
                </a:lnTo>
                <a:lnTo>
                  <a:pt x="1857392" y="6251370"/>
                </a:lnTo>
                <a:lnTo>
                  <a:pt x="1495378" y="6531309"/>
                </a:lnTo>
                <a:lnTo>
                  <a:pt x="1495378" y="6185131"/>
                </a:lnTo>
                <a:lnTo>
                  <a:pt x="1857392" y="5904403"/>
                </a:lnTo>
                <a:lnTo>
                  <a:pt x="1857392" y="6144125"/>
                </a:lnTo>
                <a:lnTo>
                  <a:pt x="1870800" y="6138605"/>
                </a:lnTo>
                <a:lnTo>
                  <a:pt x="1870800" y="5887843"/>
                </a:lnTo>
                <a:lnTo>
                  <a:pt x="1739875" y="5788484"/>
                </a:lnTo>
                <a:lnTo>
                  <a:pt x="1497744" y="5604749"/>
                </a:lnTo>
                <a:lnTo>
                  <a:pt x="1497744" y="5424957"/>
                </a:lnTo>
                <a:lnTo>
                  <a:pt x="1484336" y="5427322"/>
                </a:lnTo>
                <a:lnTo>
                  <a:pt x="1484336" y="5598440"/>
                </a:lnTo>
                <a:lnTo>
                  <a:pt x="1122322" y="5879169"/>
                </a:lnTo>
                <a:lnTo>
                  <a:pt x="1122322" y="5532990"/>
                </a:lnTo>
                <a:lnTo>
                  <a:pt x="1292682" y="5400511"/>
                </a:lnTo>
                <a:lnTo>
                  <a:pt x="1285583" y="5390260"/>
                </a:lnTo>
                <a:lnTo>
                  <a:pt x="1116013" y="5521161"/>
                </a:lnTo>
                <a:lnTo>
                  <a:pt x="750844" y="5243588"/>
                </a:lnTo>
                <a:lnTo>
                  <a:pt x="1025312" y="5030676"/>
                </a:lnTo>
                <a:lnTo>
                  <a:pt x="1110492" y="4965225"/>
                </a:lnTo>
                <a:lnTo>
                  <a:pt x="1475660" y="5242799"/>
                </a:lnTo>
                <a:lnTo>
                  <a:pt x="1285583" y="5389472"/>
                </a:lnTo>
                <a:lnTo>
                  <a:pt x="1293470" y="5400511"/>
                </a:lnTo>
                <a:lnTo>
                  <a:pt x="1484336" y="5252262"/>
                </a:lnTo>
                <a:lnTo>
                  <a:pt x="1484336" y="5426534"/>
                </a:lnTo>
                <a:lnTo>
                  <a:pt x="1497744" y="5424168"/>
                </a:lnTo>
                <a:lnTo>
                  <a:pt x="1497744" y="5246742"/>
                </a:lnTo>
                <a:lnTo>
                  <a:pt x="1513518" y="5234125"/>
                </a:lnTo>
                <a:lnTo>
                  <a:pt x="1513518" y="5217565"/>
                </a:lnTo>
                <a:lnTo>
                  <a:pt x="1495378" y="5231759"/>
                </a:lnTo>
                <a:lnTo>
                  <a:pt x="1495378" y="4885580"/>
                </a:lnTo>
                <a:lnTo>
                  <a:pt x="1513518" y="4871386"/>
                </a:lnTo>
                <a:lnTo>
                  <a:pt x="1513518" y="4854826"/>
                </a:lnTo>
                <a:lnTo>
                  <a:pt x="1489068" y="4873752"/>
                </a:lnTo>
                <a:lnTo>
                  <a:pt x="1123900" y="4596178"/>
                </a:lnTo>
                <a:lnTo>
                  <a:pt x="1488280" y="4313873"/>
                </a:lnTo>
                <a:lnTo>
                  <a:pt x="1853448" y="4591447"/>
                </a:lnTo>
                <a:lnTo>
                  <a:pt x="1514307" y="4854826"/>
                </a:lnTo>
                <a:lnTo>
                  <a:pt x="1514307" y="4870598"/>
                </a:lnTo>
                <a:lnTo>
                  <a:pt x="1857392" y="4604852"/>
                </a:lnTo>
                <a:lnTo>
                  <a:pt x="1857392" y="4951031"/>
                </a:lnTo>
                <a:lnTo>
                  <a:pt x="1514307" y="5217565"/>
                </a:lnTo>
                <a:lnTo>
                  <a:pt x="1514307" y="5234125"/>
                </a:lnTo>
                <a:lnTo>
                  <a:pt x="1870800" y="4957339"/>
                </a:lnTo>
                <a:lnTo>
                  <a:pt x="1870800" y="4588292"/>
                </a:lnTo>
                <a:lnTo>
                  <a:pt x="1497744" y="4304410"/>
                </a:lnTo>
                <a:lnTo>
                  <a:pt x="1497744" y="3956654"/>
                </a:lnTo>
                <a:lnTo>
                  <a:pt x="1484336" y="3966905"/>
                </a:lnTo>
                <a:lnTo>
                  <a:pt x="1484336" y="4299679"/>
                </a:lnTo>
                <a:lnTo>
                  <a:pt x="1122322" y="4579618"/>
                </a:lnTo>
                <a:lnTo>
                  <a:pt x="1122322" y="4233439"/>
                </a:lnTo>
                <a:lnTo>
                  <a:pt x="1484336" y="3952712"/>
                </a:lnTo>
                <a:lnTo>
                  <a:pt x="1484336" y="3966117"/>
                </a:lnTo>
                <a:lnTo>
                  <a:pt x="1497744" y="3955866"/>
                </a:lnTo>
                <a:lnTo>
                  <a:pt x="1497744" y="3936152"/>
                </a:lnTo>
                <a:lnTo>
                  <a:pt x="1136519" y="3661732"/>
                </a:lnTo>
                <a:lnTo>
                  <a:pt x="1125477" y="3669618"/>
                </a:lnTo>
                <a:lnTo>
                  <a:pt x="1135730" y="3660943"/>
                </a:lnTo>
                <a:lnTo>
                  <a:pt x="1119956" y="3649115"/>
                </a:lnTo>
                <a:lnTo>
                  <a:pt x="1119956" y="3637286"/>
                </a:lnTo>
                <a:lnTo>
                  <a:pt x="1106548" y="3637286"/>
                </a:lnTo>
                <a:lnTo>
                  <a:pt x="1106548" y="3649903"/>
                </a:lnTo>
                <a:lnTo>
                  <a:pt x="744534" y="3929843"/>
                </a:lnTo>
                <a:lnTo>
                  <a:pt x="744534" y="3612841"/>
                </a:lnTo>
                <a:lnTo>
                  <a:pt x="744534" y="3584453"/>
                </a:lnTo>
                <a:lnTo>
                  <a:pt x="1106548" y="3303725"/>
                </a:lnTo>
                <a:lnTo>
                  <a:pt x="1106548" y="3617573"/>
                </a:lnTo>
                <a:lnTo>
                  <a:pt x="1106548" y="3636498"/>
                </a:lnTo>
                <a:lnTo>
                  <a:pt x="1119956" y="3636498"/>
                </a:lnTo>
                <a:lnTo>
                  <a:pt x="1119956" y="3298205"/>
                </a:lnTo>
                <a:lnTo>
                  <a:pt x="1392847" y="3086870"/>
                </a:lnTo>
                <a:lnTo>
                  <a:pt x="1483547" y="3016688"/>
                </a:lnTo>
                <a:lnTo>
                  <a:pt x="1862913" y="3304513"/>
                </a:lnTo>
                <a:lnTo>
                  <a:pt x="2243855" y="3008803"/>
                </a:lnTo>
                <a:lnTo>
                  <a:pt x="2243855" y="2891307"/>
                </a:lnTo>
                <a:lnTo>
                  <a:pt x="2231236" y="2896827"/>
                </a:lnTo>
                <a:lnTo>
                  <a:pt x="2231236" y="3002494"/>
                </a:lnTo>
                <a:lnTo>
                  <a:pt x="1869222" y="3283222"/>
                </a:lnTo>
                <a:lnTo>
                  <a:pt x="1869222" y="2937043"/>
                </a:lnTo>
                <a:lnTo>
                  <a:pt x="2231236" y="2656315"/>
                </a:lnTo>
                <a:lnTo>
                  <a:pt x="2231236" y="2896038"/>
                </a:lnTo>
                <a:lnTo>
                  <a:pt x="2243855" y="2890518"/>
                </a:lnTo>
                <a:lnTo>
                  <a:pt x="2243855" y="2639755"/>
                </a:lnTo>
                <a:lnTo>
                  <a:pt x="2113720" y="2540397"/>
                </a:lnTo>
                <a:lnTo>
                  <a:pt x="2100312" y="2546705"/>
                </a:lnTo>
                <a:lnTo>
                  <a:pt x="2226503" y="2642910"/>
                </a:lnTo>
                <a:lnTo>
                  <a:pt x="1862124" y="2925215"/>
                </a:lnTo>
                <a:lnTo>
                  <a:pt x="1496955" y="2647641"/>
                </a:lnTo>
                <a:lnTo>
                  <a:pt x="1861335" y="2365336"/>
                </a:lnTo>
                <a:lnTo>
                  <a:pt x="2099523" y="2545916"/>
                </a:lnTo>
                <a:lnTo>
                  <a:pt x="2112931" y="2539608"/>
                </a:lnTo>
                <a:lnTo>
                  <a:pt x="1870800" y="2355873"/>
                </a:lnTo>
                <a:lnTo>
                  <a:pt x="1870800" y="2176869"/>
                </a:lnTo>
                <a:lnTo>
                  <a:pt x="1857392" y="2178447"/>
                </a:lnTo>
                <a:lnTo>
                  <a:pt x="1857392" y="2350353"/>
                </a:lnTo>
                <a:lnTo>
                  <a:pt x="1496167" y="2631081"/>
                </a:lnTo>
                <a:lnTo>
                  <a:pt x="1496167" y="2284114"/>
                </a:lnTo>
                <a:lnTo>
                  <a:pt x="1666526" y="2152424"/>
                </a:lnTo>
                <a:lnTo>
                  <a:pt x="1658639" y="2141384"/>
                </a:lnTo>
                <a:lnTo>
                  <a:pt x="1666526" y="2151636"/>
                </a:lnTo>
                <a:lnTo>
                  <a:pt x="1857392" y="2003386"/>
                </a:lnTo>
                <a:lnTo>
                  <a:pt x="1857392" y="2177658"/>
                </a:lnTo>
                <a:lnTo>
                  <a:pt x="1870800" y="2176081"/>
                </a:lnTo>
                <a:lnTo>
                  <a:pt x="1870800" y="1998654"/>
                </a:lnTo>
                <a:lnTo>
                  <a:pt x="1886574" y="1986037"/>
                </a:lnTo>
                <a:lnTo>
                  <a:pt x="1886574" y="1969478"/>
                </a:lnTo>
                <a:lnTo>
                  <a:pt x="1869222" y="1982883"/>
                </a:lnTo>
                <a:lnTo>
                  <a:pt x="1869222" y="1636704"/>
                </a:lnTo>
                <a:lnTo>
                  <a:pt x="1886574" y="1623299"/>
                </a:lnTo>
                <a:lnTo>
                  <a:pt x="1886574" y="1606739"/>
                </a:lnTo>
                <a:lnTo>
                  <a:pt x="1862124" y="1625665"/>
                </a:lnTo>
                <a:lnTo>
                  <a:pt x="1496955" y="1348091"/>
                </a:lnTo>
                <a:lnTo>
                  <a:pt x="1861335" y="1064997"/>
                </a:lnTo>
                <a:lnTo>
                  <a:pt x="2226503" y="1342571"/>
                </a:lnTo>
                <a:lnTo>
                  <a:pt x="1887362" y="1605951"/>
                </a:lnTo>
                <a:lnTo>
                  <a:pt x="1887362" y="1622510"/>
                </a:lnTo>
                <a:lnTo>
                  <a:pt x="2231236" y="1355976"/>
                </a:lnTo>
                <a:lnTo>
                  <a:pt x="2231236" y="1702944"/>
                </a:lnTo>
                <a:lnTo>
                  <a:pt x="1887362" y="1968689"/>
                </a:lnTo>
                <a:lnTo>
                  <a:pt x="1887362" y="1985249"/>
                </a:lnTo>
                <a:lnTo>
                  <a:pt x="2243855" y="1709252"/>
                </a:lnTo>
                <a:lnTo>
                  <a:pt x="2243855" y="1339416"/>
                </a:lnTo>
                <a:lnTo>
                  <a:pt x="1870800" y="1056323"/>
                </a:lnTo>
                <a:lnTo>
                  <a:pt x="1870800" y="707778"/>
                </a:lnTo>
                <a:lnTo>
                  <a:pt x="1857392" y="718030"/>
                </a:lnTo>
                <a:lnTo>
                  <a:pt x="1857392" y="1050803"/>
                </a:lnTo>
                <a:lnTo>
                  <a:pt x="1496167" y="1331531"/>
                </a:lnTo>
                <a:lnTo>
                  <a:pt x="1496167" y="985352"/>
                </a:lnTo>
                <a:lnTo>
                  <a:pt x="1857392" y="704624"/>
                </a:lnTo>
                <a:lnTo>
                  <a:pt x="1857392" y="717241"/>
                </a:lnTo>
                <a:lnTo>
                  <a:pt x="1870800" y="706990"/>
                </a:lnTo>
                <a:lnTo>
                  <a:pt x="1870800" y="688064"/>
                </a:lnTo>
                <a:lnTo>
                  <a:pt x="1509574" y="412856"/>
                </a:lnTo>
                <a:lnTo>
                  <a:pt x="1498533" y="421530"/>
                </a:lnTo>
                <a:lnTo>
                  <a:pt x="1508786" y="412856"/>
                </a:lnTo>
                <a:lnTo>
                  <a:pt x="1493012" y="401028"/>
                </a:lnTo>
                <a:lnTo>
                  <a:pt x="1493012" y="119417"/>
                </a:lnTo>
                <a:lnTo>
                  <a:pt x="1493012" y="117464"/>
                </a:lnTo>
                <a:close/>
                <a:moveTo>
                  <a:pt x="1398859" y="117464"/>
                </a:moveTo>
                <a:lnTo>
                  <a:pt x="1480393" y="117464"/>
                </a:lnTo>
                <a:lnTo>
                  <a:pt x="1480393" y="201868"/>
                </a:lnTo>
                <a:lnTo>
                  <a:pt x="1480393" y="401028"/>
                </a:lnTo>
                <a:lnTo>
                  <a:pt x="1118379" y="681756"/>
                </a:lnTo>
                <a:lnTo>
                  <a:pt x="1118379" y="335577"/>
                </a:lnTo>
                <a:lnTo>
                  <a:pt x="1379242" y="132719"/>
                </a:lnTo>
                <a:lnTo>
                  <a:pt x="1398859" y="117464"/>
                </a:lnTo>
                <a:close/>
                <a:moveTo>
                  <a:pt x="840168" y="117464"/>
                </a:moveTo>
                <a:lnTo>
                  <a:pt x="1377550" y="117464"/>
                </a:lnTo>
                <a:lnTo>
                  <a:pt x="1301753" y="176360"/>
                </a:lnTo>
                <a:lnTo>
                  <a:pt x="1112069" y="323748"/>
                </a:lnTo>
                <a:lnTo>
                  <a:pt x="857417" y="130551"/>
                </a:lnTo>
                <a:lnTo>
                  <a:pt x="840168" y="117464"/>
                </a:lnTo>
                <a:close/>
              </a:path>
            </a:pathLst>
          </a:custGeom>
          <a:solidFill>
            <a:schemeClr val="bg1">
              <a:lumMod val="65000"/>
            </a:schemeClr>
          </a:solidFill>
        </p:spPr>
        <p:txBody>
          <a:bodyPr wrap="square" tIns="540000" rIns="540000">
            <a:noAutofit/>
          </a:bodyPr>
          <a:lstStyle>
            <a:lvl1pPr algn="r">
              <a:defRPr>
                <a:solidFill>
                  <a:schemeClr val="accent2">
                    <a:lumMod val="40000"/>
                    <a:lumOff val="60000"/>
                  </a:schemeClr>
                </a:solidFill>
              </a:defRPr>
            </a:lvl1pPr>
          </a:lstStyle>
          <a:p>
            <a:r>
              <a:rPr lang="fr-FR" dirty="0"/>
              <a:t>Insérez ou glissez votre image ici</a:t>
            </a:r>
          </a:p>
        </p:txBody>
      </p:sp>
      <p:sp>
        <p:nvSpPr>
          <p:cNvPr id="7" name="ZoneTexte 6">
            <a:extLst>
              <a:ext uri="{FF2B5EF4-FFF2-40B4-BE49-F238E27FC236}">
                <a16:creationId xmlns:a16="http://schemas.microsoft.com/office/drawing/2014/main" id="{31680F71-13D8-7F13-2E1C-1B43E34B35C6}"/>
              </a:ext>
            </a:extLst>
          </p:cNvPr>
          <p:cNvSpPr txBox="1"/>
          <p:nvPr userDrawn="1"/>
        </p:nvSpPr>
        <p:spPr>
          <a:xfrm>
            <a:off x="-101600" y="-276999"/>
            <a:ext cx="12192000" cy="461665"/>
          </a:xfrm>
          <a:prstGeom prst="rect">
            <a:avLst/>
          </a:prstGeom>
          <a:noFill/>
        </p:spPr>
        <p:txBody>
          <a:bodyPr wrap="square" rtlCol="0">
            <a:spAutoFit/>
          </a:bodyPr>
          <a:lstStyle/>
          <a:p>
            <a:r>
              <a:rPr lang="fr-FR" sz="1200" dirty="0">
                <a:solidFill>
                  <a:schemeClr val="bg1">
                    <a:lumMod val="50000"/>
                  </a:schemeClr>
                </a:solidFill>
              </a:rPr>
              <a:t>Disposition : Visuel  haut + contenu</a:t>
            </a:r>
          </a:p>
          <a:p>
            <a:endParaRPr lang="fr-FR" sz="1200" dirty="0">
              <a:solidFill>
                <a:schemeClr val="bg1">
                  <a:lumMod val="50000"/>
                </a:schemeClr>
              </a:solidFill>
            </a:endParaRPr>
          </a:p>
        </p:txBody>
      </p:sp>
      <p:sp>
        <p:nvSpPr>
          <p:cNvPr id="11" name="Espace réservé du contenu 2">
            <a:extLst>
              <a:ext uri="{FF2B5EF4-FFF2-40B4-BE49-F238E27FC236}">
                <a16:creationId xmlns:a16="http://schemas.microsoft.com/office/drawing/2014/main" id="{9BDF78EF-B925-4A77-F088-A8970BDC4FE9}"/>
              </a:ext>
            </a:extLst>
          </p:cNvPr>
          <p:cNvSpPr>
            <a:spLocks noGrp="1"/>
          </p:cNvSpPr>
          <p:nvPr>
            <p:ph idx="1"/>
          </p:nvPr>
        </p:nvSpPr>
        <p:spPr>
          <a:xfrm>
            <a:off x="837715" y="3160449"/>
            <a:ext cx="10836275" cy="253160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21" name="ZoneTexte 20">
            <a:extLst>
              <a:ext uri="{FF2B5EF4-FFF2-40B4-BE49-F238E27FC236}">
                <a16:creationId xmlns:a16="http://schemas.microsoft.com/office/drawing/2014/main" id="{46C622DF-824A-7030-FF06-98A537DB20A5}"/>
              </a:ext>
            </a:extLst>
          </p:cNvPr>
          <p:cNvSpPr txBox="1"/>
          <p:nvPr userDrawn="1"/>
        </p:nvSpPr>
        <p:spPr>
          <a:xfrm>
            <a:off x="-101600" y="6858000"/>
            <a:ext cx="12192000" cy="646331"/>
          </a:xfrm>
          <a:prstGeom prst="rect">
            <a:avLst/>
          </a:prstGeom>
          <a:noFill/>
        </p:spPr>
        <p:txBody>
          <a:bodyPr wrap="square" rtlCol="0">
            <a:spAutoFit/>
          </a:bodyPr>
          <a:lstStyle/>
          <a:p>
            <a:r>
              <a:rPr lang="fr-FR" sz="1200" dirty="0">
                <a:solidFill>
                  <a:schemeClr val="bg1">
                    <a:lumMod val="50000"/>
                  </a:schemeClr>
                </a:solidFill>
              </a:rPr>
              <a:t>Astuce :Après avoir insérez votre image, placez celle-ci en arrière plan : Clic droit + « Arrière plan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bg1">
                    <a:lumMod val="50000"/>
                  </a:schemeClr>
                </a:solidFill>
              </a:rPr>
              <a:t>Astuce :Après avoir insérez votre image, adaptez si besoin la couleur du texte en fonction de celle-ci</a:t>
            </a:r>
          </a:p>
          <a:p>
            <a:endParaRPr lang="fr-FR" sz="1200" dirty="0">
              <a:solidFill>
                <a:schemeClr val="bg1">
                  <a:lumMod val="50000"/>
                </a:schemeClr>
              </a:solidFill>
            </a:endParaRPr>
          </a:p>
        </p:txBody>
      </p:sp>
      <p:sp>
        <p:nvSpPr>
          <p:cNvPr id="10" name="Titre 1">
            <a:extLst>
              <a:ext uri="{FF2B5EF4-FFF2-40B4-BE49-F238E27FC236}">
                <a16:creationId xmlns:a16="http://schemas.microsoft.com/office/drawing/2014/main" id="{285252E3-9176-AD7B-44E7-02A49D473FFA}"/>
              </a:ext>
            </a:extLst>
          </p:cNvPr>
          <p:cNvSpPr>
            <a:spLocks noGrp="1"/>
          </p:cNvSpPr>
          <p:nvPr>
            <p:ph type="title"/>
          </p:nvPr>
        </p:nvSpPr>
        <p:spPr>
          <a:xfrm>
            <a:off x="731838" y="319314"/>
            <a:ext cx="10728325" cy="1084263"/>
          </a:xfrm>
        </p:spPr>
        <p:txBody>
          <a:bodyPr/>
          <a:lstStyle>
            <a:lvl1pPr>
              <a:defRPr>
                <a:solidFill>
                  <a:schemeClr val="bg1"/>
                </a:solidFill>
              </a:defRPr>
            </a:lvl1pPr>
          </a:lstStyle>
          <a:p>
            <a:r>
              <a:rPr lang="fr-FR"/>
              <a:t>Modifiez le style du titre</a:t>
            </a:r>
            <a:endParaRPr lang="fr-FR" dirty="0"/>
          </a:p>
        </p:txBody>
      </p:sp>
      <p:sp>
        <p:nvSpPr>
          <p:cNvPr id="8" name="ZoneTexte 7"/>
          <p:cNvSpPr txBox="1"/>
          <p:nvPr userDrawn="1"/>
        </p:nvSpPr>
        <p:spPr>
          <a:xfrm>
            <a:off x="4566000" y="0"/>
            <a:ext cx="3060000" cy="360000"/>
          </a:xfrm>
          <a:prstGeom prst="rect">
            <a:avLst/>
          </a:prstGeom>
          <a:solidFill>
            <a:schemeClr val="bg1"/>
          </a:solidFill>
          <a:ln w="28575">
            <a:solidFill>
              <a:schemeClr val="tx2"/>
            </a:solidFill>
          </a:ln>
        </p:spPr>
        <p:txBody>
          <a:bodyPr wrap="square" rtlCol="0">
            <a:spAutoFit/>
          </a:bodyPr>
          <a:lstStyle/>
          <a:p>
            <a:pPr algn="ctr"/>
            <a:r>
              <a:rPr lang="fr-FR" b="1" dirty="0">
                <a:solidFill>
                  <a:schemeClr val="tx2"/>
                </a:solidFill>
              </a:rPr>
              <a:t>CONFIDENTIEL PROJET</a:t>
            </a:r>
          </a:p>
        </p:txBody>
      </p:sp>
    </p:spTree>
    <p:extLst>
      <p:ext uri="{BB962C8B-B14F-4D97-AF65-F5344CB8AC3E}">
        <p14:creationId xmlns:p14="http://schemas.microsoft.com/office/powerpoint/2010/main" val="42935755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Visuel  Bas+ contenu">
    <p:spTree>
      <p:nvGrpSpPr>
        <p:cNvPr id="1" name=""/>
        <p:cNvGrpSpPr/>
        <p:nvPr/>
      </p:nvGrpSpPr>
      <p:grpSpPr>
        <a:xfrm>
          <a:off x="0" y="0"/>
          <a:ext cx="0" cy="0"/>
          <a:chOff x="0" y="0"/>
          <a:chExt cx="0" cy="0"/>
        </a:xfrm>
      </p:grpSpPr>
      <p:sp>
        <p:nvSpPr>
          <p:cNvPr id="6" name="Espace réservé du numéro de diapositive 5">
            <a:extLst>
              <a:ext uri="{FF2B5EF4-FFF2-40B4-BE49-F238E27FC236}">
                <a16:creationId xmlns:a16="http://schemas.microsoft.com/office/drawing/2014/main" id="{8209301D-2360-8D20-B992-EE6672D60716}"/>
              </a:ext>
            </a:extLst>
          </p:cNvPr>
          <p:cNvSpPr>
            <a:spLocks noGrp="1"/>
          </p:cNvSpPr>
          <p:nvPr>
            <p:ph type="sldNum" sz="quarter" idx="12"/>
          </p:nvPr>
        </p:nvSpPr>
        <p:spPr>
          <a:xfrm>
            <a:off x="10110220" y="5189770"/>
            <a:ext cx="693738" cy="365125"/>
          </a:xfrm>
          <a:prstGeom prst="rect">
            <a:avLst/>
          </a:prstGeom>
        </p:spPr>
        <p:txBody>
          <a:bodyPr/>
          <a:lstStyle/>
          <a:p>
            <a:fld id="{0CBC77A0-1F4E-42FF-9FFC-F45C3A64AF90}" type="slidenum">
              <a:rPr lang="fr-FR" smtClean="0"/>
              <a:t>‹N°›</a:t>
            </a:fld>
            <a:endParaRPr lang="fr-FR"/>
          </a:p>
        </p:txBody>
      </p:sp>
      <p:sp>
        <p:nvSpPr>
          <p:cNvPr id="7" name="ZoneTexte 6">
            <a:extLst>
              <a:ext uri="{FF2B5EF4-FFF2-40B4-BE49-F238E27FC236}">
                <a16:creationId xmlns:a16="http://schemas.microsoft.com/office/drawing/2014/main" id="{31680F71-13D8-7F13-2E1C-1B43E34B35C6}"/>
              </a:ext>
            </a:extLst>
          </p:cNvPr>
          <p:cNvSpPr txBox="1"/>
          <p:nvPr userDrawn="1"/>
        </p:nvSpPr>
        <p:spPr>
          <a:xfrm>
            <a:off x="-101600" y="-276999"/>
            <a:ext cx="12192000" cy="461665"/>
          </a:xfrm>
          <a:prstGeom prst="rect">
            <a:avLst/>
          </a:prstGeom>
          <a:noFill/>
        </p:spPr>
        <p:txBody>
          <a:bodyPr wrap="square" rtlCol="0">
            <a:spAutoFit/>
          </a:bodyPr>
          <a:lstStyle/>
          <a:p>
            <a:r>
              <a:rPr lang="fr-FR" sz="1200" dirty="0">
                <a:solidFill>
                  <a:schemeClr val="bg1">
                    <a:lumMod val="50000"/>
                  </a:schemeClr>
                </a:solidFill>
              </a:rPr>
              <a:t>Disposition : Visuel  Bas+ contenu</a:t>
            </a:r>
          </a:p>
          <a:p>
            <a:endParaRPr lang="fr-FR" sz="1200" dirty="0">
              <a:solidFill>
                <a:schemeClr val="bg1">
                  <a:lumMod val="50000"/>
                </a:schemeClr>
              </a:solidFill>
            </a:endParaRPr>
          </a:p>
        </p:txBody>
      </p:sp>
      <p:sp>
        <p:nvSpPr>
          <p:cNvPr id="10" name="Espace réservé du contenu 2">
            <a:extLst>
              <a:ext uri="{FF2B5EF4-FFF2-40B4-BE49-F238E27FC236}">
                <a16:creationId xmlns:a16="http://schemas.microsoft.com/office/drawing/2014/main" id="{96CEC976-242A-291F-5C18-817BBE12E980}"/>
              </a:ext>
            </a:extLst>
          </p:cNvPr>
          <p:cNvSpPr>
            <a:spLocks noGrp="1"/>
          </p:cNvSpPr>
          <p:nvPr>
            <p:ph idx="1"/>
          </p:nvPr>
        </p:nvSpPr>
        <p:spPr>
          <a:xfrm>
            <a:off x="715646" y="1381125"/>
            <a:ext cx="10744517" cy="207327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29" name="ZoneTexte 28">
            <a:extLst>
              <a:ext uri="{FF2B5EF4-FFF2-40B4-BE49-F238E27FC236}">
                <a16:creationId xmlns:a16="http://schemas.microsoft.com/office/drawing/2014/main" id="{E462F4B3-C673-4762-4C2C-2CE0330E60F9}"/>
              </a:ext>
            </a:extLst>
          </p:cNvPr>
          <p:cNvSpPr txBox="1"/>
          <p:nvPr userDrawn="1"/>
        </p:nvSpPr>
        <p:spPr>
          <a:xfrm>
            <a:off x="-101600" y="6858000"/>
            <a:ext cx="12192000" cy="276999"/>
          </a:xfrm>
          <a:prstGeom prst="rect">
            <a:avLst/>
          </a:prstGeom>
          <a:noFill/>
        </p:spPr>
        <p:txBody>
          <a:bodyPr wrap="square" rtlCol="0">
            <a:spAutoFit/>
          </a:bodyPr>
          <a:lstStyle/>
          <a:p>
            <a:r>
              <a:rPr lang="fr-FR" sz="1200" dirty="0">
                <a:solidFill>
                  <a:schemeClr val="bg1">
                    <a:lumMod val="50000"/>
                  </a:schemeClr>
                </a:solidFill>
              </a:rPr>
              <a:t>Astuce :Après avoir insérez votre image, placez celle-ci en arrière plan : Clic droit + « Arrière plan »</a:t>
            </a:r>
          </a:p>
        </p:txBody>
      </p:sp>
      <p:sp>
        <p:nvSpPr>
          <p:cNvPr id="9" name="Espace réservé pour une image  28">
            <a:extLst>
              <a:ext uri="{FF2B5EF4-FFF2-40B4-BE49-F238E27FC236}">
                <a16:creationId xmlns:a16="http://schemas.microsoft.com/office/drawing/2014/main" id="{DCB96DEF-5249-666B-576F-70AC92D06638}"/>
              </a:ext>
            </a:extLst>
          </p:cNvPr>
          <p:cNvSpPr>
            <a:spLocks noGrp="1"/>
          </p:cNvSpPr>
          <p:nvPr>
            <p:ph type="pic" sz="quarter" idx="13" hasCustomPrompt="1"/>
          </p:nvPr>
        </p:nvSpPr>
        <p:spPr>
          <a:xfrm>
            <a:off x="500197" y="3823855"/>
            <a:ext cx="11765693" cy="2356998"/>
          </a:xfrm>
          <a:custGeom>
            <a:avLst/>
            <a:gdLst>
              <a:gd name="connsiteX0" fmla="*/ 738225 w 5957423"/>
              <a:gd name="connsiteY0" fmla="*/ 6793932 h 6858000"/>
              <a:gd name="connsiteX1" fmla="*/ 814828 w 5957423"/>
              <a:gd name="connsiteY1" fmla="*/ 6852286 h 6858000"/>
              <a:gd name="connsiteX2" fmla="*/ 822329 w 5957423"/>
              <a:gd name="connsiteY2" fmla="*/ 6858000 h 6858000"/>
              <a:gd name="connsiteX3" fmla="*/ 655724 w 5957423"/>
              <a:gd name="connsiteY3" fmla="*/ 6858000 h 6858000"/>
              <a:gd name="connsiteX4" fmla="*/ 656989 w 5957423"/>
              <a:gd name="connsiteY4" fmla="*/ 6857017 h 6858000"/>
              <a:gd name="connsiteX5" fmla="*/ 738225 w 5957423"/>
              <a:gd name="connsiteY5" fmla="*/ 6793932 h 6858000"/>
              <a:gd name="connsiteX6" fmla="*/ 733493 w 5957423"/>
              <a:gd name="connsiteY6" fmla="*/ 6434348 h 6858000"/>
              <a:gd name="connsiteX7" fmla="*/ 733493 w 5957423"/>
              <a:gd name="connsiteY7" fmla="*/ 6780527 h 6858000"/>
              <a:gd name="connsiteX8" fmla="*/ 639637 w 5957423"/>
              <a:gd name="connsiteY8" fmla="*/ 6853075 h 6858000"/>
              <a:gd name="connsiteX9" fmla="*/ 656989 w 5957423"/>
              <a:gd name="connsiteY9" fmla="*/ 6857017 h 6858000"/>
              <a:gd name="connsiteX10" fmla="*/ 638848 w 5957423"/>
              <a:gd name="connsiteY10" fmla="*/ 6853863 h 6858000"/>
              <a:gd name="connsiteX11" fmla="*/ 633515 w 5957423"/>
              <a:gd name="connsiteY11" fmla="*/ 6858000 h 6858000"/>
              <a:gd name="connsiteX12" fmla="*/ 371479 w 5957423"/>
              <a:gd name="connsiteY12" fmla="*/ 6858000 h 6858000"/>
              <a:gd name="connsiteX13" fmla="*/ 371479 w 5957423"/>
              <a:gd name="connsiteY13" fmla="*/ 6799592 h 6858000"/>
              <a:gd name="connsiteX14" fmla="*/ 371479 w 5957423"/>
              <a:gd name="connsiteY14" fmla="*/ 6715076 h 6858000"/>
              <a:gd name="connsiteX15" fmla="*/ 733493 w 5957423"/>
              <a:gd name="connsiteY15" fmla="*/ 6434348 h 6858000"/>
              <a:gd name="connsiteX16" fmla="*/ 1106548 w 5957423"/>
              <a:gd name="connsiteY16" fmla="*/ 5786939 h 6858000"/>
              <a:gd name="connsiteX17" fmla="*/ 1106548 w 5957423"/>
              <a:gd name="connsiteY17" fmla="*/ 6133906 h 6858000"/>
              <a:gd name="connsiteX18" fmla="*/ 1012693 w 5957423"/>
              <a:gd name="connsiteY18" fmla="*/ 6206454 h 6858000"/>
              <a:gd name="connsiteX19" fmla="*/ 744534 w 5957423"/>
              <a:gd name="connsiteY19" fmla="*/ 6413845 h 6858000"/>
              <a:gd name="connsiteX20" fmla="*/ 744534 w 5957423"/>
              <a:gd name="connsiteY20" fmla="*/ 6067667 h 6858000"/>
              <a:gd name="connsiteX21" fmla="*/ 873093 w 5957423"/>
              <a:gd name="connsiteY21" fmla="*/ 5968308 h 6858000"/>
              <a:gd name="connsiteX22" fmla="*/ 1106548 w 5957423"/>
              <a:gd name="connsiteY22" fmla="*/ 5786939 h 6858000"/>
              <a:gd name="connsiteX23" fmla="*/ 1739875 w 5957423"/>
              <a:gd name="connsiteY23" fmla="*/ 5671020 h 6858000"/>
              <a:gd name="connsiteX24" fmla="*/ 1726467 w 5957423"/>
              <a:gd name="connsiteY24" fmla="*/ 5677328 h 6858000"/>
              <a:gd name="connsiteX25" fmla="*/ 1739875 w 5957423"/>
              <a:gd name="connsiteY25" fmla="*/ 5671020 h 6858000"/>
              <a:gd name="connsiteX26" fmla="*/ 1488280 w 5957423"/>
              <a:gd name="connsiteY26" fmla="*/ 5495959 h 6858000"/>
              <a:gd name="connsiteX27" fmla="*/ 1726467 w 5957423"/>
              <a:gd name="connsiteY27" fmla="*/ 5677328 h 6858000"/>
              <a:gd name="connsiteX28" fmla="*/ 1853448 w 5957423"/>
              <a:gd name="connsiteY28" fmla="*/ 5773533 h 6858000"/>
              <a:gd name="connsiteX29" fmla="*/ 1489068 w 5957423"/>
              <a:gd name="connsiteY29" fmla="*/ 6056627 h 6858000"/>
              <a:gd name="connsiteX30" fmla="*/ 1123900 w 5957423"/>
              <a:gd name="connsiteY30" fmla="*/ 5779053 h 6858000"/>
              <a:gd name="connsiteX31" fmla="*/ 1488280 w 5957423"/>
              <a:gd name="connsiteY31" fmla="*/ 5495959 h 6858000"/>
              <a:gd name="connsiteX32" fmla="*/ 359648 w 5957423"/>
              <a:gd name="connsiteY32" fmla="*/ 4847761 h 6858000"/>
              <a:gd name="connsiteX33" fmla="*/ 724817 w 5957423"/>
              <a:gd name="connsiteY33" fmla="*/ 5125335 h 6858000"/>
              <a:gd name="connsiteX34" fmla="*/ 487418 w 5957423"/>
              <a:gd name="connsiteY34" fmla="*/ 5309070 h 6858000"/>
              <a:gd name="connsiteX35" fmla="*/ 493727 w 5957423"/>
              <a:gd name="connsiteY35" fmla="*/ 5320110 h 6858000"/>
              <a:gd name="connsiteX36" fmla="*/ 733493 w 5957423"/>
              <a:gd name="connsiteY36" fmla="*/ 5134798 h 6858000"/>
              <a:gd name="connsiteX37" fmla="*/ 733493 w 5957423"/>
              <a:gd name="connsiteY37" fmla="*/ 5480976 h 6858000"/>
              <a:gd name="connsiteX38" fmla="*/ 633328 w 5957423"/>
              <a:gd name="connsiteY38" fmla="*/ 5558256 h 6858000"/>
              <a:gd name="connsiteX39" fmla="*/ 641215 w 5957423"/>
              <a:gd name="connsiteY39" fmla="*/ 5570873 h 6858000"/>
              <a:gd name="connsiteX40" fmla="*/ 737436 w 5957423"/>
              <a:gd name="connsiteY40" fmla="*/ 5495959 h 6858000"/>
              <a:gd name="connsiteX41" fmla="*/ 1102605 w 5957423"/>
              <a:gd name="connsiteY41" fmla="*/ 5773533 h 6858000"/>
              <a:gd name="connsiteX42" fmla="*/ 866783 w 5957423"/>
              <a:gd name="connsiteY42" fmla="*/ 5956479 h 6858000"/>
              <a:gd name="connsiteX43" fmla="*/ 873093 w 5957423"/>
              <a:gd name="connsiteY43" fmla="*/ 5968308 h 6858000"/>
              <a:gd name="connsiteX44" fmla="*/ 865994 w 5957423"/>
              <a:gd name="connsiteY44" fmla="*/ 5957268 h 6858000"/>
              <a:gd name="connsiteX45" fmla="*/ 738225 w 5957423"/>
              <a:gd name="connsiteY45" fmla="*/ 6056627 h 6858000"/>
              <a:gd name="connsiteX46" fmla="*/ 373056 w 5957423"/>
              <a:gd name="connsiteY46" fmla="*/ 5779053 h 6858000"/>
              <a:gd name="connsiteX47" fmla="*/ 640426 w 5957423"/>
              <a:gd name="connsiteY47" fmla="*/ 5571661 h 6858000"/>
              <a:gd name="connsiteX48" fmla="*/ 633328 w 5957423"/>
              <a:gd name="connsiteY48" fmla="*/ 5559044 h 6858000"/>
              <a:gd name="connsiteX49" fmla="*/ 371479 w 5957423"/>
              <a:gd name="connsiteY49" fmla="*/ 5761705 h 6858000"/>
              <a:gd name="connsiteX50" fmla="*/ 371479 w 5957423"/>
              <a:gd name="connsiteY50" fmla="*/ 5415526 h 6858000"/>
              <a:gd name="connsiteX51" fmla="*/ 493727 w 5957423"/>
              <a:gd name="connsiteY51" fmla="*/ 5320898 h 6858000"/>
              <a:gd name="connsiteX52" fmla="*/ 486629 w 5957423"/>
              <a:gd name="connsiteY52" fmla="*/ 5309070 h 6858000"/>
              <a:gd name="connsiteX53" fmla="*/ 365169 w 5957423"/>
              <a:gd name="connsiteY53" fmla="*/ 5403697 h 6858000"/>
              <a:gd name="connsiteX54" fmla="*/ 0 w 5957423"/>
              <a:gd name="connsiteY54" fmla="*/ 5126124 h 6858000"/>
              <a:gd name="connsiteX55" fmla="*/ 359648 w 5957423"/>
              <a:gd name="connsiteY55" fmla="*/ 4847761 h 6858000"/>
              <a:gd name="connsiteX56" fmla="*/ 1106548 w 5957423"/>
              <a:gd name="connsiteY56" fmla="*/ 4487388 h 6858000"/>
              <a:gd name="connsiteX57" fmla="*/ 1106548 w 5957423"/>
              <a:gd name="connsiteY57" fmla="*/ 4833567 h 6858000"/>
              <a:gd name="connsiteX58" fmla="*/ 1018214 w 5957423"/>
              <a:gd name="connsiteY58" fmla="*/ 4902172 h 6858000"/>
              <a:gd name="connsiteX59" fmla="*/ 1025312 w 5957423"/>
              <a:gd name="connsiteY59" fmla="*/ 4913212 h 6858000"/>
              <a:gd name="connsiteX60" fmla="*/ 1017425 w 5957423"/>
              <a:gd name="connsiteY60" fmla="*/ 4902960 h 6858000"/>
              <a:gd name="connsiteX61" fmla="*/ 744534 w 5957423"/>
              <a:gd name="connsiteY61" fmla="*/ 5114295 h 6858000"/>
              <a:gd name="connsiteX62" fmla="*/ 744534 w 5957423"/>
              <a:gd name="connsiteY62" fmla="*/ 4768116 h 6858000"/>
              <a:gd name="connsiteX63" fmla="*/ 856530 w 5957423"/>
              <a:gd name="connsiteY63" fmla="*/ 4680586 h 6858000"/>
              <a:gd name="connsiteX64" fmla="*/ 849432 w 5957423"/>
              <a:gd name="connsiteY64" fmla="*/ 4670335 h 6858000"/>
              <a:gd name="connsiteX65" fmla="*/ 857319 w 5957423"/>
              <a:gd name="connsiteY65" fmla="*/ 4680586 h 6858000"/>
              <a:gd name="connsiteX66" fmla="*/ 1106548 w 5957423"/>
              <a:gd name="connsiteY66" fmla="*/ 4487388 h 6858000"/>
              <a:gd name="connsiteX67" fmla="*/ 737436 w 5957423"/>
              <a:gd name="connsiteY67" fmla="*/ 4196409 h 6858000"/>
              <a:gd name="connsiteX68" fmla="*/ 1102605 w 5957423"/>
              <a:gd name="connsiteY68" fmla="*/ 4473983 h 6858000"/>
              <a:gd name="connsiteX69" fmla="*/ 849432 w 5957423"/>
              <a:gd name="connsiteY69" fmla="*/ 4670335 h 6858000"/>
              <a:gd name="connsiteX70" fmla="*/ 738225 w 5957423"/>
              <a:gd name="connsiteY70" fmla="*/ 4756288 h 6858000"/>
              <a:gd name="connsiteX71" fmla="*/ 373056 w 5957423"/>
              <a:gd name="connsiteY71" fmla="*/ 4478714 h 6858000"/>
              <a:gd name="connsiteX72" fmla="*/ 737436 w 5957423"/>
              <a:gd name="connsiteY72" fmla="*/ 4196409 h 6858000"/>
              <a:gd name="connsiteX73" fmla="*/ 1115224 w 5957423"/>
              <a:gd name="connsiteY73" fmla="*/ 3544268 h 6858000"/>
              <a:gd name="connsiteX74" fmla="*/ 1125477 w 5957423"/>
              <a:gd name="connsiteY74" fmla="*/ 3552154 h 6858000"/>
              <a:gd name="connsiteX75" fmla="*/ 1480393 w 5957423"/>
              <a:gd name="connsiteY75" fmla="*/ 3821842 h 6858000"/>
              <a:gd name="connsiteX76" fmla="*/ 1116013 w 5957423"/>
              <a:gd name="connsiteY76" fmla="*/ 4104935 h 6858000"/>
              <a:gd name="connsiteX77" fmla="*/ 750844 w 5957423"/>
              <a:gd name="connsiteY77" fmla="*/ 3826573 h 6858000"/>
              <a:gd name="connsiteX78" fmla="*/ 1115224 w 5957423"/>
              <a:gd name="connsiteY78" fmla="*/ 3544268 h 6858000"/>
              <a:gd name="connsiteX79" fmla="*/ 1480393 w 5957423"/>
              <a:gd name="connsiteY79" fmla="*/ 2538851 h 6858000"/>
              <a:gd name="connsiteX80" fmla="*/ 1480393 w 5957423"/>
              <a:gd name="connsiteY80" fmla="*/ 2885030 h 6858000"/>
              <a:gd name="connsiteX81" fmla="*/ 1386537 w 5957423"/>
              <a:gd name="connsiteY81" fmla="*/ 2957578 h 6858000"/>
              <a:gd name="connsiteX82" fmla="*/ 1392847 w 5957423"/>
              <a:gd name="connsiteY82" fmla="*/ 2969406 h 6858000"/>
              <a:gd name="connsiteX83" fmla="*/ 1385748 w 5957423"/>
              <a:gd name="connsiteY83" fmla="*/ 2958366 h 6858000"/>
              <a:gd name="connsiteX84" fmla="*/ 1118379 w 5957423"/>
              <a:gd name="connsiteY84" fmla="*/ 3165758 h 6858000"/>
              <a:gd name="connsiteX85" fmla="*/ 1118379 w 5957423"/>
              <a:gd name="connsiteY85" fmla="*/ 2819579 h 6858000"/>
              <a:gd name="connsiteX86" fmla="*/ 1246148 w 5957423"/>
              <a:gd name="connsiteY86" fmla="*/ 2720221 h 6858000"/>
              <a:gd name="connsiteX87" fmla="*/ 1239839 w 5957423"/>
              <a:gd name="connsiteY87" fmla="*/ 2708392 h 6858000"/>
              <a:gd name="connsiteX88" fmla="*/ 1246937 w 5957423"/>
              <a:gd name="connsiteY88" fmla="*/ 2719432 h 6858000"/>
              <a:gd name="connsiteX89" fmla="*/ 1480393 w 5957423"/>
              <a:gd name="connsiteY89" fmla="*/ 2538851 h 6858000"/>
              <a:gd name="connsiteX90" fmla="*/ 732704 w 5957423"/>
              <a:gd name="connsiteY90" fmla="*/ 1598885 h 6858000"/>
              <a:gd name="connsiteX91" fmla="*/ 1097873 w 5957423"/>
              <a:gd name="connsiteY91" fmla="*/ 1876459 h 6858000"/>
              <a:gd name="connsiteX92" fmla="*/ 860473 w 5957423"/>
              <a:gd name="connsiteY92" fmla="*/ 2060194 h 6858000"/>
              <a:gd name="connsiteX93" fmla="*/ 867572 w 5957423"/>
              <a:gd name="connsiteY93" fmla="*/ 2072022 h 6858000"/>
              <a:gd name="connsiteX94" fmla="*/ 1106548 w 5957423"/>
              <a:gd name="connsiteY94" fmla="*/ 1885922 h 6858000"/>
              <a:gd name="connsiteX95" fmla="*/ 1106548 w 5957423"/>
              <a:gd name="connsiteY95" fmla="*/ 2232889 h 6858000"/>
              <a:gd name="connsiteX96" fmla="*/ 1007172 w 5957423"/>
              <a:gd name="connsiteY96" fmla="*/ 2310168 h 6858000"/>
              <a:gd name="connsiteX97" fmla="*/ 1014270 w 5957423"/>
              <a:gd name="connsiteY97" fmla="*/ 2322785 h 6858000"/>
              <a:gd name="connsiteX98" fmla="*/ 1110492 w 5957423"/>
              <a:gd name="connsiteY98" fmla="*/ 2247872 h 6858000"/>
              <a:gd name="connsiteX99" fmla="*/ 1475660 w 5957423"/>
              <a:gd name="connsiteY99" fmla="*/ 2525446 h 6858000"/>
              <a:gd name="connsiteX100" fmla="*/ 1239839 w 5957423"/>
              <a:gd name="connsiteY100" fmla="*/ 2708392 h 6858000"/>
              <a:gd name="connsiteX101" fmla="*/ 1112069 w 5957423"/>
              <a:gd name="connsiteY101" fmla="*/ 2807751 h 6858000"/>
              <a:gd name="connsiteX102" fmla="*/ 746900 w 5957423"/>
              <a:gd name="connsiteY102" fmla="*/ 2530177 h 6858000"/>
              <a:gd name="connsiteX103" fmla="*/ 1013481 w 5957423"/>
              <a:gd name="connsiteY103" fmla="*/ 2322785 h 6858000"/>
              <a:gd name="connsiteX104" fmla="*/ 1006383 w 5957423"/>
              <a:gd name="connsiteY104" fmla="*/ 2310168 h 6858000"/>
              <a:gd name="connsiteX105" fmla="*/ 744534 w 5957423"/>
              <a:gd name="connsiteY105" fmla="*/ 2513617 h 6858000"/>
              <a:gd name="connsiteX106" fmla="*/ 744534 w 5957423"/>
              <a:gd name="connsiteY106" fmla="*/ 2166650 h 6858000"/>
              <a:gd name="connsiteX107" fmla="*/ 866783 w 5957423"/>
              <a:gd name="connsiteY107" fmla="*/ 2072022 h 6858000"/>
              <a:gd name="connsiteX108" fmla="*/ 860473 w 5957423"/>
              <a:gd name="connsiteY108" fmla="*/ 2060983 h 6858000"/>
              <a:gd name="connsiteX109" fmla="*/ 738225 w 5957423"/>
              <a:gd name="connsiteY109" fmla="*/ 2155610 h 6858000"/>
              <a:gd name="connsiteX110" fmla="*/ 373056 w 5957423"/>
              <a:gd name="connsiteY110" fmla="*/ 1878036 h 6858000"/>
              <a:gd name="connsiteX111" fmla="*/ 732704 w 5957423"/>
              <a:gd name="connsiteY111" fmla="*/ 1598885 h 6858000"/>
              <a:gd name="connsiteX112" fmla="*/ 1480393 w 5957423"/>
              <a:gd name="connsiteY112" fmla="*/ 1238512 h 6858000"/>
              <a:gd name="connsiteX113" fmla="*/ 1480393 w 5957423"/>
              <a:gd name="connsiteY113" fmla="*/ 1585480 h 6858000"/>
              <a:gd name="connsiteX114" fmla="*/ 1391269 w 5957423"/>
              <a:gd name="connsiteY114" fmla="*/ 1654085 h 6858000"/>
              <a:gd name="connsiteX115" fmla="*/ 1399156 w 5957423"/>
              <a:gd name="connsiteY115" fmla="*/ 1664336 h 6858000"/>
              <a:gd name="connsiteX116" fmla="*/ 1483547 w 5957423"/>
              <a:gd name="connsiteY116" fmla="*/ 1598885 h 6858000"/>
              <a:gd name="connsiteX117" fmla="*/ 1848716 w 5957423"/>
              <a:gd name="connsiteY117" fmla="*/ 1876459 h 6858000"/>
              <a:gd name="connsiteX118" fmla="*/ 1658639 w 5957423"/>
              <a:gd name="connsiteY118" fmla="*/ 2023920 h 6858000"/>
              <a:gd name="connsiteX119" fmla="*/ 1489068 w 5957423"/>
              <a:gd name="connsiteY119" fmla="*/ 2155610 h 6858000"/>
              <a:gd name="connsiteX120" fmla="*/ 1123900 w 5957423"/>
              <a:gd name="connsiteY120" fmla="*/ 1878036 h 6858000"/>
              <a:gd name="connsiteX121" fmla="*/ 1398368 w 5957423"/>
              <a:gd name="connsiteY121" fmla="*/ 1665124 h 6858000"/>
              <a:gd name="connsiteX122" fmla="*/ 1390481 w 5957423"/>
              <a:gd name="connsiteY122" fmla="*/ 1654085 h 6858000"/>
              <a:gd name="connsiteX123" fmla="*/ 1118379 w 5957423"/>
              <a:gd name="connsiteY123" fmla="*/ 1865419 h 6858000"/>
              <a:gd name="connsiteX124" fmla="*/ 1118379 w 5957423"/>
              <a:gd name="connsiteY124" fmla="*/ 1519240 h 6858000"/>
              <a:gd name="connsiteX125" fmla="*/ 1230374 w 5957423"/>
              <a:gd name="connsiteY125" fmla="*/ 1432499 h 6858000"/>
              <a:gd name="connsiteX126" fmla="*/ 1480393 w 5957423"/>
              <a:gd name="connsiteY126" fmla="*/ 1238512 h 6858000"/>
              <a:gd name="connsiteX127" fmla="*/ 1110492 w 5957423"/>
              <a:gd name="connsiteY127" fmla="*/ 947533 h 6858000"/>
              <a:gd name="connsiteX128" fmla="*/ 1475660 w 5957423"/>
              <a:gd name="connsiteY128" fmla="*/ 1225107 h 6858000"/>
              <a:gd name="connsiteX129" fmla="*/ 1223276 w 5957423"/>
              <a:gd name="connsiteY129" fmla="*/ 1421459 h 6858000"/>
              <a:gd name="connsiteX130" fmla="*/ 1230374 w 5957423"/>
              <a:gd name="connsiteY130" fmla="*/ 1432499 h 6858000"/>
              <a:gd name="connsiteX131" fmla="*/ 1222487 w 5957423"/>
              <a:gd name="connsiteY131" fmla="*/ 1422247 h 6858000"/>
              <a:gd name="connsiteX132" fmla="*/ 1112069 w 5957423"/>
              <a:gd name="connsiteY132" fmla="*/ 1508201 h 6858000"/>
              <a:gd name="connsiteX133" fmla="*/ 746900 w 5957423"/>
              <a:gd name="connsiteY133" fmla="*/ 1230627 h 6858000"/>
              <a:gd name="connsiteX134" fmla="*/ 1110492 w 5957423"/>
              <a:gd name="connsiteY134" fmla="*/ 947533 h 6858000"/>
              <a:gd name="connsiteX135" fmla="*/ 1488280 w 5957423"/>
              <a:gd name="connsiteY135" fmla="*/ 296181 h 6858000"/>
              <a:gd name="connsiteX136" fmla="*/ 1498533 w 5957423"/>
              <a:gd name="connsiteY136" fmla="*/ 304066 h 6858000"/>
              <a:gd name="connsiteX137" fmla="*/ 1853448 w 5957423"/>
              <a:gd name="connsiteY137" fmla="*/ 573754 h 6858000"/>
              <a:gd name="connsiteX138" fmla="*/ 1489068 w 5957423"/>
              <a:gd name="connsiteY138" fmla="*/ 856060 h 6858000"/>
              <a:gd name="connsiteX139" fmla="*/ 1123900 w 5957423"/>
              <a:gd name="connsiteY139" fmla="*/ 578486 h 6858000"/>
              <a:gd name="connsiteX140" fmla="*/ 1488280 w 5957423"/>
              <a:gd name="connsiteY140" fmla="*/ 296181 h 6858000"/>
              <a:gd name="connsiteX141" fmla="*/ 1493012 w 5957423"/>
              <a:gd name="connsiteY141" fmla="*/ 0 h 6858000"/>
              <a:gd name="connsiteX142" fmla="*/ 5957423 w 5957423"/>
              <a:gd name="connsiteY142" fmla="*/ 0 h 6858000"/>
              <a:gd name="connsiteX143" fmla="*/ 5957423 w 5957423"/>
              <a:gd name="connsiteY143" fmla="*/ 6858000 h 6858000"/>
              <a:gd name="connsiteX144" fmla="*/ 843615 w 5957423"/>
              <a:gd name="connsiteY144" fmla="*/ 6858000 h 6858000"/>
              <a:gd name="connsiteX145" fmla="*/ 810785 w 5957423"/>
              <a:gd name="connsiteY145" fmla="*/ 6833040 h 6858000"/>
              <a:gd name="connsiteX146" fmla="*/ 746900 w 5957423"/>
              <a:gd name="connsiteY146" fmla="*/ 6784470 h 6858000"/>
              <a:gd name="connsiteX147" fmla="*/ 746900 w 5957423"/>
              <a:gd name="connsiteY147" fmla="*/ 6429617 h 6858000"/>
              <a:gd name="connsiteX148" fmla="*/ 1019002 w 5957423"/>
              <a:gd name="connsiteY148" fmla="*/ 6218282 h 6858000"/>
              <a:gd name="connsiteX149" fmla="*/ 1012693 w 5957423"/>
              <a:gd name="connsiteY149" fmla="*/ 6206454 h 6858000"/>
              <a:gd name="connsiteX150" fmla="*/ 1019791 w 5957423"/>
              <a:gd name="connsiteY150" fmla="*/ 6217493 h 6858000"/>
              <a:gd name="connsiteX151" fmla="*/ 1110492 w 5957423"/>
              <a:gd name="connsiteY151" fmla="*/ 6147311 h 6858000"/>
              <a:gd name="connsiteX152" fmla="*/ 1489068 w 5957423"/>
              <a:gd name="connsiteY152" fmla="*/ 6435925 h 6858000"/>
              <a:gd name="connsiteX153" fmla="*/ 1870800 w 5957423"/>
              <a:gd name="connsiteY153" fmla="*/ 6140214 h 6858000"/>
              <a:gd name="connsiteX154" fmla="*/ 1870800 w 5957423"/>
              <a:gd name="connsiteY154" fmla="*/ 6021930 h 6858000"/>
              <a:gd name="connsiteX155" fmla="*/ 1857392 w 5957423"/>
              <a:gd name="connsiteY155" fmla="*/ 6027450 h 6858000"/>
              <a:gd name="connsiteX156" fmla="*/ 1857392 w 5957423"/>
              <a:gd name="connsiteY156" fmla="*/ 6133906 h 6858000"/>
              <a:gd name="connsiteX157" fmla="*/ 1495378 w 5957423"/>
              <a:gd name="connsiteY157" fmla="*/ 6413845 h 6858000"/>
              <a:gd name="connsiteX158" fmla="*/ 1495378 w 5957423"/>
              <a:gd name="connsiteY158" fmla="*/ 6067667 h 6858000"/>
              <a:gd name="connsiteX159" fmla="*/ 1857392 w 5957423"/>
              <a:gd name="connsiteY159" fmla="*/ 5786939 h 6858000"/>
              <a:gd name="connsiteX160" fmla="*/ 1857392 w 5957423"/>
              <a:gd name="connsiteY160" fmla="*/ 6026661 h 6858000"/>
              <a:gd name="connsiteX161" fmla="*/ 1870800 w 5957423"/>
              <a:gd name="connsiteY161" fmla="*/ 6021141 h 6858000"/>
              <a:gd name="connsiteX162" fmla="*/ 1870800 w 5957423"/>
              <a:gd name="connsiteY162" fmla="*/ 5770379 h 6858000"/>
              <a:gd name="connsiteX163" fmla="*/ 1739875 w 5957423"/>
              <a:gd name="connsiteY163" fmla="*/ 5671020 h 6858000"/>
              <a:gd name="connsiteX164" fmla="*/ 1497744 w 5957423"/>
              <a:gd name="connsiteY164" fmla="*/ 5487285 h 6858000"/>
              <a:gd name="connsiteX165" fmla="*/ 1497744 w 5957423"/>
              <a:gd name="connsiteY165" fmla="*/ 5307493 h 6858000"/>
              <a:gd name="connsiteX166" fmla="*/ 1484336 w 5957423"/>
              <a:gd name="connsiteY166" fmla="*/ 5309858 h 6858000"/>
              <a:gd name="connsiteX167" fmla="*/ 1484336 w 5957423"/>
              <a:gd name="connsiteY167" fmla="*/ 5480976 h 6858000"/>
              <a:gd name="connsiteX168" fmla="*/ 1122322 w 5957423"/>
              <a:gd name="connsiteY168" fmla="*/ 5761705 h 6858000"/>
              <a:gd name="connsiteX169" fmla="*/ 1122322 w 5957423"/>
              <a:gd name="connsiteY169" fmla="*/ 5415526 h 6858000"/>
              <a:gd name="connsiteX170" fmla="*/ 1292682 w 5957423"/>
              <a:gd name="connsiteY170" fmla="*/ 5283047 h 6858000"/>
              <a:gd name="connsiteX171" fmla="*/ 1285583 w 5957423"/>
              <a:gd name="connsiteY171" fmla="*/ 5272796 h 6858000"/>
              <a:gd name="connsiteX172" fmla="*/ 1116013 w 5957423"/>
              <a:gd name="connsiteY172" fmla="*/ 5403697 h 6858000"/>
              <a:gd name="connsiteX173" fmla="*/ 750844 w 5957423"/>
              <a:gd name="connsiteY173" fmla="*/ 5126124 h 6858000"/>
              <a:gd name="connsiteX174" fmla="*/ 1025312 w 5957423"/>
              <a:gd name="connsiteY174" fmla="*/ 4913212 h 6858000"/>
              <a:gd name="connsiteX175" fmla="*/ 1110492 w 5957423"/>
              <a:gd name="connsiteY175" fmla="*/ 4847761 h 6858000"/>
              <a:gd name="connsiteX176" fmla="*/ 1475660 w 5957423"/>
              <a:gd name="connsiteY176" fmla="*/ 5125335 h 6858000"/>
              <a:gd name="connsiteX177" fmla="*/ 1285583 w 5957423"/>
              <a:gd name="connsiteY177" fmla="*/ 5272008 h 6858000"/>
              <a:gd name="connsiteX178" fmla="*/ 1293470 w 5957423"/>
              <a:gd name="connsiteY178" fmla="*/ 5283047 h 6858000"/>
              <a:gd name="connsiteX179" fmla="*/ 1484336 w 5957423"/>
              <a:gd name="connsiteY179" fmla="*/ 5134798 h 6858000"/>
              <a:gd name="connsiteX180" fmla="*/ 1484336 w 5957423"/>
              <a:gd name="connsiteY180" fmla="*/ 5309070 h 6858000"/>
              <a:gd name="connsiteX181" fmla="*/ 1497744 w 5957423"/>
              <a:gd name="connsiteY181" fmla="*/ 5306704 h 6858000"/>
              <a:gd name="connsiteX182" fmla="*/ 1497744 w 5957423"/>
              <a:gd name="connsiteY182" fmla="*/ 5129278 h 6858000"/>
              <a:gd name="connsiteX183" fmla="*/ 1513518 w 5957423"/>
              <a:gd name="connsiteY183" fmla="*/ 5116661 h 6858000"/>
              <a:gd name="connsiteX184" fmla="*/ 1513518 w 5957423"/>
              <a:gd name="connsiteY184" fmla="*/ 5100101 h 6858000"/>
              <a:gd name="connsiteX185" fmla="*/ 1495378 w 5957423"/>
              <a:gd name="connsiteY185" fmla="*/ 5114295 h 6858000"/>
              <a:gd name="connsiteX186" fmla="*/ 1495378 w 5957423"/>
              <a:gd name="connsiteY186" fmla="*/ 4768116 h 6858000"/>
              <a:gd name="connsiteX187" fmla="*/ 1513518 w 5957423"/>
              <a:gd name="connsiteY187" fmla="*/ 4753922 h 6858000"/>
              <a:gd name="connsiteX188" fmla="*/ 1513518 w 5957423"/>
              <a:gd name="connsiteY188" fmla="*/ 4737362 h 6858000"/>
              <a:gd name="connsiteX189" fmla="*/ 1489068 w 5957423"/>
              <a:gd name="connsiteY189" fmla="*/ 4756288 h 6858000"/>
              <a:gd name="connsiteX190" fmla="*/ 1123900 w 5957423"/>
              <a:gd name="connsiteY190" fmla="*/ 4478714 h 6858000"/>
              <a:gd name="connsiteX191" fmla="*/ 1488280 w 5957423"/>
              <a:gd name="connsiteY191" fmla="*/ 4196409 h 6858000"/>
              <a:gd name="connsiteX192" fmla="*/ 1853448 w 5957423"/>
              <a:gd name="connsiteY192" fmla="*/ 4473983 h 6858000"/>
              <a:gd name="connsiteX193" fmla="*/ 1514307 w 5957423"/>
              <a:gd name="connsiteY193" fmla="*/ 4737362 h 6858000"/>
              <a:gd name="connsiteX194" fmla="*/ 1514307 w 5957423"/>
              <a:gd name="connsiteY194" fmla="*/ 4753134 h 6858000"/>
              <a:gd name="connsiteX195" fmla="*/ 1857392 w 5957423"/>
              <a:gd name="connsiteY195" fmla="*/ 4487388 h 6858000"/>
              <a:gd name="connsiteX196" fmla="*/ 1857392 w 5957423"/>
              <a:gd name="connsiteY196" fmla="*/ 4833567 h 6858000"/>
              <a:gd name="connsiteX197" fmla="*/ 1514307 w 5957423"/>
              <a:gd name="connsiteY197" fmla="*/ 5100101 h 6858000"/>
              <a:gd name="connsiteX198" fmla="*/ 1514307 w 5957423"/>
              <a:gd name="connsiteY198" fmla="*/ 5116661 h 6858000"/>
              <a:gd name="connsiteX199" fmla="*/ 1870800 w 5957423"/>
              <a:gd name="connsiteY199" fmla="*/ 4839875 h 6858000"/>
              <a:gd name="connsiteX200" fmla="*/ 1870800 w 5957423"/>
              <a:gd name="connsiteY200" fmla="*/ 4470828 h 6858000"/>
              <a:gd name="connsiteX201" fmla="*/ 1497744 w 5957423"/>
              <a:gd name="connsiteY201" fmla="*/ 4186946 h 6858000"/>
              <a:gd name="connsiteX202" fmla="*/ 1497744 w 5957423"/>
              <a:gd name="connsiteY202" fmla="*/ 3839190 h 6858000"/>
              <a:gd name="connsiteX203" fmla="*/ 1484336 w 5957423"/>
              <a:gd name="connsiteY203" fmla="*/ 3849441 h 6858000"/>
              <a:gd name="connsiteX204" fmla="*/ 1484336 w 5957423"/>
              <a:gd name="connsiteY204" fmla="*/ 4182215 h 6858000"/>
              <a:gd name="connsiteX205" fmla="*/ 1122322 w 5957423"/>
              <a:gd name="connsiteY205" fmla="*/ 4462154 h 6858000"/>
              <a:gd name="connsiteX206" fmla="*/ 1122322 w 5957423"/>
              <a:gd name="connsiteY206" fmla="*/ 4115975 h 6858000"/>
              <a:gd name="connsiteX207" fmla="*/ 1484336 w 5957423"/>
              <a:gd name="connsiteY207" fmla="*/ 3835248 h 6858000"/>
              <a:gd name="connsiteX208" fmla="*/ 1484336 w 5957423"/>
              <a:gd name="connsiteY208" fmla="*/ 3848653 h 6858000"/>
              <a:gd name="connsiteX209" fmla="*/ 1497744 w 5957423"/>
              <a:gd name="connsiteY209" fmla="*/ 3838402 h 6858000"/>
              <a:gd name="connsiteX210" fmla="*/ 1497744 w 5957423"/>
              <a:gd name="connsiteY210" fmla="*/ 3818688 h 6858000"/>
              <a:gd name="connsiteX211" fmla="*/ 1136519 w 5957423"/>
              <a:gd name="connsiteY211" fmla="*/ 3544268 h 6858000"/>
              <a:gd name="connsiteX212" fmla="*/ 1125477 w 5957423"/>
              <a:gd name="connsiteY212" fmla="*/ 3552154 h 6858000"/>
              <a:gd name="connsiteX213" fmla="*/ 1135730 w 5957423"/>
              <a:gd name="connsiteY213" fmla="*/ 3543479 h 6858000"/>
              <a:gd name="connsiteX214" fmla="*/ 1119956 w 5957423"/>
              <a:gd name="connsiteY214" fmla="*/ 3531651 h 6858000"/>
              <a:gd name="connsiteX215" fmla="*/ 1119956 w 5957423"/>
              <a:gd name="connsiteY215" fmla="*/ 3519822 h 6858000"/>
              <a:gd name="connsiteX216" fmla="*/ 1106548 w 5957423"/>
              <a:gd name="connsiteY216" fmla="*/ 3519822 h 6858000"/>
              <a:gd name="connsiteX217" fmla="*/ 1106548 w 5957423"/>
              <a:gd name="connsiteY217" fmla="*/ 3532439 h 6858000"/>
              <a:gd name="connsiteX218" fmla="*/ 744534 w 5957423"/>
              <a:gd name="connsiteY218" fmla="*/ 3812379 h 6858000"/>
              <a:gd name="connsiteX219" fmla="*/ 744534 w 5957423"/>
              <a:gd name="connsiteY219" fmla="*/ 3495377 h 6858000"/>
              <a:gd name="connsiteX220" fmla="*/ 744534 w 5957423"/>
              <a:gd name="connsiteY220" fmla="*/ 3466989 h 6858000"/>
              <a:gd name="connsiteX221" fmla="*/ 1106548 w 5957423"/>
              <a:gd name="connsiteY221" fmla="*/ 3186261 h 6858000"/>
              <a:gd name="connsiteX222" fmla="*/ 1106548 w 5957423"/>
              <a:gd name="connsiteY222" fmla="*/ 3500109 h 6858000"/>
              <a:gd name="connsiteX223" fmla="*/ 1106548 w 5957423"/>
              <a:gd name="connsiteY223" fmla="*/ 3519034 h 6858000"/>
              <a:gd name="connsiteX224" fmla="*/ 1119956 w 5957423"/>
              <a:gd name="connsiteY224" fmla="*/ 3519034 h 6858000"/>
              <a:gd name="connsiteX225" fmla="*/ 1119956 w 5957423"/>
              <a:gd name="connsiteY225" fmla="*/ 3180741 h 6858000"/>
              <a:gd name="connsiteX226" fmla="*/ 1392847 w 5957423"/>
              <a:gd name="connsiteY226" fmla="*/ 2969406 h 6858000"/>
              <a:gd name="connsiteX227" fmla="*/ 1483547 w 5957423"/>
              <a:gd name="connsiteY227" fmla="*/ 2899224 h 6858000"/>
              <a:gd name="connsiteX228" fmla="*/ 1862913 w 5957423"/>
              <a:gd name="connsiteY228" fmla="*/ 3187049 h 6858000"/>
              <a:gd name="connsiteX229" fmla="*/ 2243855 w 5957423"/>
              <a:gd name="connsiteY229" fmla="*/ 2891339 h 6858000"/>
              <a:gd name="connsiteX230" fmla="*/ 2243855 w 5957423"/>
              <a:gd name="connsiteY230" fmla="*/ 2773843 h 6858000"/>
              <a:gd name="connsiteX231" fmla="*/ 2231236 w 5957423"/>
              <a:gd name="connsiteY231" fmla="*/ 2779363 h 6858000"/>
              <a:gd name="connsiteX232" fmla="*/ 2231236 w 5957423"/>
              <a:gd name="connsiteY232" fmla="*/ 2885030 h 6858000"/>
              <a:gd name="connsiteX233" fmla="*/ 1869222 w 5957423"/>
              <a:gd name="connsiteY233" fmla="*/ 3165758 h 6858000"/>
              <a:gd name="connsiteX234" fmla="*/ 1869222 w 5957423"/>
              <a:gd name="connsiteY234" fmla="*/ 2819579 h 6858000"/>
              <a:gd name="connsiteX235" fmla="*/ 2231236 w 5957423"/>
              <a:gd name="connsiteY235" fmla="*/ 2538851 h 6858000"/>
              <a:gd name="connsiteX236" fmla="*/ 2231236 w 5957423"/>
              <a:gd name="connsiteY236" fmla="*/ 2778574 h 6858000"/>
              <a:gd name="connsiteX237" fmla="*/ 2243855 w 5957423"/>
              <a:gd name="connsiteY237" fmla="*/ 2773054 h 6858000"/>
              <a:gd name="connsiteX238" fmla="*/ 2243855 w 5957423"/>
              <a:gd name="connsiteY238" fmla="*/ 2522291 h 6858000"/>
              <a:gd name="connsiteX239" fmla="*/ 2113720 w 5957423"/>
              <a:gd name="connsiteY239" fmla="*/ 2422933 h 6858000"/>
              <a:gd name="connsiteX240" fmla="*/ 2100312 w 5957423"/>
              <a:gd name="connsiteY240" fmla="*/ 2429241 h 6858000"/>
              <a:gd name="connsiteX241" fmla="*/ 2226503 w 5957423"/>
              <a:gd name="connsiteY241" fmla="*/ 2525446 h 6858000"/>
              <a:gd name="connsiteX242" fmla="*/ 1862124 w 5957423"/>
              <a:gd name="connsiteY242" fmla="*/ 2807751 h 6858000"/>
              <a:gd name="connsiteX243" fmla="*/ 1496955 w 5957423"/>
              <a:gd name="connsiteY243" fmla="*/ 2530177 h 6858000"/>
              <a:gd name="connsiteX244" fmla="*/ 1861335 w 5957423"/>
              <a:gd name="connsiteY244" fmla="*/ 2247872 h 6858000"/>
              <a:gd name="connsiteX245" fmla="*/ 2099523 w 5957423"/>
              <a:gd name="connsiteY245" fmla="*/ 2428452 h 6858000"/>
              <a:gd name="connsiteX246" fmla="*/ 2112931 w 5957423"/>
              <a:gd name="connsiteY246" fmla="*/ 2422144 h 6858000"/>
              <a:gd name="connsiteX247" fmla="*/ 1870800 w 5957423"/>
              <a:gd name="connsiteY247" fmla="*/ 2238409 h 6858000"/>
              <a:gd name="connsiteX248" fmla="*/ 1870800 w 5957423"/>
              <a:gd name="connsiteY248" fmla="*/ 2059405 h 6858000"/>
              <a:gd name="connsiteX249" fmla="*/ 1857392 w 5957423"/>
              <a:gd name="connsiteY249" fmla="*/ 2060983 h 6858000"/>
              <a:gd name="connsiteX250" fmla="*/ 1857392 w 5957423"/>
              <a:gd name="connsiteY250" fmla="*/ 2232889 h 6858000"/>
              <a:gd name="connsiteX251" fmla="*/ 1496167 w 5957423"/>
              <a:gd name="connsiteY251" fmla="*/ 2513617 h 6858000"/>
              <a:gd name="connsiteX252" fmla="*/ 1496167 w 5957423"/>
              <a:gd name="connsiteY252" fmla="*/ 2166650 h 6858000"/>
              <a:gd name="connsiteX253" fmla="*/ 1666526 w 5957423"/>
              <a:gd name="connsiteY253" fmla="*/ 2034960 h 6858000"/>
              <a:gd name="connsiteX254" fmla="*/ 1658639 w 5957423"/>
              <a:gd name="connsiteY254" fmla="*/ 2023920 h 6858000"/>
              <a:gd name="connsiteX255" fmla="*/ 1666526 w 5957423"/>
              <a:gd name="connsiteY255" fmla="*/ 2034172 h 6858000"/>
              <a:gd name="connsiteX256" fmla="*/ 1857392 w 5957423"/>
              <a:gd name="connsiteY256" fmla="*/ 1885922 h 6858000"/>
              <a:gd name="connsiteX257" fmla="*/ 1857392 w 5957423"/>
              <a:gd name="connsiteY257" fmla="*/ 2060194 h 6858000"/>
              <a:gd name="connsiteX258" fmla="*/ 1870800 w 5957423"/>
              <a:gd name="connsiteY258" fmla="*/ 2058617 h 6858000"/>
              <a:gd name="connsiteX259" fmla="*/ 1870800 w 5957423"/>
              <a:gd name="connsiteY259" fmla="*/ 1881190 h 6858000"/>
              <a:gd name="connsiteX260" fmla="*/ 1886574 w 5957423"/>
              <a:gd name="connsiteY260" fmla="*/ 1868573 h 6858000"/>
              <a:gd name="connsiteX261" fmla="*/ 1886574 w 5957423"/>
              <a:gd name="connsiteY261" fmla="*/ 1852014 h 6858000"/>
              <a:gd name="connsiteX262" fmla="*/ 1869222 w 5957423"/>
              <a:gd name="connsiteY262" fmla="*/ 1865419 h 6858000"/>
              <a:gd name="connsiteX263" fmla="*/ 1869222 w 5957423"/>
              <a:gd name="connsiteY263" fmla="*/ 1519240 h 6858000"/>
              <a:gd name="connsiteX264" fmla="*/ 1886574 w 5957423"/>
              <a:gd name="connsiteY264" fmla="*/ 1505835 h 6858000"/>
              <a:gd name="connsiteX265" fmla="*/ 1886574 w 5957423"/>
              <a:gd name="connsiteY265" fmla="*/ 1489275 h 6858000"/>
              <a:gd name="connsiteX266" fmla="*/ 1862124 w 5957423"/>
              <a:gd name="connsiteY266" fmla="*/ 1508201 h 6858000"/>
              <a:gd name="connsiteX267" fmla="*/ 1496955 w 5957423"/>
              <a:gd name="connsiteY267" fmla="*/ 1230627 h 6858000"/>
              <a:gd name="connsiteX268" fmla="*/ 1861335 w 5957423"/>
              <a:gd name="connsiteY268" fmla="*/ 947533 h 6858000"/>
              <a:gd name="connsiteX269" fmla="*/ 2226503 w 5957423"/>
              <a:gd name="connsiteY269" fmla="*/ 1225107 h 6858000"/>
              <a:gd name="connsiteX270" fmla="*/ 1887362 w 5957423"/>
              <a:gd name="connsiteY270" fmla="*/ 1488487 h 6858000"/>
              <a:gd name="connsiteX271" fmla="*/ 1887362 w 5957423"/>
              <a:gd name="connsiteY271" fmla="*/ 1505046 h 6858000"/>
              <a:gd name="connsiteX272" fmla="*/ 2231236 w 5957423"/>
              <a:gd name="connsiteY272" fmla="*/ 1238512 h 6858000"/>
              <a:gd name="connsiteX273" fmla="*/ 2231236 w 5957423"/>
              <a:gd name="connsiteY273" fmla="*/ 1585480 h 6858000"/>
              <a:gd name="connsiteX274" fmla="*/ 1887362 w 5957423"/>
              <a:gd name="connsiteY274" fmla="*/ 1851225 h 6858000"/>
              <a:gd name="connsiteX275" fmla="*/ 1887362 w 5957423"/>
              <a:gd name="connsiteY275" fmla="*/ 1867785 h 6858000"/>
              <a:gd name="connsiteX276" fmla="*/ 2243855 w 5957423"/>
              <a:gd name="connsiteY276" fmla="*/ 1591788 h 6858000"/>
              <a:gd name="connsiteX277" fmla="*/ 2243855 w 5957423"/>
              <a:gd name="connsiteY277" fmla="*/ 1221952 h 6858000"/>
              <a:gd name="connsiteX278" fmla="*/ 1870800 w 5957423"/>
              <a:gd name="connsiteY278" fmla="*/ 938859 h 6858000"/>
              <a:gd name="connsiteX279" fmla="*/ 1870800 w 5957423"/>
              <a:gd name="connsiteY279" fmla="*/ 590314 h 6858000"/>
              <a:gd name="connsiteX280" fmla="*/ 1857392 w 5957423"/>
              <a:gd name="connsiteY280" fmla="*/ 600566 h 6858000"/>
              <a:gd name="connsiteX281" fmla="*/ 1857392 w 5957423"/>
              <a:gd name="connsiteY281" fmla="*/ 933339 h 6858000"/>
              <a:gd name="connsiteX282" fmla="*/ 1496167 w 5957423"/>
              <a:gd name="connsiteY282" fmla="*/ 1214067 h 6858000"/>
              <a:gd name="connsiteX283" fmla="*/ 1496167 w 5957423"/>
              <a:gd name="connsiteY283" fmla="*/ 867888 h 6858000"/>
              <a:gd name="connsiteX284" fmla="*/ 1857392 w 5957423"/>
              <a:gd name="connsiteY284" fmla="*/ 587160 h 6858000"/>
              <a:gd name="connsiteX285" fmla="*/ 1857392 w 5957423"/>
              <a:gd name="connsiteY285" fmla="*/ 599777 h 6858000"/>
              <a:gd name="connsiteX286" fmla="*/ 1870800 w 5957423"/>
              <a:gd name="connsiteY286" fmla="*/ 589526 h 6858000"/>
              <a:gd name="connsiteX287" fmla="*/ 1870800 w 5957423"/>
              <a:gd name="connsiteY287" fmla="*/ 570600 h 6858000"/>
              <a:gd name="connsiteX288" fmla="*/ 1509574 w 5957423"/>
              <a:gd name="connsiteY288" fmla="*/ 295392 h 6858000"/>
              <a:gd name="connsiteX289" fmla="*/ 1498533 w 5957423"/>
              <a:gd name="connsiteY289" fmla="*/ 304066 h 6858000"/>
              <a:gd name="connsiteX290" fmla="*/ 1508786 w 5957423"/>
              <a:gd name="connsiteY290" fmla="*/ 295392 h 6858000"/>
              <a:gd name="connsiteX291" fmla="*/ 1493012 w 5957423"/>
              <a:gd name="connsiteY291" fmla="*/ 283564 h 6858000"/>
              <a:gd name="connsiteX292" fmla="*/ 1493012 w 5957423"/>
              <a:gd name="connsiteY292" fmla="*/ 1953 h 6858000"/>
              <a:gd name="connsiteX293" fmla="*/ 1398859 w 5957423"/>
              <a:gd name="connsiteY293" fmla="*/ 0 h 6858000"/>
              <a:gd name="connsiteX294" fmla="*/ 1480393 w 5957423"/>
              <a:gd name="connsiteY294" fmla="*/ 0 h 6858000"/>
              <a:gd name="connsiteX295" fmla="*/ 1480393 w 5957423"/>
              <a:gd name="connsiteY295" fmla="*/ 84404 h 6858000"/>
              <a:gd name="connsiteX296" fmla="*/ 1480393 w 5957423"/>
              <a:gd name="connsiteY296" fmla="*/ 283564 h 6858000"/>
              <a:gd name="connsiteX297" fmla="*/ 1118379 w 5957423"/>
              <a:gd name="connsiteY297" fmla="*/ 564292 h 6858000"/>
              <a:gd name="connsiteX298" fmla="*/ 1118379 w 5957423"/>
              <a:gd name="connsiteY298" fmla="*/ 218113 h 6858000"/>
              <a:gd name="connsiteX299" fmla="*/ 1379242 w 5957423"/>
              <a:gd name="connsiteY299" fmla="*/ 15255 h 6858000"/>
              <a:gd name="connsiteX300" fmla="*/ 840168 w 5957423"/>
              <a:gd name="connsiteY300" fmla="*/ 0 h 6858000"/>
              <a:gd name="connsiteX301" fmla="*/ 1377550 w 5957423"/>
              <a:gd name="connsiteY301" fmla="*/ 0 h 6858000"/>
              <a:gd name="connsiteX302" fmla="*/ 1301753 w 5957423"/>
              <a:gd name="connsiteY302" fmla="*/ 58896 h 6858000"/>
              <a:gd name="connsiteX303" fmla="*/ 1112069 w 5957423"/>
              <a:gd name="connsiteY303" fmla="*/ 206284 h 6858000"/>
              <a:gd name="connsiteX304" fmla="*/ 857417 w 5957423"/>
              <a:gd name="connsiteY304" fmla="*/ 13087 h 6858000"/>
              <a:gd name="connsiteX0" fmla="*/ 738225 w 42118086"/>
              <a:gd name="connsiteY0" fmla="*/ 6911396 h 6975464"/>
              <a:gd name="connsiteX1" fmla="*/ 814828 w 42118086"/>
              <a:gd name="connsiteY1" fmla="*/ 6969750 h 6975464"/>
              <a:gd name="connsiteX2" fmla="*/ 822329 w 42118086"/>
              <a:gd name="connsiteY2" fmla="*/ 6975464 h 6975464"/>
              <a:gd name="connsiteX3" fmla="*/ 655724 w 42118086"/>
              <a:gd name="connsiteY3" fmla="*/ 6975464 h 6975464"/>
              <a:gd name="connsiteX4" fmla="*/ 656989 w 42118086"/>
              <a:gd name="connsiteY4" fmla="*/ 6974481 h 6975464"/>
              <a:gd name="connsiteX5" fmla="*/ 738225 w 42118086"/>
              <a:gd name="connsiteY5" fmla="*/ 6911396 h 6975464"/>
              <a:gd name="connsiteX6" fmla="*/ 733493 w 42118086"/>
              <a:gd name="connsiteY6" fmla="*/ 6551812 h 6975464"/>
              <a:gd name="connsiteX7" fmla="*/ 733493 w 42118086"/>
              <a:gd name="connsiteY7" fmla="*/ 6897991 h 6975464"/>
              <a:gd name="connsiteX8" fmla="*/ 639637 w 42118086"/>
              <a:gd name="connsiteY8" fmla="*/ 6970539 h 6975464"/>
              <a:gd name="connsiteX9" fmla="*/ 656989 w 42118086"/>
              <a:gd name="connsiteY9" fmla="*/ 6974481 h 6975464"/>
              <a:gd name="connsiteX10" fmla="*/ 638848 w 42118086"/>
              <a:gd name="connsiteY10" fmla="*/ 6971327 h 6975464"/>
              <a:gd name="connsiteX11" fmla="*/ 633515 w 42118086"/>
              <a:gd name="connsiteY11" fmla="*/ 6975464 h 6975464"/>
              <a:gd name="connsiteX12" fmla="*/ 371479 w 42118086"/>
              <a:gd name="connsiteY12" fmla="*/ 6975464 h 6975464"/>
              <a:gd name="connsiteX13" fmla="*/ 371479 w 42118086"/>
              <a:gd name="connsiteY13" fmla="*/ 6917056 h 6975464"/>
              <a:gd name="connsiteX14" fmla="*/ 371479 w 42118086"/>
              <a:gd name="connsiteY14" fmla="*/ 6832540 h 6975464"/>
              <a:gd name="connsiteX15" fmla="*/ 733493 w 42118086"/>
              <a:gd name="connsiteY15" fmla="*/ 6551812 h 6975464"/>
              <a:gd name="connsiteX16" fmla="*/ 1106548 w 42118086"/>
              <a:gd name="connsiteY16" fmla="*/ 5904403 h 6975464"/>
              <a:gd name="connsiteX17" fmla="*/ 1106548 w 42118086"/>
              <a:gd name="connsiteY17" fmla="*/ 6251370 h 6975464"/>
              <a:gd name="connsiteX18" fmla="*/ 1012693 w 42118086"/>
              <a:gd name="connsiteY18" fmla="*/ 6323918 h 6975464"/>
              <a:gd name="connsiteX19" fmla="*/ 744534 w 42118086"/>
              <a:gd name="connsiteY19" fmla="*/ 6531309 h 6975464"/>
              <a:gd name="connsiteX20" fmla="*/ 744534 w 42118086"/>
              <a:gd name="connsiteY20" fmla="*/ 6185131 h 6975464"/>
              <a:gd name="connsiteX21" fmla="*/ 873093 w 42118086"/>
              <a:gd name="connsiteY21" fmla="*/ 6085772 h 6975464"/>
              <a:gd name="connsiteX22" fmla="*/ 1106548 w 42118086"/>
              <a:gd name="connsiteY22" fmla="*/ 5904403 h 6975464"/>
              <a:gd name="connsiteX23" fmla="*/ 1739875 w 42118086"/>
              <a:gd name="connsiteY23" fmla="*/ 5788484 h 6975464"/>
              <a:gd name="connsiteX24" fmla="*/ 1726467 w 42118086"/>
              <a:gd name="connsiteY24" fmla="*/ 5794792 h 6975464"/>
              <a:gd name="connsiteX25" fmla="*/ 1739875 w 42118086"/>
              <a:gd name="connsiteY25" fmla="*/ 5788484 h 6975464"/>
              <a:gd name="connsiteX26" fmla="*/ 1488280 w 42118086"/>
              <a:gd name="connsiteY26" fmla="*/ 5613423 h 6975464"/>
              <a:gd name="connsiteX27" fmla="*/ 1726467 w 42118086"/>
              <a:gd name="connsiteY27" fmla="*/ 5794792 h 6975464"/>
              <a:gd name="connsiteX28" fmla="*/ 1853448 w 42118086"/>
              <a:gd name="connsiteY28" fmla="*/ 5890997 h 6975464"/>
              <a:gd name="connsiteX29" fmla="*/ 1489068 w 42118086"/>
              <a:gd name="connsiteY29" fmla="*/ 6174091 h 6975464"/>
              <a:gd name="connsiteX30" fmla="*/ 1123900 w 42118086"/>
              <a:gd name="connsiteY30" fmla="*/ 5896517 h 6975464"/>
              <a:gd name="connsiteX31" fmla="*/ 1488280 w 42118086"/>
              <a:gd name="connsiteY31" fmla="*/ 5613423 h 6975464"/>
              <a:gd name="connsiteX32" fmla="*/ 359648 w 42118086"/>
              <a:gd name="connsiteY32" fmla="*/ 4965225 h 6975464"/>
              <a:gd name="connsiteX33" fmla="*/ 724817 w 42118086"/>
              <a:gd name="connsiteY33" fmla="*/ 5242799 h 6975464"/>
              <a:gd name="connsiteX34" fmla="*/ 487418 w 42118086"/>
              <a:gd name="connsiteY34" fmla="*/ 5426534 h 6975464"/>
              <a:gd name="connsiteX35" fmla="*/ 493727 w 42118086"/>
              <a:gd name="connsiteY35" fmla="*/ 5437574 h 6975464"/>
              <a:gd name="connsiteX36" fmla="*/ 733493 w 42118086"/>
              <a:gd name="connsiteY36" fmla="*/ 5252262 h 6975464"/>
              <a:gd name="connsiteX37" fmla="*/ 733493 w 42118086"/>
              <a:gd name="connsiteY37" fmla="*/ 5598440 h 6975464"/>
              <a:gd name="connsiteX38" fmla="*/ 633328 w 42118086"/>
              <a:gd name="connsiteY38" fmla="*/ 5675720 h 6975464"/>
              <a:gd name="connsiteX39" fmla="*/ 641215 w 42118086"/>
              <a:gd name="connsiteY39" fmla="*/ 5688337 h 6975464"/>
              <a:gd name="connsiteX40" fmla="*/ 737436 w 42118086"/>
              <a:gd name="connsiteY40" fmla="*/ 5613423 h 6975464"/>
              <a:gd name="connsiteX41" fmla="*/ 1102605 w 42118086"/>
              <a:gd name="connsiteY41" fmla="*/ 5890997 h 6975464"/>
              <a:gd name="connsiteX42" fmla="*/ 866783 w 42118086"/>
              <a:gd name="connsiteY42" fmla="*/ 6073943 h 6975464"/>
              <a:gd name="connsiteX43" fmla="*/ 873093 w 42118086"/>
              <a:gd name="connsiteY43" fmla="*/ 6085772 h 6975464"/>
              <a:gd name="connsiteX44" fmla="*/ 865994 w 42118086"/>
              <a:gd name="connsiteY44" fmla="*/ 6074732 h 6975464"/>
              <a:gd name="connsiteX45" fmla="*/ 738225 w 42118086"/>
              <a:gd name="connsiteY45" fmla="*/ 6174091 h 6975464"/>
              <a:gd name="connsiteX46" fmla="*/ 373056 w 42118086"/>
              <a:gd name="connsiteY46" fmla="*/ 5896517 h 6975464"/>
              <a:gd name="connsiteX47" fmla="*/ 640426 w 42118086"/>
              <a:gd name="connsiteY47" fmla="*/ 5689125 h 6975464"/>
              <a:gd name="connsiteX48" fmla="*/ 633328 w 42118086"/>
              <a:gd name="connsiteY48" fmla="*/ 5676508 h 6975464"/>
              <a:gd name="connsiteX49" fmla="*/ 371479 w 42118086"/>
              <a:gd name="connsiteY49" fmla="*/ 5879169 h 6975464"/>
              <a:gd name="connsiteX50" fmla="*/ 371479 w 42118086"/>
              <a:gd name="connsiteY50" fmla="*/ 5532990 h 6975464"/>
              <a:gd name="connsiteX51" fmla="*/ 493727 w 42118086"/>
              <a:gd name="connsiteY51" fmla="*/ 5438362 h 6975464"/>
              <a:gd name="connsiteX52" fmla="*/ 486629 w 42118086"/>
              <a:gd name="connsiteY52" fmla="*/ 5426534 h 6975464"/>
              <a:gd name="connsiteX53" fmla="*/ 365169 w 42118086"/>
              <a:gd name="connsiteY53" fmla="*/ 5521161 h 6975464"/>
              <a:gd name="connsiteX54" fmla="*/ 0 w 42118086"/>
              <a:gd name="connsiteY54" fmla="*/ 5243588 h 6975464"/>
              <a:gd name="connsiteX55" fmla="*/ 359648 w 42118086"/>
              <a:gd name="connsiteY55" fmla="*/ 4965225 h 6975464"/>
              <a:gd name="connsiteX56" fmla="*/ 1106548 w 42118086"/>
              <a:gd name="connsiteY56" fmla="*/ 4604852 h 6975464"/>
              <a:gd name="connsiteX57" fmla="*/ 1106548 w 42118086"/>
              <a:gd name="connsiteY57" fmla="*/ 4951031 h 6975464"/>
              <a:gd name="connsiteX58" fmla="*/ 1018214 w 42118086"/>
              <a:gd name="connsiteY58" fmla="*/ 5019636 h 6975464"/>
              <a:gd name="connsiteX59" fmla="*/ 1025312 w 42118086"/>
              <a:gd name="connsiteY59" fmla="*/ 5030676 h 6975464"/>
              <a:gd name="connsiteX60" fmla="*/ 1017425 w 42118086"/>
              <a:gd name="connsiteY60" fmla="*/ 5020424 h 6975464"/>
              <a:gd name="connsiteX61" fmla="*/ 744534 w 42118086"/>
              <a:gd name="connsiteY61" fmla="*/ 5231759 h 6975464"/>
              <a:gd name="connsiteX62" fmla="*/ 744534 w 42118086"/>
              <a:gd name="connsiteY62" fmla="*/ 4885580 h 6975464"/>
              <a:gd name="connsiteX63" fmla="*/ 856530 w 42118086"/>
              <a:gd name="connsiteY63" fmla="*/ 4798050 h 6975464"/>
              <a:gd name="connsiteX64" fmla="*/ 849432 w 42118086"/>
              <a:gd name="connsiteY64" fmla="*/ 4787799 h 6975464"/>
              <a:gd name="connsiteX65" fmla="*/ 857319 w 42118086"/>
              <a:gd name="connsiteY65" fmla="*/ 4798050 h 6975464"/>
              <a:gd name="connsiteX66" fmla="*/ 1106548 w 42118086"/>
              <a:gd name="connsiteY66" fmla="*/ 4604852 h 6975464"/>
              <a:gd name="connsiteX67" fmla="*/ 737436 w 42118086"/>
              <a:gd name="connsiteY67" fmla="*/ 4313873 h 6975464"/>
              <a:gd name="connsiteX68" fmla="*/ 1102605 w 42118086"/>
              <a:gd name="connsiteY68" fmla="*/ 4591447 h 6975464"/>
              <a:gd name="connsiteX69" fmla="*/ 849432 w 42118086"/>
              <a:gd name="connsiteY69" fmla="*/ 4787799 h 6975464"/>
              <a:gd name="connsiteX70" fmla="*/ 738225 w 42118086"/>
              <a:gd name="connsiteY70" fmla="*/ 4873752 h 6975464"/>
              <a:gd name="connsiteX71" fmla="*/ 373056 w 42118086"/>
              <a:gd name="connsiteY71" fmla="*/ 4596178 h 6975464"/>
              <a:gd name="connsiteX72" fmla="*/ 737436 w 42118086"/>
              <a:gd name="connsiteY72" fmla="*/ 4313873 h 6975464"/>
              <a:gd name="connsiteX73" fmla="*/ 1115224 w 42118086"/>
              <a:gd name="connsiteY73" fmla="*/ 3661732 h 6975464"/>
              <a:gd name="connsiteX74" fmla="*/ 1125477 w 42118086"/>
              <a:gd name="connsiteY74" fmla="*/ 3669618 h 6975464"/>
              <a:gd name="connsiteX75" fmla="*/ 1480393 w 42118086"/>
              <a:gd name="connsiteY75" fmla="*/ 3939306 h 6975464"/>
              <a:gd name="connsiteX76" fmla="*/ 1116013 w 42118086"/>
              <a:gd name="connsiteY76" fmla="*/ 4222399 h 6975464"/>
              <a:gd name="connsiteX77" fmla="*/ 750844 w 42118086"/>
              <a:gd name="connsiteY77" fmla="*/ 3944037 h 6975464"/>
              <a:gd name="connsiteX78" fmla="*/ 1115224 w 42118086"/>
              <a:gd name="connsiteY78" fmla="*/ 3661732 h 6975464"/>
              <a:gd name="connsiteX79" fmla="*/ 1480393 w 42118086"/>
              <a:gd name="connsiteY79" fmla="*/ 2656315 h 6975464"/>
              <a:gd name="connsiteX80" fmla="*/ 1480393 w 42118086"/>
              <a:gd name="connsiteY80" fmla="*/ 3002494 h 6975464"/>
              <a:gd name="connsiteX81" fmla="*/ 1386537 w 42118086"/>
              <a:gd name="connsiteY81" fmla="*/ 3075042 h 6975464"/>
              <a:gd name="connsiteX82" fmla="*/ 1392847 w 42118086"/>
              <a:gd name="connsiteY82" fmla="*/ 3086870 h 6975464"/>
              <a:gd name="connsiteX83" fmla="*/ 1385748 w 42118086"/>
              <a:gd name="connsiteY83" fmla="*/ 3075830 h 6975464"/>
              <a:gd name="connsiteX84" fmla="*/ 1118379 w 42118086"/>
              <a:gd name="connsiteY84" fmla="*/ 3283222 h 6975464"/>
              <a:gd name="connsiteX85" fmla="*/ 1118379 w 42118086"/>
              <a:gd name="connsiteY85" fmla="*/ 2937043 h 6975464"/>
              <a:gd name="connsiteX86" fmla="*/ 1246148 w 42118086"/>
              <a:gd name="connsiteY86" fmla="*/ 2837685 h 6975464"/>
              <a:gd name="connsiteX87" fmla="*/ 1239839 w 42118086"/>
              <a:gd name="connsiteY87" fmla="*/ 2825856 h 6975464"/>
              <a:gd name="connsiteX88" fmla="*/ 1246937 w 42118086"/>
              <a:gd name="connsiteY88" fmla="*/ 2836896 h 6975464"/>
              <a:gd name="connsiteX89" fmla="*/ 1480393 w 42118086"/>
              <a:gd name="connsiteY89" fmla="*/ 2656315 h 6975464"/>
              <a:gd name="connsiteX90" fmla="*/ 732704 w 42118086"/>
              <a:gd name="connsiteY90" fmla="*/ 1716349 h 6975464"/>
              <a:gd name="connsiteX91" fmla="*/ 1097873 w 42118086"/>
              <a:gd name="connsiteY91" fmla="*/ 1993923 h 6975464"/>
              <a:gd name="connsiteX92" fmla="*/ 860473 w 42118086"/>
              <a:gd name="connsiteY92" fmla="*/ 2177658 h 6975464"/>
              <a:gd name="connsiteX93" fmla="*/ 867572 w 42118086"/>
              <a:gd name="connsiteY93" fmla="*/ 2189486 h 6975464"/>
              <a:gd name="connsiteX94" fmla="*/ 1106548 w 42118086"/>
              <a:gd name="connsiteY94" fmla="*/ 2003386 h 6975464"/>
              <a:gd name="connsiteX95" fmla="*/ 1106548 w 42118086"/>
              <a:gd name="connsiteY95" fmla="*/ 2350353 h 6975464"/>
              <a:gd name="connsiteX96" fmla="*/ 1007172 w 42118086"/>
              <a:gd name="connsiteY96" fmla="*/ 2427632 h 6975464"/>
              <a:gd name="connsiteX97" fmla="*/ 1014270 w 42118086"/>
              <a:gd name="connsiteY97" fmla="*/ 2440249 h 6975464"/>
              <a:gd name="connsiteX98" fmla="*/ 1110492 w 42118086"/>
              <a:gd name="connsiteY98" fmla="*/ 2365336 h 6975464"/>
              <a:gd name="connsiteX99" fmla="*/ 1475660 w 42118086"/>
              <a:gd name="connsiteY99" fmla="*/ 2642910 h 6975464"/>
              <a:gd name="connsiteX100" fmla="*/ 1239839 w 42118086"/>
              <a:gd name="connsiteY100" fmla="*/ 2825856 h 6975464"/>
              <a:gd name="connsiteX101" fmla="*/ 1112069 w 42118086"/>
              <a:gd name="connsiteY101" fmla="*/ 2925215 h 6975464"/>
              <a:gd name="connsiteX102" fmla="*/ 746900 w 42118086"/>
              <a:gd name="connsiteY102" fmla="*/ 2647641 h 6975464"/>
              <a:gd name="connsiteX103" fmla="*/ 1013481 w 42118086"/>
              <a:gd name="connsiteY103" fmla="*/ 2440249 h 6975464"/>
              <a:gd name="connsiteX104" fmla="*/ 1006383 w 42118086"/>
              <a:gd name="connsiteY104" fmla="*/ 2427632 h 6975464"/>
              <a:gd name="connsiteX105" fmla="*/ 744534 w 42118086"/>
              <a:gd name="connsiteY105" fmla="*/ 2631081 h 6975464"/>
              <a:gd name="connsiteX106" fmla="*/ 744534 w 42118086"/>
              <a:gd name="connsiteY106" fmla="*/ 2284114 h 6975464"/>
              <a:gd name="connsiteX107" fmla="*/ 866783 w 42118086"/>
              <a:gd name="connsiteY107" fmla="*/ 2189486 h 6975464"/>
              <a:gd name="connsiteX108" fmla="*/ 860473 w 42118086"/>
              <a:gd name="connsiteY108" fmla="*/ 2178447 h 6975464"/>
              <a:gd name="connsiteX109" fmla="*/ 738225 w 42118086"/>
              <a:gd name="connsiteY109" fmla="*/ 2273074 h 6975464"/>
              <a:gd name="connsiteX110" fmla="*/ 373056 w 42118086"/>
              <a:gd name="connsiteY110" fmla="*/ 1995500 h 6975464"/>
              <a:gd name="connsiteX111" fmla="*/ 732704 w 42118086"/>
              <a:gd name="connsiteY111" fmla="*/ 1716349 h 6975464"/>
              <a:gd name="connsiteX112" fmla="*/ 1480393 w 42118086"/>
              <a:gd name="connsiteY112" fmla="*/ 1355976 h 6975464"/>
              <a:gd name="connsiteX113" fmla="*/ 1480393 w 42118086"/>
              <a:gd name="connsiteY113" fmla="*/ 1702944 h 6975464"/>
              <a:gd name="connsiteX114" fmla="*/ 1391269 w 42118086"/>
              <a:gd name="connsiteY114" fmla="*/ 1771549 h 6975464"/>
              <a:gd name="connsiteX115" fmla="*/ 1399156 w 42118086"/>
              <a:gd name="connsiteY115" fmla="*/ 1781800 h 6975464"/>
              <a:gd name="connsiteX116" fmla="*/ 1483547 w 42118086"/>
              <a:gd name="connsiteY116" fmla="*/ 1716349 h 6975464"/>
              <a:gd name="connsiteX117" fmla="*/ 1848716 w 42118086"/>
              <a:gd name="connsiteY117" fmla="*/ 1993923 h 6975464"/>
              <a:gd name="connsiteX118" fmla="*/ 1658639 w 42118086"/>
              <a:gd name="connsiteY118" fmla="*/ 2141384 h 6975464"/>
              <a:gd name="connsiteX119" fmla="*/ 1489068 w 42118086"/>
              <a:gd name="connsiteY119" fmla="*/ 2273074 h 6975464"/>
              <a:gd name="connsiteX120" fmla="*/ 1123900 w 42118086"/>
              <a:gd name="connsiteY120" fmla="*/ 1995500 h 6975464"/>
              <a:gd name="connsiteX121" fmla="*/ 1398368 w 42118086"/>
              <a:gd name="connsiteY121" fmla="*/ 1782588 h 6975464"/>
              <a:gd name="connsiteX122" fmla="*/ 1390481 w 42118086"/>
              <a:gd name="connsiteY122" fmla="*/ 1771549 h 6975464"/>
              <a:gd name="connsiteX123" fmla="*/ 1118379 w 42118086"/>
              <a:gd name="connsiteY123" fmla="*/ 1982883 h 6975464"/>
              <a:gd name="connsiteX124" fmla="*/ 1118379 w 42118086"/>
              <a:gd name="connsiteY124" fmla="*/ 1636704 h 6975464"/>
              <a:gd name="connsiteX125" fmla="*/ 1230374 w 42118086"/>
              <a:gd name="connsiteY125" fmla="*/ 1549963 h 6975464"/>
              <a:gd name="connsiteX126" fmla="*/ 1480393 w 42118086"/>
              <a:gd name="connsiteY126" fmla="*/ 1355976 h 6975464"/>
              <a:gd name="connsiteX127" fmla="*/ 1110492 w 42118086"/>
              <a:gd name="connsiteY127" fmla="*/ 1064997 h 6975464"/>
              <a:gd name="connsiteX128" fmla="*/ 1475660 w 42118086"/>
              <a:gd name="connsiteY128" fmla="*/ 1342571 h 6975464"/>
              <a:gd name="connsiteX129" fmla="*/ 1223276 w 42118086"/>
              <a:gd name="connsiteY129" fmla="*/ 1538923 h 6975464"/>
              <a:gd name="connsiteX130" fmla="*/ 1230374 w 42118086"/>
              <a:gd name="connsiteY130" fmla="*/ 1549963 h 6975464"/>
              <a:gd name="connsiteX131" fmla="*/ 1222487 w 42118086"/>
              <a:gd name="connsiteY131" fmla="*/ 1539711 h 6975464"/>
              <a:gd name="connsiteX132" fmla="*/ 1112069 w 42118086"/>
              <a:gd name="connsiteY132" fmla="*/ 1625665 h 6975464"/>
              <a:gd name="connsiteX133" fmla="*/ 746900 w 42118086"/>
              <a:gd name="connsiteY133" fmla="*/ 1348091 h 6975464"/>
              <a:gd name="connsiteX134" fmla="*/ 1110492 w 42118086"/>
              <a:gd name="connsiteY134" fmla="*/ 1064997 h 6975464"/>
              <a:gd name="connsiteX135" fmla="*/ 1488280 w 42118086"/>
              <a:gd name="connsiteY135" fmla="*/ 413645 h 6975464"/>
              <a:gd name="connsiteX136" fmla="*/ 1498533 w 42118086"/>
              <a:gd name="connsiteY136" fmla="*/ 421530 h 6975464"/>
              <a:gd name="connsiteX137" fmla="*/ 1853448 w 42118086"/>
              <a:gd name="connsiteY137" fmla="*/ 691218 h 6975464"/>
              <a:gd name="connsiteX138" fmla="*/ 1489068 w 42118086"/>
              <a:gd name="connsiteY138" fmla="*/ 973524 h 6975464"/>
              <a:gd name="connsiteX139" fmla="*/ 1123900 w 42118086"/>
              <a:gd name="connsiteY139" fmla="*/ 695950 h 6975464"/>
              <a:gd name="connsiteX140" fmla="*/ 1488280 w 42118086"/>
              <a:gd name="connsiteY140" fmla="*/ 413645 h 6975464"/>
              <a:gd name="connsiteX141" fmla="*/ 1493012 w 42118086"/>
              <a:gd name="connsiteY141" fmla="*/ 117464 h 6975464"/>
              <a:gd name="connsiteX142" fmla="*/ 42118086 w 42118086"/>
              <a:gd name="connsiteY142" fmla="*/ 0 h 6975464"/>
              <a:gd name="connsiteX143" fmla="*/ 5957423 w 42118086"/>
              <a:gd name="connsiteY143" fmla="*/ 6975464 h 6975464"/>
              <a:gd name="connsiteX144" fmla="*/ 843615 w 42118086"/>
              <a:gd name="connsiteY144" fmla="*/ 6975464 h 6975464"/>
              <a:gd name="connsiteX145" fmla="*/ 810785 w 42118086"/>
              <a:gd name="connsiteY145" fmla="*/ 6950504 h 6975464"/>
              <a:gd name="connsiteX146" fmla="*/ 746900 w 42118086"/>
              <a:gd name="connsiteY146" fmla="*/ 6901934 h 6975464"/>
              <a:gd name="connsiteX147" fmla="*/ 746900 w 42118086"/>
              <a:gd name="connsiteY147" fmla="*/ 6547081 h 6975464"/>
              <a:gd name="connsiteX148" fmla="*/ 1019002 w 42118086"/>
              <a:gd name="connsiteY148" fmla="*/ 6335746 h 6975464"/>
              <a:gd name="connsiteX149" fmla="*/ 1012693 w 42118086"/>
              <a:gd name="connsiteY149" fmla="*/ 6323918 h 6975464"/>
              <a:gd name="connsiteX150" fmla="*/ 1019791 w 42118086"/>
              <a:gd name="connsiteY150" fmla="*/ 6334957 h 6975464"/>
              <a:gd name="connsiteX151" fmla="*/ 1110492 w 42118086"/>
              <a:gd name="connsiteY151" fmla="*/ 6264775 h 6975464"/>
              <a:gd name="connsiteX152" fmla="*/ 1489068 w 42118086"/>
              <a:gd name="connsiteY152" fmla="*/ 6553389 h 6975464"/>
              <a:gd name="connsiteX153" fmla="*/ 1870800 w 42118086"/>
              <a:gd name="connsiteY153" fmla="*/ 6257678 h 6975464"/>
              <a:gd name="connsiteX154" fmla="*/ 1870800 w 42118086"/>
              <a:gd name="connsiteY154" fmla="*/ 6139394 h 6975464"/>
              <a:gd name="connsiteX155" fmla="*/ 1857392 w 42118086"/>
              <a:gd name="connsiteY155" fmla="*/ 6144914 h 6975464"/>
              <a:gd name="connsiteX156" fmla="*/ 1857392 w 42118086"/>
              <a:gd name="connsiteY156" fmla="*/ 6251370 h 6975464"/>
              <a:gd name="connsiteX157" fmla="*/ 1495378 w 42118086"/>
              <a:gd name="connsiteY157" fmla="*/ 6531309 h 6975464"/>
              <a:gd name="connsiteX158" fmla="*/ 1495378 w 42118086"/>
              <a:gd name="connsiteY158" fmla="*/ 6185131 h 6975464"/>
              <a:gd name="connsiteX159" fmla="*/ 1857392 w 42118086"/>
              <a:gd name="connsiteY159" fmla="*/ 5904403 h 6975464"/>
              <a:gd name="connsiteX160" fmla="*/ 1857392 w 42118086"/>
              <a:gd name="connsiteY160" fmla="*/ 6144125 h 6975464"/>
              <a:gd name="connsiteX161" fmla="*/ 1870800 w 42118086"/>
              <a:gd name="connsiteY161" fmla="*/ 6138605 h 6975464"/>
              <a:gd name="connsiteX162" fmla="*/ 1870800 w 42118086"/>
              <a:gd name="connsiteY162" fmla="*/ 5887843 h 6975464"/>
              <a:gd name="connsiteX163" fmla="*/ 1739875 w 42118086"/>
              <a:gd name="connsiteY163" fmla="*/ 5788484 h 6975464"/>
              <a:gd name="connsiteX164" fmla="*/ 1497744 w 42118086"/>
              <a:gd name="connsiteY164" fmla="*/ 5604749 h 6975464"/>
              <a:gd name="connsiteX165" fmla="*/ 1497744 w 42118086"/>
              <a:gd name="connsiteY165" fmla="*/ 5424957 h 6975464"/>
              <a:gd name="connsiteX166" fmla="*/ 1484336 w 42118086"/>
              <a:gd name="connsiteY166" fmla="*/ 5427322 h 6975464"/>
              <a:gd name="connsiteX167" fmla="*/ 1484336 w 42118086"/>
              <a:gd name="connsiteY167" fmla="*/ 5598440 h 6975464"/>
              <a:gd name="connsiteX168" fmla="*/ 1122322 w 42118086"/>
              <a:gd name="connsiteY168" fmla="*/ 5879169 h 6975464"/>
              <a:gd name="connsiteX169" fmla="*/ 1122322 w 42118086"/>
              <a:gd name="connsiteY169" fmla="*/ 5532990 h 6975464"/>
              <a:gd name="connsiteX170" fmla="*/ 1292682 w 42118086"/>
              <a:gd name="connsiteY170" fmla="*/ 5400511 h 6975464"/>
              <a:gd name="connsiteX171" fmla="*/ 1285583 w 42118086"/>
              <a:gd name="connsiteY171" fmla="*/ 5390260 h 6975464"/>
              <a:gd name="connsiteX172" fmla="*/ 1116013 w 42118086"/>
              <a:gd name="connsiteY172" fmla="*/ 5521161 h 6975464"/>
              <a:gd name="connsiteX173" fmla="*/ 750844 w 42118086"/>
              <a:gd name="connsiteY173" fmla="*/ 5243588 h 6975464"/>
              <a:gd name="connsiteX174" fmla="*/ 1025312 w 42118086"/>
              <a:gd name="connsiteY174" fmla="*/ 5030676 h 6975464"/>
              <a:gd name="connsiteX175" fmla="*/ 1110492 w 42118086"/>
              <a:gd name="connsiteY175" fmla="*/ 4965225 h 6975464"/>
              <a:gd name="connsiteX176" fmla="*/ 1475660 w 42118086"/>
              <a:gd name="connsiteY176" fmla="*/ 5242799 h 6975464"/>
              <a:gd name="connsiteX177" fmla="*/ 1285583 w 42118086"/>
              <a:gd name="connsiteY177" fmla="*/ 5389472 h 6975464"/>
              <a:gd name="connsiteX178" fmla="*/ 1293470 w 42118086"/>
              <a:gd name="connsiteY178" fmla="*/ 5400511 h 6975464"/>
              <a:gd name="connsiteX179" fmla="*/ 1484336 w 42118086"/>
              <a:gd name="connsiteY179" fmla="*/ 5252262 h 6975464"/>
              <a:gd name="connsiteX180" fmla="*/ 1484336 w 42118086"/>
              <a:gd name="connsiteY180" fmla="*/ 5426534 h 6975464"/>
              <a:gd name="connsiteX181" fmla="*/ 1497744 w 42118086"/>
              <a:gd name="connsiteY181" fmla="*/ 5424168 h 6975464"/>
              <a:gd name="connsiteX182" fmla="*/ 1497744 w 42118086"/>
              <a:gd name="connsiteY182" fmla="*/ 5246742 h 6975464"/>
              <a:gd name="connsiteX183" fmla="*/ 1513518 w 42118086"/>
              <a:gd name="connsiteY183" fmla="*/ 5234125 h 6975464"/>
              <a:gd name="connsiteX184" fmla="*/ 1513518 w 42118086"/>
              <a:gd name="connsiteY184" fmla="*/ 5217565 h 6975464"/>
              <a:gd name="connsiteX185" fmla="*/ 1495378 w 42118086"/>
              <a:gd name="connsiteY185" fmla="*/ 5231759 h 6975464"/>
              <a:gd name="connsiteX186" fmla="*/ 1495378 w 42118086"/>
              <a:gd name="connsiteY186" fmla="*/ 4885580 h 6975464"/>
              <a:gd name="connsiteX187" fmla="*/ 1513518 w 42118086"/>
              <a:gd name="connsiteY187" fmla="*/ 4871386 h 6975464"/>
              <a:gd name="connsiteX188" fmla="*/ 1513518 w 42118086"/>
              <a:gd name="connsiteY188" fmla="*/ 4854826 h 6975464"/>
              <a:gd name="connsiteX189" fmla="*/ 1489068 w 42118086"/>
              <a:gd name="connsiteY189" fmla="*/ 4873752 h 6975464"/>
              <a:gd name="connsiteX190" fmla="*/ 1123900 w 42118086"/>
              <a:gd name="connsiteY190" fmla="*/ 4596178 h 6975464"/>
              <a:gd name="connsiteX191" fmla="*/ 1488280 w 42118086"/>
              <a:gd name="connsiteY191" fmla="*/ 4313873 h 6975464"/>
              <a:gd name="connsiteX192" fmla="*/ 1853448 w 42118086"/>
              <a:gd name="connsiteY192" fmla="*/ 4591447 h 6975464"/>
              <a:gd name="connsiteX193" fmla="*/ 1514307 w 42118086"/>
              <a:gd name="connsiteY193" fmla="*/ 4854826 h 6975464"/>
              <a:gd name="connsiteX194" fmla="*/ 1514307 w 42118086"/>
              <a:gd name="connsiteY194" fmla="*/ 4870598 h 6975464"/>
              <a:gd name="connsiteX195" fmla="*/ 1857392 w 42118086"/>
              <a:gd name="connsiteY195" fmla="*/ 4604852 h 6975464"/>
              <a:gd name="connsiteX196" fmla="*/ 1857392 w 42118086"/>
              <a:gd name="connsiteY196" fmla="*/ 4951031 h 6975464"/>
              <a:gd name="connsiteX197" fmla="*/ 1514307 w 42118086"/>
              <a:gd name="connsiteY197" fmla="*/ 5217565 h 6975464"/>
              <a:gd name="connsiteX198" fmla="*/ 1514307 w 42118086"/>
              <a:gd name="connsiteY198" fmla="*/ 5234125 h 6975464"/>
              <a:gd name="connsiteX199" fmla="*/ 1870800 w 42118086"/>
              <a:gd name="connsiteY199" fmla="*/ 4957339 h 6975464"/>
              <a:gd name="connsiteX200" fmla="*/ 1870800 w 42118086"/>
              <a:gd name="connsiteY200" fmla="*/ 4588292 h 6975464"/>
              <a:gd name="connsiteX201" fmla="*/ 1497744 w 42118086"/>
              <a:gd name="connsiteY201" fmla="*/ 4304410 h 6975464"/>
              <a:gd name="connsiteX202" fmla="*/ 1497744 w 42118086"/>
              <a:gd name="connsiteY202" fmla="*/ 3956654 h 6975464"/>
              <a:gd name="connsiteX203" fmla="*/ 1484336 w 42118086"/>
              <a:gd name="connsiteY203" fmla="*/ 3966905 h 6975464"/>
              <a:gd name="connsiteX204" fmla="*/ 1484336 w 42118086"/>
              <a:gd name="connsiteY204" fmla="*/ 4299679 h 6975464"/>
              <a:gd name="connsiteX205" fmla="*/ 1122322 w 42118086"/>
              <a:gd name="connsiteY205" fmla="*/ 4579618 h 6975464"/>
              <a:gd name="connsiteX206" fmla="*/ 1122322 w 42118086"/>
              <a:gd name="connsiteY206" fmla="*/ 4233439 h 6975464"/>
              <a:gd name="connsiteX207" fmla="*/ 1484336 w 42118086"/>
              <a:gd name="connsiteY207" fmla="*/ 3952712 h 6975464"/>
              <a:gd name="connsiteX208" fmla="*/ 1484336 w 42118086"/>
              <a:gd name="connsiteY208" fmla="*/ 3966117 h 6975464"/>
              <a:gd name="connsiteX209" fmla="*/ 1497744 w 42118086"/>
              <a:gd name="connsiteY209" fmla="*/ 3955866 h 6975464"/>
              <a:gd name="connsiteX210" fmla="*/ 1497744 w 42118086"/>
              <a:gd name="connsiteY210" fmla="*/ 3936152 h 6975464"/>
              <a:gd name="connsiteX211" fmla="*/ 1136519 w 42118086"/>
              <a:gd name="connsiteY211" fmla="*/ 3661732 h 6975464"/>
              <a:gd name="connsiteX212" fmla="*/ 1125477 w 42118086"/>
              <a:gd name="connsiteY212" fmla="*/ 3669618 h 6975464"/>
              <a:gd name="connsiteX213" fmla="*/ 1135730 w 42118086"/>
              <a:gd name="connsiteY213" fmla="*/ 3660943 h 6975464"/>
              <a:gd name="connsiteX214" fmla="*/ 1119956 w 42118086"/>
              <a:gd name="connsiteY214" fmla="*/ 3649115 h 6975464"/>
              <a:gd name="connsiteX215" fmla="*/ 1119956 w 42118086"/>
              <a:gd name="connsiteY215" fmla="*/ 3637286 h 6975464"/>
              <a:gd name="connsiteX216" fmla="*/ 1106548 w 42118086"/>
              <a:gd name="connsiteY216" fmla="*/ 3637286 h 6975464"/>
              <a:gd name="connsiteX217" fmla="*/ 1106548 w 42118086"/>
              <a:gd name="connsiteY217" fmla="*/ 3649903 h 6975464"/>
              <a:gd name="connsiteX218" fmla="*/ 744534 w 42118086"/>
              <a:gd name="connsiteY218" fmla="*/ 3929843 h 6975464"/>
              <a:gd name="connsiteX219" fmla="*/ 744534 w 42118086"/>
              <a:gd name="connsiteY219" fmla="*/ 3612841 h 6975464"/>
              <a:gd name="connsiteX220" fmla="*/ 744534 w 42118086"/>
              <a:gd name="connsiteY220" fmla="*/ 3584453 h 6975464"/>
              <a:gd name="connsiteX221" fmla="*/ 1106548 w 42118086"/>
              <a:gd name="connsiteY221" fmla="*/ 3303725 h 6975464"/>
              <a:gd name="connsiteX222" fmla="*/ 1106548 w 42118086"/>
              <a:gd name="connsiteY222" fmla="*/ 3617573 h 6975464"/>
              <a:gd name="connsiteX223" fmla="*/ 1106548 w 42118086"/>
              <a:gd name="connsiteY223" fmla="*/ 3636498 h 6975464"/>
              <a:gd name="connsiteX224" fmla="*/ 1119956 w 42118086"/>
              <a:gd name="connsiteY224" fmla="*/ 3636498 h 6975464"/>
              <a:gd name="connsiteX225" fmla="*/ 1119956 w 42118086"/>
              <a:gd name="connsiteY225" fmla="*/ 3298205 h 6975464"/>
              <a:gd name="connsiteX226" fmla="*/ 1392847 w 42118086"/>
              <a:gd name="connsiteY226" fmla="*/ 3086870 h 6975464"/>
              <a:gd name="connsiteX227" fmla="*/ 1483547 w 42118086"/>
              <a:gd name="connsiteY227" fmla="*/ 3016688 h 6975464"/>
              <a:gd name="connsiteX228" fmla="*/ 1862913 w 42118086"/>
              <a:gd name="connsiteY228" fmla="*/ 3304513 h 6975464"/>
              <a:gd name="connsiteX229" fmla="*/ 2243855 w 42118086"/>
              <a:gd name="connsiteY229" fmla="*/ 3008803 h 6975464"/>
              <a:gd name="connsiteX230" fmla="*/ 2243855 w 42118086"/>
              <a:gd name="connsiteY230" fmla="*/ 2891307 h 6975464"/>
              <a:gd name="connsiteX231" fmla="*/ 2231236 w 42118086"/>
              <a:gd name="connsiteY231" fmla="*/ 2896827 h 6975464"/>
              <a:gd name="connsiteX232" fmla="*/ 2231236 w 42118086"/>
              <a:gd name="connsiteY232" fmla="*/ 3002494 h 6975464"/>
              <a:gd name="connsiteX233" fmla="*/ 1869222 w 42118086"/>
              <a:gd name="connsiteY233" fmla="*/ 3283222 h 6975464"/>
              <a:gd name="connsiteX234" fmla="*/ 1869222 w 42118086"/>
              <a:gd name="connsiteY234" fmla="*/ 2937043 h 6975464"/>
              <a:gd name="connsiteX235" fmla="*/ 2231236 w 42118086"/>
              <a:gd name="connsiteY235" fmla="*/ 2656315 h 6975464"/>
              <a:gd name="connsiteX236" fmla="*/ 2231236 w 42118086"/>
              <a:gd name="connsiteY236" fmla="*/ 2896038 h 6975464"/>
              <a:gd name="connsiteX237" fmla="*/ 2243855 w 42118086"/>
              <a:gd name="connsiteY237" fmla="*/ 2890518 h 6975464"/>
              <a:gd name="connsiteX238" fmla="*/ 2243855 w 42118086"/>
              <a:gd name="connsiteY238" fmla="*/ 2639755 h 6975464"/>
              <a:gd name="connsiteX239" fmla="*/ 2113720 w 42118086"/>
              <a:gd name="connsiteY239" fmla="*/ 2540397 h 6975464"/>
              <a:gd name="connsiteX240" fmla="*/ 2100312 w 42118086"/>
              <a:gd name="connsiteY240" fmla="*/ 2546705 h 6975464"/>
              <a:gd name="connsiteX241" fmla="*/ 2226503 w 42118086"/>
              <a:gd name="connsiteY241" fmla="*/ 2642910 h 6975464"/>
              <a:gd name="connsiteX242" fmla="*/ 1862124 w 42118086"/>
              <a:gd name="connsiteY242" fmla="*/ 2925215 h 6975464"/>
              <a:gd name="connsiteX243" fmla="*/ 1496955 w 42118086"/>
              <a:gd name="connsiteY243" fmla="*/ 2647641 h 6975464"/>
              <a:gd name="connsiteX244" fmla="*/ 1861335 w 42118086"/>
              <a:gd name="connsiteY244" fmla="*/ 2365336 h 6975464"/>
              <a:gd name="connsiteX245" fmla="*/ 2099523 w 42118086"/>
              <a:gd name="connsiteY245" fmla="*/ 2545916 h 6975464"/>
              <a:gd name="connsiteX246" fmla="*/ 2112931 w 42118086"/>
              <a:gd name="connsiteY246" fmla="*/ 2539608 h 6975464"/>
              <a:gd name="connsiteX247" fmla="*/ 1870800 w 42118086"/>
              <a:gd name="connsiteY247" fmla="*/ 2355873 h 6975464"/>
              <a:gd name="connsiteX248" fmla="*/ 1870800 w 42118086"/>
              <a:gd name="connsiteY248" fmla="*/ 2176869 h 6975464"/>
              <a:gd name="connsiteX249" fmla="*/ 1857392 w 42118086"/>
              <a:gd name="connsiteY249" fmla="*/ 2178447 h 6975464"/>
              <a:gd name="connsiteX250" fmla="*/ 1857392 w 42118086"/>
              <a:gd name="connsiteY250" fmla="*/ 2350353 h 6975464"/>
              <a:gd name="connsiteX251" fmla="*/ 1496167 w 42118086"/>
              <a:gd name="connsiteY251" fmla="*/ 2631081 h 6975464"/>
              <a:gd name="connsiteX252" fmla="*/ 1496167 w 42118086"/>
              <a:gd name="connsiteY252" fmla="*/ 2284114 h 6975464"/>
              <a:gd name="connsiteX253" fmla="*/ 1666526 w 42118086"/>
              <a:gd name="connsiteY253" fmla="*/ 2152424 h 6975464"/>
              <a:gd name="connsiteX254" fmla="*/ 1658639 w 42118086"/>
              <a:gd name="connsiteY254" fmla="*/ 2141384 h 6975464"/>
              <a:gd name="connsiteX255" fmla="*/ 1666526 w 42118086"/>
              <a:gd name="connsiteY255" fmla="*/ 2151636 h 6975464"/>
              <a:gd name="connsiteX256" fmla="*/ 1857392 w 42118086"/>
              <a:gd name="connsiteY256" fmla="*/ 2003386 h 6975464"/>
              <a:gd name="connsiteX257" fmla="*/ 1857392 w 42118086"/>
              <a:gd name="connsiteY257" fmla="*/ 2177658 h 6975464"/>
              <a:gd name="connsiteX258" fmla="*/ 1870800 w 42118086"/>
              <a:gd name="connsiteY258" fmla="*/ 2176081 h 6975464"/>
              <a:gd name="connsiteX259" fmla="*/ 1870800 w 42118086"/>
              <a:gd name="connsiteY259" fmla="*/ 1998654 h 6975464"/>
              <a:gd name="connsiteX260" fmla="*/ 1886574 w 42118086"/>
              <a:gd name="connsiteY260" fmla="*/ 1986037 h 6975464"/>
              <a:gd name="connsiteX261" fmla="*/ 1886574 w 42118086"/>
              <a:gd name="connsiteY261" fmla="*/ 1969478 h 6975464"/>
              <a:gd name="connsiteX262" fmla="*/ 1869222 w 42118086"/>
              <a:gd name="connsiteY262" fmla="*/ 1982883 h 6975464"/>
              <a:gd name="connsiteX263" fmla="*/ 1869222 w 42118086"/>
              <a:gd name="connsiteY263" fmla="*/ 1636704 h 6975464"/>
              <a:gd name="connsiteX264" fmla="*/ 1886574 w 42118086"/>
              <a:gd name="connsiteY264" fmla="*/ 1623299 h 6975464"/>
              <a:gd name="connsiteX265" fmla="*/ 1886574 w 42118086"/>
              <a:gd name="connsiteY265" fmla="*/ 1606739 h 6975464"/>
              <a:gd name="connsiteX266" fmla="*/ 1862124 w 42118086"/>
              <a:gd name="connsiteY266" fmla="*/ 1625665 h 6975464"/>
              <a:gd name="connsiteX267" fmla="*/ 1496955 w 42118086"/>
              <a:gd name="connsiteY267" fmla="*/ 1348091 h 6975464"/>
              <a:gd name="connsiteX268" fmla="*/ 1861335 w 42118086"/>
              <a:gd name="connsiteY268" fmla="*/ 1064997 h 6975464"/>
              <a:gd name="connsiteX269" fmla="*/ 2226503 w 42118086"/>
              <a:gd name="connsiteY269" fmla="*/ 1342571 h 6975464"/>
              <a:gd name="connsiteX270" fmla="*/ 1887362 w 42118086"/>
              <a:gd name="connsiteY270" fmla="*/ 1605951 h 6975464"/>
              <a:gd name="connsiteX271" fmla="*/ 1887362 w 42118086"/>
              <a:gd name="connsiteY271" fmla="*/ 1622510 h 6975464"/>
              <a:gd name="connsiteX272" fmla="*/ 2231236 w 42118086"/>
              <a:gd name="connsiteY272" fmla="*/ 1355976 h 6975464"/>
              <a:gd name="connsiteX273" fmla="*/ 2231236 w 42118086"/>
              <a:gd name="connsiteY273" fmla="*/ 1702944 h 6975464"/>
              <a:gd name="connsiteX274" fmla="*/ 1887362 w 42118086"/>
              <a:gd name="connsiteY274" fmla="*/ 1968689 h 6975464"/>
              <a:gd name="connsiteX275" fmla="*/ 1887362 w 42118086"/>
              <a:gd name="connsiteY275" fmla="*/ 1985249 h 6975464"/>
              <a:gd name="connsiteX276" fmla="*/ 2243855 w 42118086"/>
              <a:gd name="connsiteY276" fmla="*/ 1709252 h 6975464"/>
              <a:gd name="connsiteX277" fmla="*/ 2243855 w 42118086"/>
              <a:gd name="connsiteY277" fmla="*/ 1339416 h 6975464"/>
              <a:gd name="connsiteX278" fmla="*/ 1870800 w 42118086"/>
              <a:gd name="connsiteY278" fmla="*/ 1056323 h 6975464"/>
              <a:gd name="connsiteX279" fmla="*/ 1870800 w 42118086"/>
              <a:gd name="connsiteY279" fmla="*/ 707778 h 6975464"/>
              <a:gd name="connsiteX280" fmla="*/ 1857392 w 42118086"/>
              <a:gd name="connsiteY280" fmla="*/ 718030 h 6975464"/>
              <a:gd name="connsiteX281" fmla="*/ 1857392 w 42118086"/>
              <a:gd name="connsiteY281" fmla="*/ 1050803 h 6975464"/>
              <a:gd name="connsiteX282" fmla="*/ 1496167 w 42118086"/>
              <a:gd name="connsiteY282" fmla="*/ 1331531 h 6975464"/>
              <a:gd name="connsiteX283" fmla="*/ 1496167 w 42118086"/>
              <a:gd name="connsiteY283" fmla="*/ 985352 h 6975464"/>
              <a:gd name="connsiteX284" fmla="*/ 1857392 w 42118086"/>
              <a:gd name="connsiteY284" fmla="*/ 704624 h 6975464"/>
              <a:gd name="connsiteX285" fmla="*/ 1857392 w 42118086"/>
              <a:gd name="connsiteY285" fmla="*/ 717241 h 6975464"/>
              <a:gd name="connsiteX286" fmla="*/ 1870800 w 42118086"/>
              <a:gd name="connsiteY286" fmla="*/ 706990 h 6975464"/>
              <a:gd name="connsiteX287" fmla="*/ 1870800 w 42118086"/>
              <a:gd name="connsiteY287" fmla="*/ 688064 h 6975464"/>
              <a:gd name="connsiteX288" fmla="*/ 1509574 w 42118086"/>
              <a:gd name="connsiteY288" fmla="*/ 412856 h 6975464"/>
              <a:gd name="connsiteX289" fmla="*/ 1498533 w 42118086"/>
              <a:gd name="connsiteY289" fmla="*/ 421530 h 6975464"/>
              <a:gd name="connsiteX290" fmla="*/ 1508786 w 42118086"/>
              <a:gd name="connsiteY290" fmla="*/ 412856 h 6975464"/>
              <a:gd name="connsiteX291" fmla="*/ 1493012 w 42118086"/>
              <a:gd name="connsiteY291" fmla="*/ 401028 h 6975464"/>
              <a:gd name="connsiteX292" fmla="*/ 1493012 w 42118086"/>
              <a:gd name="connsiteY292" fmla="*/ 119417 h 6975464"/>
              <a:gd name="connsiteX293" fmla="*/ 1493012 w 42118086"/>
              <a:gd name="connsiteY293" fmla="*/ 117464 h 6975464"/>
              <a:gd name="connsiteX294" fmla="*/ 1398859 w 42118086"/>
              <a:gd name="connsiteY294" fmla="*/ 117464 h 6975464"/>
              <a:gd name="connsiteX295" fmla="*/ 1480393 w 42118086"/>
              <a:gd name="connsiteY295" fmla="*/ 117464 h 6975464"/>
              <a:gd name="connsiteX296" fmla="*/ 1480393 w 42118086"/>
              <a:gd name="connsiteY296" fmla="*/ 201868 h 6975464"/>
              <a:gd name="connsiteX297" fmla="*/ 1480393 w 42118086"/>
              <a:gd name="connsiteY297" fmla="*/ 401028 h 6975464"/>
              <a:gd name="connsiteX298" fmla="*/ 1118379 w 42118086"/>
              <a:gd name="connsiteY298" fmla="*/ 681756 h 6975464"/>
              <a:gd name="connsiteX299" fmla="*/ 1118379 w 42118086"/>
              <a:gd name="connsiteY299" fmla="*/ 335577 h 6975464"/>
              <a:gd name="connsiteX300" fmla="*/ 1379242 w 42118086"/>
              <a:gd name="connsiteY300" fmla="*/ 132719 h 6975464"/>
              <a:gd name="connsiteX301" fmla="*/ 1398859 w 42118086"/>
              <a:gd name="connsiteY301" fmla="*/ 117464 h 6975464"/>
              <a:gd name="connsiteX302" fmla="*/ 840168 w 42118086"/>
              <a:gd name="connsiteY302" fmla="*/ 117464 h 6975464"/>
              <a:gd name="connsiteX303" fmla="*/ 1377550 w 42118086"/>
              <a:gd name="connsiteY303" fmla="*/ 117464 h 6975464"/>
              <a:gd name="connsiteX304" fmla="*/ 1301753 w 42118086"/>
              <a:gd name="connsiteY304" fmla="*/ 176360 h 6975464"/>
              <a:gd name="connsiteX305" fmla="*/ 1112069 w 42118086"/>
              <a:gd name="connsiteY305" fmla="*/ 323748 h 6975464"/>
              <a:gd name="connsiteX306" fmla="*/ 857417 w 42118086"/>
              <a:gd name="connsiteY306" fmla="*/ 130551 h 6975464"/>
              <a:gd name="connsiteX307" fmla="*/ 840168 w 42118086"/>
              <a:gd name="connsiteY307" fmla="*/ 117464 h 6975464"/>
              <a:gd name="connsiteX0" fmla="*/ 738225 w 42198532"/>
              <a:gd name="connsiteY0" fmla="*/ 6911396 h 6975464"/>
              <a:gd name="connsiteX1" fmla="*/ 814828 w 42198532"/>
              <a:gd name="connsiteY1" fmla="*/ 6969750 h 6975464"/>
              <a:gd name="connsiteX2" fmla="*/ 822329 w 42198532"/>
              <a:gd name="connsiteY2" fmla="*/ 6975464 h 6975464"/>
              <a:gd name="connsiteX3" fmla="*/ 655724 w 42198532"/>
              <a:gd name="connsiteY3" fmla="*/ 6975464 h 6975464"/>
              <a:gd name="connsiteX4" fmla="*/ 656989 w 42198532"/>
              <a:gd name="connsiteY4" fmla="*/ 6974481 h 6975464"/>
              <a:gd name="connsiteX5" fmla="*/ 738225 w 42198532"/>
              <a:gd name="connsiteY5" fmla="*/ 6911396 h 6975464"/>
              <a:gd name="connsiteX6" fmla="*/ 733493 w 42198532"/>
              <a:gd name="connsiteY6" fmla="*/ 6551812 h 6975464"/>
              <a:gd name="connsiteX7" fmla="*/ 733493 w 42198532"/>
              <a:gd name="connsiteY7" fmla="*/ 6897991 h 6975464"/>
              <a:gd name="connsiteX8" fmla="*/ 639637 w 42198532"/>
              <a:gd name="connsiteY8" fmla="*/ 6970539 h 6975464"/>
              <a:gd name="connsiteX9" fmla="*/ 656989 w 42198532"/>
              <a:gd name="connsiteY9" fmla="*/ 6974481 h 6975464"/>
              <a:gd name="connsiteX10" fmla="*/ 638848 w 42198532"/>
              <a:gd name="connsiteY10" fmla="*/ 6971327 h 6975464"/>
              <a:gd name="connsiteX11" fmla="*/ 633515 w 42198532"/>
              <a:gd name="connsiteY11" fmla="*/ 6975464 h 6975464"/>
              <a:gd name="connsiteX12" fmla="*/ 371479 w 42198532"/>
              <a:gd name="connsiteY12" fmla="*/ 6975464 h 6975464"/>
              <a:gd name="connsiteX13" fmla="*/ 371479 w 42198532"/>
              <a:gd name="connsiteY13" fmla="*/ 6917056 h 6975464"/>
              <a:gd name="connsiteX14" fmla="*/ 371479 w 42198532"/>
              <a:gd name="connsiteY14" fmla="*/ 6832540 h 6975464"/>
              <a:gd name="connsiteX15" fmla="*/ 733493 w 42198532"/>
              <a:gd name="connsiteY15" fmla="*/ 6551812 h 6975464"/>
              <a:gd name="connsiteX16" fmla="*/ 1106548 w 42198532"/>
              <a:gd name="connsiteY16" fmla="*/ 5904403 h 6975464"/>
              <a:gd name="connsiteX17" fmla="*/ 1106548 w 42198532"/>
              <a:gd name="connsiteY17" fmla="*/ 6251370 h 6975464"/>
              <a:gd name="connsiteX18" fmla="*/ 1012693 w 42198532"/>
              <a:gd name="connsiteY18" fmla="*/ 6323918 h 6975464"/>
              <a:gd name="connsiteX19" fmla="*/ 744534 w 42198532"/>
              <a:gd name="connsiteY19" fmla="*/ 6531309 h 6975464"/>
              <a:gd name="connsiteX20" fmla="*/ 744534 w 42198532"/>
              <a:gd name="connsiteY20" fmla="*/ 6185131 h 6975464"/>
              <a:gd name="connsiteX21" fmla="*/ 873093 w 42198532"/>
              <a:gd name="connsiteY21" fmla="*/ 6085772 h 6975464"/>
              <a:gd name="connsiteX22" fmla="*/ 1106548 w 42198532"/>
              <a:gd name="connsiteY22" fmla="*/ 5904403 h 6975464"/>
              <a:gd name="connsiteX23" fmla="*/ 1739875 w 42198532"/>
              <a:gd name="connsiteY23" fmla="*/ 5788484 h 6975464"/>
              <a:gd name="connsiteX24" fmla="*/ 1726467 w 42198532"/>
              <a:gd name="connsiteY24" fmla="*/ 5794792 h 6975464"/>
              <a:gd name="connsiteX25" fmla="*/ 1739875 w 42198532"/>
              <a:gd name="connsiteY25" fmla="*/ 5788484 h 6975464"/>
              <a:gd name="connsiteX26" fmla="*/ 1488280 w 42198532"/>
              <a:gd name="connsiteY26" fmla="*/ 5613423 h 6975464"/>
              <a:gd name="connsiteX27" fmla="*/ 1726467 w 42198532"/>
              <a:gd name="connsiteY27" fmla="*/ 5794792 h 6975464"/>
              <a:gd name="connsiteX28" fmla="*/ 1853448 w 42198532"/>
              <a:gd name="connsiteY28" fmla="*/ 5890997 h 6975464"/>
              <a:gd name="connsiteX29" fmla="*/ 1489068 w 42198532"/>
              <a:gd name="connsiteY29" fmla="*/ 6174091 h 6975464"/>
              <a:gd name="connsiteX30" fmla="*/ 1123900 w 42198532"/>
              <a:gd name="connsiteY30" fmla="*/ 5896517 h 6975464"/>
              <a:gd name="connsiteX31" fmla="*/ 1488280 w 42198532"/>
              <a:gd name="connsiteY31" fmla="*/ 5613423 h 6975464"/>
              <a:gd name="connsiteX32" fmla="*/ 359648 w 42198532"/>
              <a:gd name="connsiteY32" fmla="*/ 4965225 h 6975464"/>
              <a:gd name="connsiteX33" fmla="*/ 724817 w 42198532"/>
              <a:gd name="connsiteY33" fmla="*/ 5242799 h 6975464"/>
              <a:gd name="connsiteX34" fmla="*/ 487418 w 42198532"/>
              <a:gd name="connsiteY34" fmla="*/ 5426534 h 6975464"/>
              <a:gd name="connsiteX35" fmla="*/ 493727 w 42198532"/>
              <a:gd name="connsiteY35" fmla="*/ 5437574 h 6975464"/>
              <a:gd name="connsiteX36" fmla="*/ 733493 w 42198532"/>
              <a:gd name="connsiteY36" fmla="*/ 5252262 h 6975464"/>
              <a:gd name="connsiteX37" fmla="*/ 733493 w 42198532"/>
              <a:gd name="connsiteY37" fmla="*/ 5598440 h 6975464"/>
              <a:gd name="connsiteX38" fmla="*/ 633328 w 42198532"/>
              <a:gd name="connsiteY38" fmla="*/ 5675720 h 6975464"/>
              <a:gd name="connsiteX39" fmla="*/ 641215 w 42198532"/>
              <a:gd name="connsiteY39" fmla="*/ 5688337 h 6975464"/>
              <a:gd name="connsiteX40" fmla="*/ 737436 w 42198532"/>
              <a:gd name="connsiteY40" fmla="*/ 5613423 h 6975464"/>
              <a:gd name="connsiteX41" fmla="*/ 1102605 w 42198532"/>
              <a:gd name="connsiteY41" fmla="*/ 5890997 h 6975464"/>
              <a:gd name="connsiteX42" fmla="*/ 866783 w 42198532"/>
              <a:gd name="connsiteY42" fmla="*/ 6073943 h 6975464"/>
              <a:gd name="connsiteX43" fmla="*/ 873093 w 42198532"/>
              <a:gd name="connsiteY43" fmla="*/ 6085772 h 6975464"/>
              <a:gd name="connsiteX44" fmla="*/ 865994 w 42198532"/>
              <a:gd name="connsiteY44" fmla="*/ 6074732 h 6975464"/>
              <a:gd name="connsiteX45" fmla="*/ 738225 w 42198532"/>
              <a:gd name="connsiteY45" fmla="*/ 6174091 h 6975464"/>
              <a:gd name="connsiteX46" fmla="*/ 373056 w 42198532"/>
              <a:gd name="connsiteY46" fmla="*/ 5896517 h 6975464"/>
              <a:gd name="connsiteX47" fmla="*/ 640426 w 42198532"/>
              <a:gd name="connsiteY47" fmla="*/ 5689125 h 6975464"/>
              <a:gd name="connsiteX48" fmla="*/ 633328 w 42198532"/>
              <a:gd name="connsiteY48" fmla="*/ 5676508 h 6975464"/>
              <a:gd name="connsiteX49" fmla="*/ 371479 w 42198532"/>
              <a:gd name="connsiteY49" fmla="*/ 5879169 h 6975464"/>
              <a:gd name="connsiteX50" fmla="*/ 371479 w 42198532"/>
              <a:gd name="connsiteY50" fmla="*/ 5532990 h 6975464"/>
              <a:gd name="connsiteX51" fmla="*/ 493727 w 42198532"/>
              <a:gd name="connsiteY51" fmla="*/ 5438362 h 6975464"/>
              <a:gd name="connsiteX52" fmla="*/ 486629 w 42198532"/>
              <a:gd name="connsiteY52" fmla="*/ 5426534 h 6975464"/>
              <a:gd name="connsiteX53" fmla="*/ 365169 w 42198532"/>
              <a:gd name="connsiteY53" fmla="*/ 5521161 h 6975464"/>
              <a:gd name="connsiteX54" fmla="*/ 0 w 42198532"/>
              <a:gd name="connsiteY54" fmla="*/ 5243588 h 6975464"/>
              <a:gd name="connsiteX55" fmla="*/ 359648 w 42198532"/>
              <a:gd name="connsiteY55" fmla="*/ 4965225 h 6975464"/>
              <a:gd name="connsiteX56" fmla="*/ 1106548 w 42198532"/>
              <a:gd name="connsiteY56" fmla="*/ 4604852 h 6975464"/>
              <a:gd name="connsiteX57" fmla="*/ 1106548 w 42198532"/>
              <a:gd name="connsiteY57" fmla="*/ 4951031 h 6975464"/>
              <a:gd name="connsiteX58" fmla="*/ 1018214 w 42198532"/>
              <a:gd name="connsiteY58" fmla="*/ 5019636 h 6975464"/>
              <a:gd name="connsiteX59" fmla="*/ 1025312 w 42198532"/>
              <a:gd name="connsiteY59" fmla="*/ 5030676 h 6975464"/>
              <a:gd name="connsiteX60" fmla="*/ 1017425 w 42198532"/>
              <a:gd name="connsiteY60" fmla="*/ 5020424 h 6975464"/>
              <a:gd name="connsiteX61" fmla="*/ 744534 w 42198532"/>
              <a:gd name="connsiteY61" fmla="*/ 5231759 h 6975464"/>
              <a:gd name="connsiteX62" fmla="*/ 744534 w 42198532"/>
              <a:gd name="connsiteY62" fmla="*/ 4885580 h 6975464"/>
              <a:gd name="connsiteX63" fmla="*/ 856530 w 42198532"/>
              <a:gd name="connsiteY63" fmla="*/ 4798050 h 6975464"/>
              <a:gd name="connsiteX64" fmla="*/ 849432 w 42198532"/>
              <a:gd name="connsiteY64" fmla="*/ 4787799 h 6975464"/>
              <a:gd name="connsiteX65" fmla="*/ 857319 w 42198532"/>
              <a:gd name="connsiteY65" fmla="*/ 4798050 h 6975464"/>
              <a:gd name="connsiteX66" fmla="*/ 1106548 w 42198532"/>
              <a:gd name="connsiteY66" fmla="*/ 4604852 h 6975464"/>
              <a:gd name="connsiteX67" fmla="*/ 737436 w 42198532"/>
              <a:gd name="connsiteY67" fmla="*/ 4313873 h 6975464"/>
              <a:gd name="connsiteX68" fmla="*/ 1102605 w 42198532"/>
              <a:gd name="connsiteY68" fmla="*/ 4591447 h 6975464"/>
              <a:gd name="connsiteX69" fmla="*/ 849432 w 42198532"/>
              <a:gd name="connsiteY69" fmla="*/ 4787799 h 6975464"/>
              <a:gd name="connsiteX70" fmla="*/ 738225 w 42198532"/>
              <a:gd name="connsiteY70" fmla="*/ 4873752 h 6975464"/>
              <a:gd name="connsiteX71" fmla="*/ 373056 w 42198532"/>
              <a:gd name="connsiteY71" fmla="*/ 4596178 h 6975464"/>
              <a:gd name="connsiteX72" fmla="*/ 737436 w 42198532"/>
              <a:gd name="connsiteY72" fmla="*/ 4313873 h 6975464"/>
              <a:gd name="connsiteX73" fmla="*/ 1115224 w 42198532"/>
              <a:gd name="connsiteY73" fmla="*/ 3661732 h 6975464"/>
              <a:gd name="connsiteX74" fmla="*/ 1125477 w 42198532"/>
              <a:gd name="connsiteY74" fmla="*/ 3669618 h 6975464"/>
              <a:gd name="connsiteX75" fmla="*/ 1480393 w 42198532"/>
              <a:gd name="connsiteY75" fmla="*/ 3939306 h 6975464"/>
              <a:gd name="connsiteX76" fmla="*/ 1116013 w 42198532"/>
              <a:gd name="connsiteY76" fmla="*/ 4222399 h 6975464"/>
              <a:gd name="connsiteX77" fmla="*/ 750844 w 42198532"/>
              <a:gd name="connsiteY77" fmla="*/ 3944037 h 6975464"/>
              <a:gd name="connsiteX78" fmla="*/ 1115224 w 42198532"/>
              <a:gd name="connsiteY78" fmla="*/ 3661732 h 6975464"/>
              <a:gd name="connsiteX79" fmla="*/ 1480393 w 42198532"/>
              <a:gd name="connsiteY79" fmla="*/ 2656315 h 6975464"/>
              <a:gd name="connsiteX80" fmla="*/ 1480393 w 42198532"/>
              <a:gd name="connsiteY80" fmla="*/ 3002494 h 6975464"/>
              <a:gd name="connsiteX81" fmla="*/ 1386537 w 42198532"/>
              <a:gd name="connsiteY81" fmla="*/ 3075042 h 6975464"/>
              <a:gd name="connsiteX82" fmla="*/ 1392847 w 42198532"/>
              <a:gd name="connsiteY82" fmla="*/ 3086870 h 6975464"/>
              <a:gd name="connsiteX83" fmla="*/ 1385748 w 42198532"/>
              <a:gd name="connsiteY83" fmla="*/ 3075830 h 6975464"/>
              <a:gd name="connsiteX84" fmla="*/ 1118379 w 42198532"/>
              <a:gd name="connsiteY84" fmla="*/ 3283222 h 6975464"/>
              <a:gd name="connsiteX85" fmla="*/ 1118379 w 42198532"/>
              <a:gd name="connsiteY85" fmla="*/ 2937043 h 6975464"/>
              <a:gd name="connsiteX86" fmla="*/ 1246148 w 42198532"/>
              <a:gd name="connsiteY86" fmla="*/ 2837685 h 6975464"/>
              <a:gd name="connsiteX87" fmla="*/ 1239839 w 42198532"/>
              <a:gd name="connsiteY87" fmla="*/ 2825856 h 6975464"/>
              <a:gd name="connsiteX88" fmla="*/ 1246937 w 42198532"/>
              <a:gd name="connsiteY88" fmla="*/ 2836896 h 6975464"/>
              <a:gd name="connsiteX89" fmla="*/ 1480393 w 42198532"/>
              <a:gd name="connsiteY89" fmla="*/ 2656315 h 6975464"/>
              <a:gd name="connsiteX90" fmla="*/ 732704 w 42198532"/>
              <a:gd name="connsiteY90" fmla="*/ 1716349 h 6975464"/>
              <a:gd name="connsiteX91" fmla="*/ 1097873 w 42198532"/>
              <a:gd name="connsiteY91" fmla="*/ 1993923 h 6975464"/>
              <a:gd name="connsiteX92" fmla="*/ 860473 w 42198532"/>
              <a:gd name="connsiteY92" fmla="*/ 2177658 h 6975464"/>
              <a:gd name="connsiteX93" fmla="*/ 867572 w 42198532"/>
              <a:gd name="connsiteY93" fmla="*/ 2189486 h 6975464"/>
              <a:gd name="connsiteX94" fmla="*/ 1106548 w 42198532"/>
              <a:gd name="connsiteY94" fmla="*/ 2003386 h 6975464"/>
              <a:gd name="connsiteX95" fmla="*/ 1106548 w 42198532"/>
              <a:gd name="connsiteY95" fmla="*/ 2350353 h 6975464"/>
              <a:gd name="connsiteX96" fmla="*/ 1007172 w 42198532"/>
              <a:gd name="connsiteY96" fmla="*/ 2427632 h 6975464"/>
              <a:gd name="connsiteX97" fmla="*/ 1014270 w 42198532"/>
              <a:gd name="connsiteY97" fmla="*/ 2440249 h 6975464"/>
              <a:gd name="connsiteX98" fmla="*/ 1110492 w 42198532"/>
              <a:gd name="connsiteY98" fmla="*/ 2365336 h 6975464"/>
              <a:gd name="connsiteX99" fmla="*/ 1475660 w 42198532"/>
              <a:gd name="connsiteY99" fmla="*/ 2642910 h 6975464"/>
              <a:gd name="connsiteX100" fmla="*/ 1239839 w 42198532"/>
              <a:gd name="connsiteY100" fmla="*/ 2825856 h 6975464"/>
              <a:gd name="connsiteX101" fmla="*/ 1112069 w 42198532"/>
              <a:gd name="connsiteY101" fmla="*/ 2925215 h 6975464"/>
              <a:gd name="connsiteX102" fmla="*/ 746900 w 42198532"/>
              <a:gd name="connsiteY102" fmla="*/ 2647641 h 6975464"/>
              <a:gd name="connsiteX103" fmla="*/ 1013481 w 42198532"/>
              <a:gd name="connsiteY103" fmla="*/ 2440249 h 6975464"/>
              <a:gd name="connsiteX104" fmla="*/ 1006383 w 42198532"/>
              <a:gd name="connsiteY104" fmla="*/ 2427632 h 6975464"/>
              <a:gd name="connsiteX105" fmla="*/ 744534 w 42198532"/>
              <a:gd name="connsiteY105" fmla="*/ 2631081 h 6975464"/>
              <a:gd name="connsiteX106" fmla="*/ 744534 w 42198532"/>
              <a:gd name="connsiteY106" fmla="*/ 2284114 h 6975464"/>
              <a:gd name="connsiteX107" fmla="*/ 866783 w 42198532"/>
              <a:gd name="connsiteY107" fmla="*/ 2189486 h 6975464"/>
              <a:gd name="connsiteX108" fmla="*/ 860473 w 42198532"/>
              <a:gd name="connsiteY108" fmla="*/ 2178447 h 6975464"/>
              <a:gd name="connsiteX109" fmla="*/ 738225 w 42198532"/>
              <a:gd name="connsiteY109" fmla="*/ 2273074 h 6975464"/>
              <a:gd name="connsiteX110" fmla="*/ 373056 w 42198532"/>
              <a:gd name="connsiteY110" fmla="*/ 1995500 h 6975464"/>
              <a:gd name="connsiteX111" fmla="*/ 732704 w 42198532"/>
              <a:gd name="connsiteY111" fmla="*/ 1716349 h 6975464"/>
              <a:gd name="connsiteX112" fmla="*/ 1480393 w 42198532"/>
              <a:gd name="connsiteY112" fmla="*/ 1355976 h 6975464"/>
              <a:gd name="connsiteX113" fmla="*/ 1480393 w 42198532"/>
              <a:gd name="connsiteY113" fmla="*/ 1702944 h 6975464"/>
              <a:gd name="connsiteX114" fmla="*/ 1391269 w 42198532"/>
              <a:gd name="connsiteY114" fmla="*/ 1771549 h 6975464"/>
              <a:gd name="connsiteX115" fmla="*/ 1399156 w 42198532"/>
              <a:gd name="connsiteY115" fmla="*/ 1781800 h 6975464"/>
              <a:gd name="connsiteX116" fmla="*/ 1483547 w 42198532"/>
              <a:gd name="connsiteY116" fmla="*/ 1716349 h 6975464"/>
              <a:gd name="connsiteX117" fmla="*/ 1848716 w 42198532"/>
              <a:gd name="connsiteY117" fmla="*/ 1993923 h 6975464"/>
              <a:gd name="connsiteX118" fmla="*/ 1658639 w 42198532"/>
              <a:gd name="connsiteY118" fmla="*/ 2141384 h 6975464"/>
              <a:gd name="connsiteX119" fmla="*/ 1489068 w 42198532"/>
              <a:gd name="connsiteY119" fmla="*/ 2273074 h 6975464"/>
              <a:gd name="connsiteX120" fmla="*/ 1123900 w 42198532"/>
              <a:gd name="connsiteY120" fmla="*/ 1995500 h 6975464"/>
              <a:gd name="connsiteX121" fmla="*/ 1398368 w 42198532"/>
              <a:gd name="connsiteY121" fmla="*/ 1782588 h 6975464"/>
              <a:gd name="connsiteX122" fmla="*/ 1390481 w 42198532"/>
              <a:gd name="connsiteY122" fmla="*/ 1771549 h 6975464"/>
              <a:gd name="connsiteX123" fmla="*/ 1118379 w 42198532"/>
              <a:gd name="connsiteY123" fmla="*/ 1982883 h 6975464"/>
              <a:gd name="connsiteX124" fmla="*/ 1118379 w 42198532"/>
              <a:gd name="connsiteY124" fmla="*/ 1636704 h 6975464"/>
              <a:gd name="connsiteX125" fmla="*/ 1230374 w 42198532"/>
              <a:gd name="connsiteY125" fmla="*/ 1549963 h 6975464"/>
              <a:gd name="connsiteX126" fmla="*/ 1480393 w 42198532"/>
              <a:gd name="connsiteY126" fmla="*/ 1355976 h 6975464"/>
              <a:gd name="connsiteX127" fmla="*/ 1110492 w 42198532"/>
              <a:gd name="connsiteY127" fmla="*/ 1064997 h 6975464"/>
              <a:gd name="connsiteX128" fmla="*/ 1475660 w 42198532"/>
              <a:gd name="connsiteY128" fmla="*/ 1342571 h 6975464"/>
              <a:gd name="connsiteX129" fmla="*/ 1223276 w 42198532"/>
              <a:gd name="connsiteY129" fmla="*/ 1538923 h 6975464"/>
              <a:gd name="connsiteX130" fmla="*/ 1230374 w 42198532"/>
              <a:gd name="connsiteY130" fmla="*/ 1549963 h 6975464"/>
              <a:gd name="connsiteX131" fmla="*/ 1222487 w 42198532"/>
              <a:gd name="connsiteY131" fmla="*/ 1539711 h 6975464"/>
              <a:gd name="connsiteX132" fmla="*/ 1112069 w 42198532"/>
              <a:gd name="connsiteY132" fmla="*/ 1625665 h 6975464"/>
              <a:gd name="connsiteX133" fmla="*/ 746900 w 42198532"/>
              <a:gd name="connsiteY133" fmla="*/ 1348091 h 6975464"/>
              <a:gd name="connsiteX134" fmla="*/ 1110492 w 42198532"/>
              <a:gd name="connsiteY134" fmla="*/ 1064997 h 6975464"/>
              <a:gd name="connsiteX135" fmla="*/ 1488280 w 42198532"/>
              <a:gd name="connsiteY135" fmla="*/ 413645 h 6975464"/>
              <a:gd name="connsiteX136" fmla="*/ 1498533 w 42198532"/>
              <a:gd name="connsiteY136" fmla="*/ 421530 h 6975464"/>
              <a:gd name="connsiteX137" fmla="*/ 1853448 w 42198532"/>
              <a:gd name="connsiteY137" fmla="*/ 691218 h 6975464"/>
              <a:gd name="connsiteX138" fmla="*/ 1489068 w 42198532"/>
              <a:gd name="connsiteY138" fmla="*/ 973524 h 6975464"/>
              <a:gd name="connsiteX139" fmla="*/ 1123900 w 42198532"/>
              <a:gd name="connsiteY139" fmla="*/ 695950 h 6975464"/>
              <a:gd name="connsiteX140" fmla="*/ 1488280 w 42198532"/>
              <a:gd name="connsiteY140" fmla="*/ 413645 h 6975464"/>
              <a:gd name="connsiteX141" fmla="*/ 1493012 w 42198532"/>
              <a:gd name="connsiteY141" fmla="*/ 117464 h 6975464"/>
              <a:gd name="connsiteX142" fmla="*/ 42118086 w 42198532"/>
              <a:gd name="connsiteY142" fmla="*/ 0 h 6975464"/>
              <a:gd name="connsiteX143" fmla="*/ 42198532 w 42198532"/>
              <a:gd name="connsiteY143" fmla="*/ 6799268 h 6975464"/>
              <a:gd name="connsiteX144" fmla="*/ 843615 w 42198532"/>
              <a:gd name="connsiteY144" fmla="*/ 6975464 h 6975464"/>
              <a:gd name="connsiteX145" fmla="*/ 810785 w 42198532"/>
              <a:gd name="connsiteY145" fmla="*/ 6950504 h 6975464"/>
              <a:gd name="connsiteX146" fmla="*/ 746900 w 42198532"/>
              <a:gd name="connsiteY146" fmla="*/ 6901934 h 6975464"/>
              <a:gd name="connsiteX147" fmla="*/ 746900 w 42198532"/>
              <a:gd name="connsiteY147" fmla="*/ 6547081 h 6975464"/>
              <a:gd name="connsiteX148" fmla="*/ 1019002 w 42198532"/>
              <a:gd name="connsiteY148" fmla="*/ 6335746 h 6975464"/>
              <a:gd name="connsiteX149" fmla="*/ 1012693 w 42198532"/>
              <a:gd name="connsiteY149" fmla="*/ 6323918 h 6975464"/>
              <a:gd name="connsiteX150" fmla="*/ 1019791 w 42198532"/>
              <a:gd name="connsiteY150" fmla="*/ 6334957 h 6975464"/>
              <a:gd name="connsiteX151" fmla="*/ 1110492 w 42198532"/>
              <a:gd name="connsiteY151" fmla="*/ 6264775 h 6975464"/>
              <a:gd name="connsiteX152" fmla="*/ 1489068 w 42198532"/>
              <a:gd name="connsiteY152" fmla="*/ 6553389 h 6975464"/>
              <a:gd name="connsiteX153" fmla="*/ 1870800 w 42198532"/>
              <a:gd name="connsiteY153" fmla="*/ 6257678 h 6975464"/>
              <a:gd name="connsiteX154" fmla="*/ 1870800 w 42198532"/>
              <a:gd name="connsiteY154" fmla="*/ 6139394 h 6975464"/>
              <a:gd name="connsiteX155" fmla="*/ 1857392 w 42198532"/>
              <a:gd name="connsiteY155" fmla="*/ 6144914 h 6975464"/>
              <a:gd name="connsiteX156" fmla="*/ 1857392 w 42198532"/>
              <a:gd name="connsiteY156" fmla="*/ 6251370 h 6975464"/>
              <a:gd name="connsiteX157" fmla="*/ 1495378 w 42198532"/>
              <a:gd name="connsiteY157" fmla="*/ 6531309 h 6975464"/>
              <a:gd name="connsiteX158" fmla="*/ 1495378 w 42198532"/>
              <a:gd name="connsiteY158" fmla="*/ 6185131 h 6975464"/>
              <a:gd name="connsiteX159" fmla="*/ 1857392 w 42198532"/>
              <a:gd name="connsiteY159" fmla="*/ 5904403 h 6975464"/>
              <a:gd name="connsiteX160" fmla="*/ 1857392 w 42198532"/>
              <a:gd name="connsiteY160" fmla="*/ 6144125 h 6975464"/>
              <a:gd name="connsiteX161" fmla="*/ 1870800 w 42198532"/>
              <a:gd name="connsiteY161" fmla="*/ 6138605 h 6975464"/>
              <a:gd name="connsiteX162" fmla="*/ 1870800 w 42198532"/>
              <a:gd name="connsiteY162" fmla="*/ 5887843 h 6975464"/>
              <a:gd name="connsiteX163" fmla="*/ 1739875 w 42198532"/>
              <a:gd name="connsiteY163" fmla="*/ 5788484 h 6975464"/>
              <a:gd name="connsiteX164" fmla="*/ 1497744 w 42198532"/>
              <a:gd name="connsiteY164" fmla="*/ 5604749 h 6975464"/>
              <a:gd name="connsiteX165" fmla="*/ 1497744 w 42198532"/>
              <a:gd name="connsiteY165" fmla="*/ 5424957 h 6975464"/>
              <a:gd name="connsiteX166" fmla="*/ 1484336 w 42198532"/>
              <a:gd name="connsiteY166" fmla="*/ 5427322 h 6975464"/>
              <a:gd name="connsiteX167" fmla="*/ 1484336 w 42198532"/>
              <a:gd name="connsiteY167" fmla="*/ 5598440 h 6975464"/>
              <a:gd name="connsiteX168" fmla="*/ 1122322 w 42198532"/>
              <a:gd name="connsiteY168" fmla="*/ 5879169 h 6975464"/>
              <a:gd name="connsiteX169" fmla="*/ 1122322 w 42198532"/>
              <a:gd name="connsiteY169" fmla="*/ 5532990 h 6975464"/>
              <a:gd name="connsiteX170" fmla="*/ 1292682 w 42198532"/>
              <a:gd name="connsiteY170" fmla="*/ 5400511 h 6975464"/>
              <a:gd name="connsiteX171" fmla="*/ 1285583 w 42198532"/>
              <a:gd name="connsiteY171" fmla="*/ 5390260 h 6975464"/>
              <a:gd name="connsiteX172" fmla="*/ 1116013 w 42198532"/>
              <a:gd name="connsiteY172" fmla="*/ 5521161 h 6975464"/>
              <a:gd name="connsiteX173" fmla="*/ 750844 w 42198532"/>
              <a:gd name="connsiteY173" fmla="*/ 5243588 h 6975464"/>
              <a:gd name="connsiteX174" fmla="*/ 1025312 w 42198532"/>
              <a:gd name="connsiteY174" fmla="*/ 5030676 h 6975464"/>
              <a:gd name="connsiteX175" fmla="*/ 1110492 w 42198532"/>
              <a:gd name="connsiteY175" fmla="*/ 4965225 h 6975464"/>
              <a:gd name="connsiteX176" fmla="*/ 1475660 w 42198532"/>
              <a:gd name="connsiteY176" fmla="*/ 5242799 h 6975464"/>
              <a:gd name="connsiteX177" fmla="*/ 1285583 w 42198532"/>
              <a:gd name="connsiteY177" fmla="*/ 5389472 h 6975464"/>
              <a:gd name="connsiteX178" fmla="*/ 1293470 w 42198532"/>
              <a:gd name="connsiteY178" fmla="*/ 5400511 h 6975464"/>
              <a:gd name="connsiteX179" fmla="*/ 1484336 w 42198532"/>
              <a:gd name="connsiteY179" fmla="*/ 5252262 h 6975464"/>
              <a:gd name="connsiteX180" fmla="*/ 1484336 w 42198532"/>
              <a:gd name="connsiteY180" fmla="*/ 5426534 h 6975464"/>
              <a:gd name="connsiteX181" fmla="*/ 1497744 w 42198532"/>
              <a:gd name="connsiteY181" fmla="*/ 5424168 h 6975464"/>
              <a:gd name="connsiteX182" fmla="*/ 1497744 w 42198532"/>
              <a:gd name="connsiteY182" fmla="*/ 5246742 h 6975464"/>
              <a:gd name="connsiteX183" fmla="*/ 1513518 w 42198532"/>
              <a:gd name="connsiteY183" fmla="*/ 5234125 h 6975464"/>
              <a:gd name="connsiteX184" fmla="*/ 1513518 w 42198532"/>
              <a:gd name="connsiteY184" fmla="*/ 5217565 h 6975464"/>
              <a:gd name="connsiteX185" fmla="*/ 1495378 w 42198532"/>
              <a:gd name="connsiteY185" fmla="*/ 5231759 h 6975464"/>
              <a:gd name="connsiteX186" fmla="*/ 1495378 w 42198532"/>
              <a:gd name="connsiteY186" fmla="*/ 4885580 h 6975464"/>
              <a:gd name="connsiteX187" fmla="*/ 1513518 w 42198532"/>
              <a:gd name="connsiteY187" fmla="*/ 4871386 h 6975464"/>
              <a:gd name="connsiteX188" fmla="*/ 1513518 w 42198532"/>
              <a:gd name="connsiteY188" fmla="*/ 4854826 h 6975464"/>
              <a:gd name="connsiteX189" fmla="*/ 1489068 w 42198532"/>
              <a:gd name="connsiteY189" fmla="*/ 4873752 h 6975464"/>
              <a:gd name="connsiteX190" fmla="*/ 1123900 w 42198532"/>
              <a:gd name="connsiteY190" fmla="*/ 4596178 h 6975464"/>
              <a:gd name="connsiteX191" fmla="*/ 1488280 w 42198532"/>
              <a:gd name="connsiteY191" fmla="*/ 4313873 h 6975464"/>
              <a:gd name="connsiteX192" fmla="*/ 1853448 w 42198532"/>
              <a:gd name="connsiteY192" fmla="*/ 4591447 h 6975464"/>
              <a:gd name="connsiteX193" fmla="*/ 1514307 w 42198532"/>
              <a:gd name="connsiteY193" fmla="*/ 4854826 h 6975464"/>
              <a:gd name="connsiteX194" fmla="*/ 1514307 w 42198532"/>
              <a:gd name="connsiteY194" fmla="*/ 4870598 h 6975464"/>
              <a:gd name="connsiteX195" fmla="*/ 1857392 w 42198532"/>
              <a:gd name="connsiteY195" fmla="*/ 4604852 h 6975464"/>
              <a:gd name="connsiteX196" fmla="*/ 1857392 w 42198532"/>
              <a:gd name="connsiteY196" fmla="*/ 4951031 h 6975464"/>
              <a:gd name="connsiteX197" fmla="*/ 1514307 w 42198532"/>
              <a:gd name="connsiteY197" fmla="*/ 5217565 h 6975464"/>
              <a:gd name="connsiteX198" fmla="*/ 1514307 w 42198532"/>
              <a:gd name="connsiteY198" fmla="*/ 5234125 h 6975464"/>
              <a:gd name="connsiteX199" fmla="*/ 1870800 w 42198532"/>
              <a:gd name="connsiteY199" fmla="*/ 4957339 h 6975464"/>
              <a:gd name="connsiteX200" fmla="*/ 1870800 w 42198532"/>
              <a:gd name="connsiteY200" fmla="*/ 4588292 h 6975464"/>
              <a:gd name="connsiteX201" fmla="*/ 1497744 w 42198532"/>
              <a:gd name="connsiteY201" fmla="*/ 4304410 h 6975464"/>
              <a:gd name="connsiteX202" fmla="*/ 1497744 w 42198532"/>
              <a:gd name="connsiteY202" fmla="*/ 3956654 h 6975464"/>
              <a:gd name="connsiteX203" fmla="*/ 1484336 w 42198532"/>
              <a:gd name="connsiteY203" fmla="*/ 3966905 h 6975464"/>
              <a:gd name="connsiteX204" fmla="*/ 1484336 w 42198532"/>
              <a:gd name="connsiteY204" fmla="*/ 4299679 h 6975464"/>
              <a:gd name="connsiteX205" fmla="*/ 1122322 w 42198532"/>
              <a:gd name="connsiteY205" fmla="*/ 4579618 h 6975464"/>
              <a:gd name="connsiteX206" fmla="*/ 1122322 w 42198532"/>
              <a:gd name="connsiteY206" fmla="*/ 4233439 h 6975464"/>
              <a:gd name="connsiteX207" fmla="*/ 1484336 w 42198532"/>
              <a:gd name="connsiteY207" fmla="*/ 3952712 h 6975464"/>
              <a:gd name="connsiteX208" fmla="*/ 1484336 w 42198532"/>
              <a:gd name="connsiteY208" fmla="*/ 3966117 h 6975464"/>
              <a:gd name="connsiteX209" fmla="*/ 1497744 w 42198532"/>
              <a:gd name="connsiteY209" fmla="*/ 3955866 h 6975464"/>
              <a:gd name="connsiteX210" fmla="*/ 1497744 w 42198532"/>
              <a:gd name="connsiteY210" fmla="*/ 3936152 h 6975464"/>
              <a:gd name="connsiteX211" fmla="*/ 1136519 w 42198532"/>
              <a:gd name="connsiteY211" fmla="*/ 3661732 h 6975464"/>
              <a:gd name="connsiteX212" fmla="*/ 1125477 w 42198532"/>
              <a:gd name="connsiteY212" fmla="*/ 3669618 h 6975464"/>
              <a:gd name="connsiteX213" fmla="*/ 1135730 w 42198532"/>
              <a:gd name="connsiteY213" fmla="*/ 3660943 h 6975464"/>
              <a:gd name="connsiteX214" fmla="*/ 1119956 w 42198532"/>
              <a:gd name="connsiteY214" fmla="*/ 3649115 h 6975464"/>
              <a:gd name="connsiteX215" fmla="*/ 1119956 w 42198532"/>
              <a:gd name="connsiteY215" fmla="*/ 3637286 h 6975464"/>
              <a:gd name="connsiteX216" fmla="*/ 1106548 w 42198532"/>
              <a:gd name="connsiteY216" fmla="*/ 3637286 h 6975464"/>
              <a:gd name="connsiteX217" fmla="*/ 1106548 w 42198532"/>
              <a:gd name="connsiteY217" fmla="*/ 3649903 h 6975464"/>
              <a:gd name="connsiteX218" fmla="*/ 744534 w 42198532"/>
              <a:gd name="connsiteY218" fmla="*/ 3929843 h 6975464"/>
              <a:gd name="connsiteX219" fmla="*/ 744534 w 42198532"/>
              <a:gd name="connsiteY219" fmla="*/ 3612841 h 6975464"/>
              <a:gd name="connsiteX220" fmla="*/ 744534 w 42198532"/>
              <a:gd name="connsiteY220" fmla="*/ 3584453 h 6975464"/>
              <a:gd name="connsiteX221" fmla="*/ 1106548 w 42198532"/>
              <a:gd name="connsiteY221" fmla="*/ 3303725 h 6975464"/>
              <a:gd name="connsiteX222" fmla="*/ 1106548 w 42198532"/>
              <a:gd name="connsiteY222" fmla="*/ 3617573 h 6975464"/>
              <a:gd name="connsiteX223" fmla="*/ 1106548 w 42198532"/>
              <a:gd name="connsiteY223" fmla="*/ 3636498 h 6975464"/>
              <a:gd name="connsiteX224" fmla="*/ 1119956 w 42198532"/>
              <a:gd name="connsiteY224" fmla="*/ 3636498 h 6975464"/>
              <a:gd name="connsiteX225" fmla="*/ 1119956 w 42198532"/>
              <a:gd name="connsiteY225" fmla="*/ 3298205 h 6975464"/>
              <a:gd name="connsiteX226" fmla="*/ 1392847 w 42198532"/>
              <a:gd name="connsiteY226" fmla="*/ 3086870 h 6975464"/>
              <a:gd name="connsiteX227" fmla="*/ 1483547 w 42198532"/>
              <a:gd name="connsiteY227" fmla="*/ 3016688 h 6975464"/>
              <a:gd name="connsiteX228" fmla="*/ 1862913 w 42198532"/>
              <a:gd name="connsiteY228" fmla="*/ 3304513 h 6975464"/>
              <a:gd name="connsiteX229" fmla="*/ 2243855 w 42198532"/>
              <a:gd name="connsiteY229" fmla="*/ 3008803 h 6975464"/>
              <a:gd name="connsiteX230" fmla="*/ 2243855 w 42198532"/>
              <a:gd name="connsiteY230" fmla="*/ 2891307 h 6975464"/>
              <a:gd name="connsiteX231" fmla="*/ 2231236 w 42198532"/>
              <a:gd name="connsiteY231" fmla="*/ 2896827 h 6975464"/>
              <a:gd name="connsiteX232" fmla="*/ 2231236 w 42198532"/>
              <a:gd name="connsiteY232" fmla="*/ 3002494 h 6975464"/>
              <a:gd name="connsiteX233" fmla="*/ 1869222 w 42198532"/>
              <a:gd name="connsiteY233" fmla="*/ 3283222 h 6975464"/>
              <a:gd name="connsiteX234" fmla="*/ 1869222 w 42198532"/>
              <a:gd name="connsiteY234" fmla="*/ 2937043 h 6975464"/>
              <a:gd name="connsiteX235" fmla="*/ 2231236 w 42198532"/>
              <a:gd name="connsiteY235" fmla="*/ 2656315 h 6975464"/>
              <a:gd name="connsiteX236" fmla="*/ 2231236 w 42198532"/>
              <a:gd name="connsiteY236" fmla="*/ 2896038 h 6975464"/>
              <a:gd name="connsiteX237" fmla="*/ 2243855 w 42198532"/>
              <a:gd name="connsiteY237" fmla="*/ 2890518 h 6975464"/>
              <a:gd name="connsiteX238" fmla="*/ 2243855 w 42198532"/>
              <a:gd name="connsiteY238" fmla="*/ 2639755 h 6975464"/>
              <a:gd name="connsiteX239" fmla="*/ 2113720 w 42198532"/>
              <a:gd name="connsiteY239" fmla="*/ 2540397 h 6975464"/>
              <a:gd name="connsiteX240" fmla="*/ 2100312 w 42198532"/>
              <a:gd name="connsiteY240" fmla="*/ 2546705 h 6975464"/>
              <a:gd name="connsiteX241" fmla="*/ 2226503 w 42198532"/>
              <a:gd name="connsiteY241" fmla="*/ 2642910 h 6975464"/>
              <a:gd name="connsiteX242" fmla="*/ 1862124 w 42198532"/>
              <a:gd name="connsiteY242" fmla="*/ 2925215 h 6975464"/>
              <a:gd name="connsiteX243" fmla="*/ 1496955 w 42198532"/>
              <a:gd name="connsiteY243" fmla="*/ 2647641 h 6975464"/>
              <a:gd name="connsiteX244" fmla="*/ 1861335 w 42198532"/>
              <a:gd name="connsiteY244" fmla="*/ 2365336 h 6975464"/>
              <a:gd name="connsiteX245" fmla="*/ 2099523 w 42198532"/>
              <a:gd name="connsiteY245" fmla="*/ 2545916 h 6975464"/>
              <a:gd name="connsiteX246" fmla="*/ 2112931 w 42198532"/>
              <a:gd name="connsiteY246" fmla="*/ 2539608 h 6975464"/>
              <a:gd name="connsiteX247" fmla="*/ 1870800 w 42198532"/>
              <a:gd name="connsiteY247" fmla="*/ 2355873 h 6975464"/>
              <a:gd name="connsiteX248" fmla="*/ 1870800 w 42198532"/>
              <a:gd name="connsiteY248" fmla="*/ 2176869 h 6975464"/>
              <a:gd name="connsiteX249" fmla="*/ 1857392 w 42198532"/>
              <a:gd name="connsiteY249" fmla="*/ 2178447 h 6975464"/>
              <a:gd name="connsiteX250" fmla="*/ 1857392 w 42198532"/>
              <a:gd name="connsiteY250" fmla="*/ 2350353 h 6975464"/>
              <a:gd name="connsiteX251" fmla="*/ 1496167 w 42198532"/>
              <a:gd name="connsiteY251" fmla="*/ 2631081 h 6975464"/>
              <a:gd name="connsiteX252" fmla="*/ 1496167 w 42198532"/>
              <a:gd name="connsiteY252" fmla="*/ 2284114 h 6975464"/>
              <a:gd name="connsiteX253" fmla="*/ 1666526 w 42198532"/>
              <a:gd name="connsiteY253" fmla="*/ 2152424 h 6975464"/>
              <a:gd name="connsiteX254" fmla="*/ 1658639 w 42198532"/>
              <a:gd name="connsiteY254" fmla="*/ 2141384 h 6975464"/>
              <a:gd name="connsiteX255" fmla="*/ 1666526 w 42198532"/>
              <a:gd name="connsiteY255" fmla="*/ 2151636 h 6975464"/>
              <a:gd name="connsiteX256" fmla="*/ 1857392 w 42198532"/>
              <a:gd name="connsiteY256" fmla="*/ 2003386 h 6975464"/>
              <a:gd name="connsiteX257" fmla="*/ 1857392 w 42198532"/>
              <a:gd name="connsiteY257" fmla="*/ 2177658 h 6975464"/>
              <a:gd name="connsiteX258" fmla="*/ 1870800 w 42198532"/>
              <a:gd name="connsiteY258" fmla="*/ 2176081 h 6975464"/>
              <a:gd name="connsiteX259" fmla="*/ 1870800 w 42198532"/>
              <a:gd name="connsiteY259" fmla="*/ 1998654 h 6975464"/>
              <a:gd name="connsiteX260" fmla="*/ 1886574 w 42198532"/>
              <a:gd name="connsiteY260" fmla="*/ 1986037 h 6975464"/>
              <a:gd name="connsiteX261" fmla="*/ 1886574 w 42198532"/>
              <a:gd name="connsiteY261" fmla="*/ 1969478 h 6975464"/>
              <a:gd name="connsiteX262" fmla="*/ 1869222 w 42198532"/>
              <a:gd name="connsiteY262" fmla="*/ 1982883 h 6975464"/>
              <a:gd name="connsiteX263" fmla="*/ 1869222 w 42198532"/>
              <a:gd name="connsiteY263" fmla="*/ 1636704 h 6975464"/>
              <a:gd name="connsiteX264" fmla="*/ 1886574 w 42198532"/>
              <a:gd name="connsiteY264" fmla="*/ 1623299 h 6975464"/>
              <a:gd name="connsiteX265" fmla="*/ 1886574 w 42198532"/>
              <a:gd name="connsiteY265" fmla="*/ 1606739 h 6975464"/>
              <a:gd name="connsiteX266" fmla="*/ 1862124 w 42198532"/>
              <a:gd name="connsiteY266" fmla="*/ 1625665 h 6975464"/>
              <a:gd name="connsiteX267" fmla="*/ 1496955 w 42198532"/>
              <a:gd name="connsiteY267" fmla="*/ 1348091 h 6975464"/>
              <a:gd name="connsiteX268" fmla="*/ 1861335 w 42198532"/>
              <a:gd name="connsiteY268" fmla="*/ 1064997 h 6975464"/>
              <a:gd name="connsiteX269" fmla="*/ 2226503 w 42198532"/>
              <a:gd name="connsiteY269" fmla="*/ 1342571 h 6975464"/>
              <a:gd name="connsiteX270" fmla="*/ 1887362 w 42198532"/>
              <a:gd name="connsiteY270" fmla="*/ 1605951 h 6975464"/>
              <a:gd name="connsiteX271" fmla="*/ 1887362 w 42198532"/>
              <a:gd name="connsiteY271" fmla="*/ 1622510 h 6975464"/>
              <a:gd name="connsiteX272" fmla="*/ 2231236 w 42198532"/>
              <a:gd name="connsiteY272" fmla="*/ 1355976 h 6975464"/>
              <a:gd name="connsiteX273" fmla="*/ 2231236 w 42198532"/>
              <a:gd name="connsiteY273" fmla="*/ 1702944 h 6975464"/>
              <a:gd name="connsiteX274" fmla="*/ 1887362 w 42198532"/>
              <a:gd name="connsiteY274" fmla="*/ 1968689 h 6975464"/>
              <a:gd name="connsiteX275" fmla="*/ 1887362 w 42198532"/>
              <a:gd name="connsiteY275" fmla="*/ 1985249 h 6975464"/>
              <a:gd name="connsiteX276" fmla="*/ 2243855 w 42198532"/>
              <a:gd name="connsiteY276" fmla="*/ 1709252 h 6975464"/>
              <a:gd name="connsiteX277" fmla="*/ 2243855 w 42198532"/>
              <a:gd name="connsiteY277" fmla="*/ 1339416 h 6975464"/>
              <a:gd name="connsiteX278" fmla="*/ 1870800 w 42198532"/>
              <a:gd name="connsiteY278" fmla="*/ 1056323 h 6975464"/>
              <a:gd name="connsiteX279" fmla="*/ 1870800 w 42198532"/>
              <a:gd name="connsiteY279" fmla="*/ 707778 h 6975464"/>
              <a:gd name="connsiteX280" fmla="*/ 1857392 w 42198532"/>
              <a:gd name="connsiteY280" fmla="*/ 718030 h 6975464"/>
              <a:gd name="connsiteX281" fmla="*/ 1857392 w 42198532"/>
              <a:gd name="connsiteY281" fmla="*/ 1050803 h 6975464"/>
              <a:gd name="connsiteX282" fmla="*/ 1496167 w 42198532"/>
              <a:gd name="connsiteY282" fmla="*/ 1331531 h 6975464"/>
              <a:gd name="connsiteX283" fmla="*/ 1496167 w 42198532"/>
              <a:gd name="connsiteY283" fmla="*/ 985352 h 6975464"/>
              <a:gd name="connsiteX284" fmla="*/ 1857392 w 42198532"/>
              <a:gd name="connsiteY284" fmla="*/ 704624 h 6975464"/>
              <a:gd name="connsiteX285" fmla="*/ 1857392 w 42198532"/>
              <a:gd name="connsiteY285" fmla="*/ 717241 h 6975464"/>
              <a:gd name="connsiteX286" fmla="*/ 1870800 w 42198532"/>
              <a:gd name="connsiteY286" fmla="*/ 706990 h 6975464"/>
              <a:gd name="connsiteX287" fmla="*/ 1870800 w 42198532"/>
              <a:gd name="connsiteY287" fmla="*/ 688064 h 6975464"/>
              <a:gd name="connsiteX288" fmla="*/ 1509574 w 42198532"/>
              <a:gd name="connsiteY288" fmla="*/ 412856 h 6975464"/>
              <a:gd name="connsiteX289" fmla="*/ 1498533 w 42198532"/>
              <a:gd name="connsiteY289" fmla="*/ 421530 h 6975464"/>
              <a:gd name="connsiteX290" fmla="*/ 1508786 w 42198532"/>
              <a:gd name="connsiteY290" fmla="*/ 412856 h 6975464"/>
              <a:gd name="connsiteX291" fmla="*/ 1493012 w 42198532"/>
              <a:gd name="connsiteY291" fmla="*/ 401028 h 6975464"/>
              <a:gd name="connsiteX292" fmla="*/ 1493012 w 42198532"/>
              <a:gd name="connsiteY292" fmla="*/ 119417 h 6975464"/>
              <a:gd name="connsiteX293" fmla="*/ 1493012 w 42198532"/>
              <a:gd name="connsiteY293" fmla="*/ 117464 h 6975464"/>
              <a:gd name="connsiteX294" fmla="*/ 1398859 w 42198532"/>
              <a:gd name="connsiteY294" fmla="*/ 117464 h 6975464"/>
              <a:gd name="connsiteX295" fmla="*/ 1480393 w 42198532"/>
              <a:gd name="connsiteY295" fmla="*/ 117464 h 6975464"/>
              <a:gd name="connsiteX296" fmla="*/ 1480393 w 42198532"/>
              <a:gd name="connsiteY296" fmla="*/ 201868 h 6975464"/>
              <a:gd name="connsiteX297" fmla="*/ 1480393 w 42198532"/>
              <a:gd name="connsiteY297" fmla="*/ 401028 h 6975464"/>
              <a:gd name="connsiteX298" fmla="*/ 1118379 w 42198532"/>
              <a:gd name="connsiteY298" fmla="*/ 681756 h 6975464"/>
              <a:gd name="connsiteX299" fmla="*/ 1118379 w 42198532"/>
              <a:gd name="connsiteY299" fmla="*/ 335577 h 6975464"/>
              <a:gd name="connsiteX300" fmla="*/ 1379242 w 42198532"/>
              <a:gd name="connsiteY300" fmla="*/ 132719 h 6975464"/>
              <a:gd name="connsiteX301" fmla="*/ 1398859 w 42198532"/>
              <a:gd name="connsiteY301" fmla="*/ 117464 h 6975464"/>
              <a:gd name="connsiteX302" fmla="*/ 840168 w 42198532"/>
              <a:gd name="connsiteY302" fmla="*/ 117464 h 6975464"/>
              <a:gd name="connsiteX303" fmla="*/ 1377550 w 42198532"/>
              <a:gd name="connsiteY303" fmla="*/ 117464 h 6975464"/>
              <a:gd name="connsiteX304" fmla="*/ 1301753 w 42198532"/>
              <a:gd name="connsiteY304" fmla="*/ 176360 h 6975464"/>
              <a:gd name="connsiteX305" fmla="*/ 1112069 w 42198532"/>
              <a:gd name="connsiteY305" fmla="*/ 323748 h 6975464"/>
              <a:gd name="connsiteX306" fmla="*/ 857417 w 42198532"/>
              <a:gd name="connsiteY306" fmla="*/ 130551 h 6975464"/>
              <a:gd name="connsiteX307" fmla="*/ 840168 w 42198532"/>
              <a:gd name="connsiteY307" fmla="*/ 117464 h 6975464"/>
              <a:gd name="connsiteX0" fmla="*/ 738225 w 42198532"/>
              <a:gd name="connsiteY0" fmla="*/ 6911396 h 7004830"/>
              <a:gd name="connsiteX1" fmla="*/ 814828 w 42198532"/>
              <a:gd name="connsiteY1" fmla="*/ 6969750 h 7004830"/>
              <a:gd name="connsiteX2" fmla="*/ 822329 w 42198532"/>
              <a:gd name="connsiteY2" fmla="*/ 6975464 h 7004830"/>
              <a:gd name="connsiteX3" fmla="*/ 655724 w 42198532"/>
              <a:gd name="connsiteY3" fmla="*/ 6975464 h 7004830"/>
              <a:gd name="connsiteX4" fmla="*/ 656989 w 42198532"/>
              <a:gd name="connsiteY4" fmla="*/ 6974481 h 7004830"/>
              <a:gd name="connsiteX5" fmla="*/ 738225 w 42198532"/>
              <a:gd name="connsiteY5" fmla="*/ 6911396 h 7004830"/>
              <a:gd name="connsiteX6" fmla="*/ 733493 w 42198532"/>
              <a:gd name="connsiteY6" fmla="*/ 6551812 h 7004830"/>
              <a:gd name="connsiteX7" fmla="*/ 733493 w 42198532"/>
              <a:gd name="connsiteY7" fmla="*/ 6897991 h 7004830"/>
              <a:gd name="connsiteX8" fmla="*/ 639637 w 42198532"/>
              <a:gd name="connsiteY8" fmla="*/ 6970539 h 7004830"/>
              <a:gd name="connsiteX9" fmla="*/ 656989 w 42198532"/>
              <a:gd name="connsiteY9" fmla="*/ 6974481 h 7004830"/>
              <a:gd name="connsiteX10" fmla="*/ 638848 w 42198532"/>
              <a:gd name="connsiteY10" fmla="*/ 6971327 h 7004830"/>
              <a:gd name="connsiteX11" fmla="*/ 633515 w 42198532"/>
              <a:gd name="connsiteY11" fmla="*/ 6975464 h 7004830"/>
              <a:gd name="connsiteX12" fmla="*/ 371479 w 42198532"/>
              <a:gd name="connsiteY12" fmla="*/ 6975464 h 7004830"/>
              <a:gd name="connsiteX13" fmla="*/ 371479 w 42198532"/>
              <a:gd name="connsiteY13" fmla="*/ 6917056 h 7004830"/>
              <a:gd name="connsiteX14" fmla="*/ 371479 w 42198532"/>
              <a:gd name="connsiteY14" fmla="*/ 6832540 h 7004830"/>
              <a:gd name="connsiteX15" fmla="*/ 733493 w 42198532"/>
              <a:gd name="connsiteY15" fmla="*/ 6551812 h 7004830"/>
              <a:gd name="connsiteX16" fmla="*/ 1106548 w 42198532"/>
              <a:gd name="connsiteY16" fmla="*/ 5904403 h 7004830"/>
              <a:gd name="connsiteX17" fmla="*/ 1106548 w 42198532"/>
              <a:gd name="connsiteY17" fmla="*/ 6251370 h 7004830"/>
              <a:gd name="connsiteX18" fmla="*/ 1012693 w 42198532"/>
              <a:gd name="connsiteY18" fmla="*/ 6323918 h 7004830"/>
              <a:gd name="connsiteX19" fmla="*/ 744534 w 42198532"/>
              <a:gd name="connsiteY19" fmla="*/ 6531309 h 7004830"/>
              <a:gd name="connsiteX20" fmla="*/ 744534 w 42198532"/>
              <a:gd name="connsiteY20" fmla="*/ 6185131 h 7004830"/>
              <a:gd name="connsiteX21" fmla="*/ 873093 w 42198532"/>
              <a:gd name="connsiteY21" fmla="*/ 6085772 h 7004830"/>
              <a:gd name="connsiteX22" fmla="*/ 1106548 w 42198532"/>
              <a:gd name="connsiteY22" fmla="*/ 5904403 h 7004830"/>
              <a:gd name="connsiteX23" fmla="*/ 1739875 w 42198532"/>
              <a:gd name="connsiteY23" fmla="*/ 5788484 h 7004830"/>
              <a:gd name="connsiteX24" fmla="*/ 1726467 w 42198532"/>
              <a:gd name="connsiteY24" fmla="*/ 5794792 h 7004830"/>
              <a:gd name="connsiteX25" fmla="*/ 1739875 w 42198532"/>
              <a:gd name="connsiteY25" fmla="*/ 5788484 h 7004830"/>
              <a:gd name="connsiteX26" fmla="*/ 1488280 w 42198532"/>
              <a:gd name="connsiteY26" fmla="*/ 5613423 h 7004830"/>
              <a:gd name="connsiteX27" fmla="*/ 1726467 w 42198532"/>
              <a:gd name="connsiteY27" fmla="*/ 5794792 h 7004830"/>
              <a:gd name="connsiteX28" fmla="*/ 1853448 w 42198532"/>
              <a:gd name="connsiteY28" fmla="*/ 5890997 h 7004830"/>
              <a:gd name="connsiteX29" fmla="*/ 1489068 w 42198532"/>
              <a:gd name="connsiteY29" fmla="*/ 6174091 h 7004830"/>
              <a:gd name="connsiteX30" fmla="*/ 1123900 w 42198532"/>
              <a:gd name="connsiteY30" fmla="*/ 5896517 h 7004830"/>
              <a:gd name="connsiteX31" fmla="*/ 1488280 w 42198532"/>
              <a:gd name="connsiteY31" fmla="*/ 5613423 h 7004830"/>
              <a:gd name="connsiteX32" fmla="*/ 359648 w 42198532"/>
              <a:gd name="connsiteY32" fmla="*/ 4965225 h 7004830"/>
              <a:gd name="connsiteX33" fmla="*/ 724817 w 42198532"/>
              <a:gd name="connsiteY33" fmla="*/ 5242799 h 7004830"/>
              <a:gd name="connsiteX34" fmla="*/ 487418 w 42198532"/>
              <a:gd name="connsiteY34" fmla="*/ 5426534 h 7004830"/>
              <a:gd name="connsiteX35" fmla="*/ 493727 w 42198532"/>
              <a:gd name="connsiteY35" fmla="*/ 5437574 h 7004830"/>
              <a:gd name="connsiteX36" fmla="*/ 733493 w 42198532"/>
              <a:gd name="connsiteY36" fmla="*/ 5252262 h 7004830"/>
              <a:gd name="connsiteX37" fmla="*/ 733493 w 42198532"/>
              <a:gd name="connsiteY37" fmla="*/ 5598440 h 7004830"/>
              <a:gd name="connsiteX38" fmla="*/ 633328 w 42198532"/>
              <a:gd name="connsiteY38" fmla="*/ 5675720 h 7004830"/>
              <a:gd name="connsiteX39" fmla="*/ 641215 w 42198532"/>
              <a:gd name="connsiteY39" fmla="*/ 5688337 h 7004830"/>
              <a:gd name="connsiteX40" fmla="*/ 737436 w 42198532"/>
              <a:gd name="connsiteY40" fmla="*/ 5613423 h 7004830"/>
              <a:gd name="connsiteX41" fmla="*/ 1102605 w 42198532"/>
              <a:gd name="connsiteY41" fmla="*/ 5890997 h 7004830"/>
              <a:gd name="connsiteX42" fmla="*/ 866783 w 42198532"/>
              <a:gd name="connsiteY42" fmla="*/ 6073943 h 7004830"/>
              <a:gd name="connsiteX43" fmla="*/ 873093 w 42198532"/>
              <a:gd name="connsiteY43" fmla="*/ 6085772 h 7004830"/>
              <a:gd name="connsiteX44" fmla="*/ 865994 w 42198532"/>
              <a:gd name="connsiteY44" fmla="*/ 6074732 h 7004830"/>
              <a:gd name="connsiteX45" fmla="*/ 738225 w 42198532"/>
              <a:gd name="connsiteY45" fmla="*/ 6174091 h 7004830"/>
              <a:gd name="connsiteX46" fmla="*/ 373056 w 42198532"/>
              <a:gd name="connsiteY46" fmla="*/ 5896517 h 7004830"/>
              <a:gd name="connsiteX47" fmla="*/ 640426 w 42198532"/>
              <a:gd name="connsiteY47" fmla="*/ 5689125 h 7004830"/>
              <a:gd name="connsiteX48" fmla="*/ 633328 w 42198532"/>
              <a:gd name="connsiteY48" fmla="*/ 5676508 h 7004830"/>
              <a:gd name="connsiteX49" fmla="*/ 371479 w 42198532"/>
              <a:gd name="connsiteY49" fmla="*/ 5879169 h 7004830"/>
              <a:gd name="connsiteX50" fmla="*/ 371479 w 42198532"/>
              <a:gd name="connsiteY50" fmla="*/ 5532990 h 7004830"/>
              <a:gd name="connsiteX51" fmla="*/ 493727 w 42198532"/>
              <a:gd name="connsiteY51" fmla="*/ 5438362 h 7004830"/>
              <a:gd name="connsiteX52" fmla="*/ 486629 w 42198532"/>
              <a:gd name="connsiteY52" fmla="*/ 5426534 h 7004830"/>
              <a:gd name="connsiteX53" fmla="*/ 365169 w 42198532"/>
              <a:gd name="connsiteY53" fmla="*/ 5521161 h 7004830"/>
              <a:gd name="connsiteX54" fmla="*/ 0 w 42198532"/>
              <a:gd name="connsiteY54" fmla="*/ 5243588 h 7004830"/>
              <a:gd name="connsiteX55" fmla="*/ 359648 w 42198532"/>
              <a:gd name="connsiteY55" fmla="*/ 4965225 h 7004830"/>
              <a:gd name="connsiteX56" fmla="*/ 1106548 w 42198532"/>
              <a:gd name="connsiteY56" fmla="*/ 4604852 h 7004830"/>
              <a:gd name="connsiteX57" fmla="*/ 1106548 w 42198532"/>
              <a:gd name="connsiteY57" fmla="*/ 4951031 h 7004830"/>
              <a:gd name="connsiteX58" fmla="*/ 1018214 w 42198532"/>
              <a:gd name="connsiteY58" fmla="*/ 5019636 h 7004830"/>
              <a:gd name="connsiteX59" fmla="*/ 1025312 w 42198532"/>
              <a:gd name="connsiteY59" fmla="*/ 5030676 h 7004830"/>
              <a:gd name="connsiteX60" fmla="*/ 1017425 w 42198532"/>
              <a:gd name="connsiteY60" fmla="*/ 5020424 h 7004830"/>
              <a:gd name="connsiteX61" fmla="*/ 744534 w 42198532"/>
              <a:gd name="connsiteY61" fmla="*/ 5231759 h 7004830"/>
              <a:gd name="connsiteX62" fmla="*/ 744534 w 42198532"/>
              <a:gd name="connsiteY62" fmla="*/ 4885580 h 7004830"/>
              <a:gd name="connsiteX63" fmla="*/ 856530 w 42198532"/>
              <a:gd name="connsiteY63" fmla="*/ 4798050 h 7004830"/>
              <a:gd name="connsiteX64" fmla="*/ 849432 w 42198532"/>
              <a:gd name="connsiteY64" fmla="*/ 4787799 h 7004830"/>
              <a:gd name="connsiteX65" fmla="*/ 857319 w 42198532"/>
              <a:gd name="connsiteY65" fmla="*/ 4798050 h 7004830"/>
              <a:gd name="connsiteX66" fmla="*/ 1106548 w 42198532"/>
              <a:gd name="connsiteY66" fmla="*/ 4604852 h 7004830"/>
              <a:gd name="connsiteX67" fmla="*/ 737436 w 42198532"/>
              <a:gd name="connsiteY67" fmla="*/ 4313873 h 7004830"/>
              <a:gd name="connsiteX68" fmla="*/ 1102605 w 42198532"/>
              <a:gd name="connsiteY68" fmla="*/ 4591447 h 7004830"/>
              <a:gd name="connsiteX69" fmla="*/ 849432 w 42198532"/>
              <a:gd name="connsiteY69" fmla="*/ 4787799 h 7004830"/>
              <a:gd name="connsiteX70" fmla="*/ 738225 w 42198532"/>
              <a:gd name="connsiteY70" fmla="*/ 4873752 h 7004830"/>
              <a:gd name="connsiteX71" fmla="*/ 373056 w 42198532"/>
              <a:gd name="connsiteY71" fmla="*/ 4596178 h 7004830"/>
              <a:gd name="connsiteX72" fmla="*/ 737436 w 42198532"/>
              <a:gd name="connsiteY72" fmla="*/ 4313873 h 7004830"/>
              <a:gd name="connsiteX73" fmla="*/ 1115224 w 42198532"/>
              <a:gd name="connsiteY73" fmla="*/ 3661732 h 7004830"/>
              <a:gd name="connsiteX74" fmla="*/ 1125477 w 42198532"/>
              <a:gd name="connsiteY74" fmla="*/ 3669618 h 7004830"/>
              <a:gd name="connsiteX75" fmla="*/ 1480393 w 42198532"/>
              <a:gd name="connsiteY75" fmla="*/ 3939306 h 7004830"/>
              <a:gd name="connsiteX76" fmla="*/ 1116013 w 42198532"/>
              <a:gd name="connsiteY76" fmla="*/ 4222399 h 7004830"/>
              <a:gd name="connsiteX77" fmla="*/ 750844 w 42198532"/>
              <a:gd name="connsiteY77" fmla="*/ 3944037 h 7004830"/>
              <a:gd name="connsiteX78" fmla="*/ 1115224 w 42198532"/>
              <a:gd name="connsiteY78" fmla="*/ 3661732 h 7004830"/>
              <a:gd name="connsiteX79" fmla="*/ 1480393 w 42198532"/>
              <a:gd name="connsiteY79" fmla="*/ 2656315 h 7004830"/>
              <a:gd name="connsiteX80" fmla="*/ 1480393 w 42198532"/>
              <a:gd name="connsiteY80" fmla="*/ 3002494 h 7004830"/>
              <a:gd name="connsiteX81" fmla="*/ 1386537 w 42198532"/>
              <a:gd name="connsiteY81" fmla="*/ 3075042 h 7004830"/>
              <a:gd name="connsiteX82" fmla="*/ 1392847 w 42198532"/>
              <a:gd name="connsiteY82" fmla="*/ 3086870 h 7004830"/>
              <a:gd name="connsiteX83" fmla="*/ 1385748 w 42198532"/>
              <a:gd name="connsiteY83" fmla="*/ 3075830 h 7004830"/>
              <a:gd name="connsiteX84" fmla="*/ 1118379 w 42198532"/>
              <a:gd name="connsiteY84" fmla="*/ 3283222 h 7004830"/>
              <a:gd name="connsiteX85" fmla="*/ 1118379 w 42198532"/>
              <a:gd name="connsiteY85" fmla="*/ 2937043 h 7004830"/>
              <a:gd name="connsiteX86" fmla="*/ 1246148 w 42198532"/>
              <a:gd name="connsiteY86" fmla="*/ 2837685 h 7004830"/>
              <a:gd name="connsiteX87" fmla="*/ 1239839 w 42198532"/>
              <a:gd name="connsiteY87" fmla="*/ 2825856 h 7004830"/>
              <a:gd name="connsiteX88" fmla="*/ 1246937 w 42198532"/>
              <a:gd name="connsiteY88" fmla="*/ 2836896 h 7004830"/>
              <a:gd name="connsiteX89" fmla="*/ 1480393 w 42198532"/>
              <a:gd name="connsiteY89" fmla="*/ 2656315 h 7004830"/>
              <a:gd name="connsiteX90" fmla="*/ 732704 w 42198532"/>
              <a:gd name="connsiteY90" fmla="*/ 1716349 h 7004830"/>
              <a:gd name="connsiteX91" fmla="*/ 1097873 w 42198532"/>
              <a:gd name="connsiteY91" fmla="*/ 1993923 h 7004830"/>
              <a:gd name="connsiteX92" fmla="*/ 860473 w 42198532"/>
              <a:gd name="connsiteY92" fmla="*/ 2177658 h 7004830"/>
              <a:gd name="connsiteX93" fmla="*/ 867572 w 42198532"/>
              <a:gd name="connsiteY93" fmla="*/ 2189486 h 7004830"/>
              <a:gd name="connsiteX94" fmla="*/ 1106548 w 42198532"/>
              <a:gd name="connsiteY94" fmla="*/ 2003386 h 7004830"/>
              <a:gd name="connsiteX95" fmla="*/ 1106548 w 42198532"/>
              <a:gd name="connsiteY95" fmla="*/ 2350353 h 7004830"/>
              <a:gd name="connsiteX96" fmla="*/ 1007172 w 42198532"/>
              <a:gd name="connsiteY96" fmla="*/ 2427632 h 7004830"/>
              <a:gd name="connsiteX97" fmla="*/ 1014270 w 42198532"/>
              <a:gd name="connsiteY97" fmla="*/ 2440249 h 7004830"/>
              <a:gd name="connsiteX98" fmla="*/ 1110492 w 42198532"/>
              <a:gd name="connsiteY98" fmla="*/ 2365336 h 7004830"/>
              <a:gd name="connsiteX99" fmla="*/ 1475660 w 42198532"/>
              <a:gd name="connsiteY99" fmla="*/ 2642910 h 7004830"/>
              <a:gd name="connsiteX100" fmla="*/ 1239839 w 42198532"/>
              <a:gd name="connsiteY100" fmla="*/ 2825856 h 7004830"/>
              <a:gd name="connsiteX101" fmla="*/ 1112069 w 42198532"/>
              <a:gd name="connsiteY101" fmla="*/ 2925215 h 7004830"/>
              <a:gd name="connsiteX102" fmla="*/ 746900 w 42198532"/>
              <a:gd name="connsiteY102" fmla="*/ 2647641 h 7004830"/>
              <a:gd name="connsiteX103" fmla="*/ 1013481 w 42198532"/>
              <a:gd name="connsiteY103" fmla="*/ 2440249 h 7004830"/>
              <a:gd name="connsiteX104" fmla="*/ 1006383 w 42198532"/>
              <a:gd name="connsiteY104" fmla="*/ 2427632 h 7004830"/>
              <a:gd name="connsiteX105" fmla="*/ 744534 w 42198532"/>
              <a:gd name="connsiteY105" fmla="*/ 2631081 h 7004830"/>
              <a:gd name="connsiteX106" fmla="*/ 744534 w 42198532"/>
              <a:gd name="connsiteY106" fmla="*/ 2284114 h 7004830"/>
              <a:gd name="connsiteX107" fmla="*/ 866783 w 42198532"/>
              <a:gd name="connsiteY107" fmla="*/ 2189486 h 7004830"/>
              <a:gd name="connsiteX108" fmla="*/ 860473 w 42198532"/>
              <a:gd name="connsiteY108" fmla="*/ 2178447 h 7004830"/>
              <a:gd name="connsiteX109" fmla="*/ 738225 w 42198532"/>
              <a:gd name="connsiteY109" fmla="*/ 2273074 h 7004830"/>
              <a:gd name="connsiteX110" fmla="*/ 373056 w 42198532"/>
              <a:gd name="connsiteY110" fmla="*/ 1995500 h 7004830"/>
              <a:gd name="connsiteX111" fmla="*/ 732704 w 42198532"/>
              <a:gd name="connsiteY111" fmla="*/ 1716349 h 7004830"/>
              <a:gd name="connsiteX112" fmla="*/ 1480393 w 42198532"/>
              <a:gd name="connsiteY112" fmla="*/ 1355976 h 7004830"/>
              <a:gd name="connsiteX113" fmla="*/ 1480393 w 42198532"/>
              <a:gd name="connsiteY113" fmla="*/ 1702944 h 7004830"/>
              <a:gd name="connsiteX114" fmla="*/ 1391269 w 42198532"/>
              <a:gd name="connsiteY114" fmla="*/ 1771549 h 7004830"/>
              <a:gd name="connsiteX115" fmla="*/ 1399156 w 42198532"/>
              <a:gd name="connsiteY115" fmla="*/ 1781800 h 7004830"/>
              <a:gd name="connsiteX116" fmla="*/ 1483547 w 42198532"/>
              <a:gd name="connsiteY116" fmla="*/ 1716349 h 7004830"/>
              <a:gd name="connsiteX117" fmla="*/ 1848716 w 42198532"/>
              <a:gd name="connsiteY117" fmla="*/ 1993923 h 7004830"/>
              <a:gd name="connsiteX118" fmla="*/ 1658639 w 42198532"/>
              <a:gd name="connsiteY118" fmla="*/ 2141384 h 7004830"/>
              <a:gd name="connsiteX119" fmla="*/ 1489068 w 42198532"/>
              <a:gd name="connsiteY119" fmla="*/ 2273074 h 7004830"/>
              <a:gd name="connsiteX120" fmla="*/ 1123900 w 42198532"/>
              <a:gd name="connsiteY120" fmla="*/ 1995500 h 7004830"/>
              <a:gd name="connsiteX121" fmla="*/ 1398368 w 42198532"/>
              <a:gd name="connsiteY121" fmla="*/ 1782588 h 7004830"/>
              <a:gd name="connsiteX122" fmla="*/ 1390481 w 42198532"/>
              <a:gd name="connsiteY122" fmla="*/ 1771549 h 7004830"/>
              <a:gd name="connsiteX123" fmla="*/ 1118379 w 42198532"/>
              <a:gd name="connsiteY123" fmla="*/ 1982883 h 7004830"/>
              <a:gd name="connsiteX124" fmla="*/ 1118379 w 42198532"/>
              <a:gd name="connsiteY124" fmla="*/ 1636704 h 7004830"/>
              <a:gd name="connsiteX125" fmla="*/ 1230374 w 42198532"/>
              <a:gd name="connsiteY125" fmla="*/ 1549963 h 7004830"/>
              <a:gd name="connsiteX126" fmla="*/ 1480393 w 42198532"/>
              <a:gd name="connsiteY126" fmla="*/ 1355976 h 7004830"/>
              <a:gd name="connsiteX127" fmla="*/ 1110492 w 42198532"/>
              <a:gd name="connsiteY127" fmla="*/ 1064997 h 7004830"/>
              <a:gd name="connsiteX128" fmla="*/ 1475660 w 42198532"/>
              <a:gd name="connsiteY128" fmla="*/ 1342571 h 7004830"/>
              <a:gd name="connsiteX129" fmla="*/ 1223276 w 42198532"/>
              <a:gd name="connsiteY129" fmla="*/ 1538923 h 7004830"/>
              <a:gd name="connsiteX130" fmla="*/ 1230374 w 42198532"/>
              <a:gd name="connsiteY130" fmla="*/ 1549963 h 7004830"/>
              <a:gd name="connsiteX131" fmla="*/ 1222487 w 42198532"/>
              <a:gd name="connsiteY131" fmla="*/ 1539711 h 7004830"/>
              <a:gd name="connsiteX132" fmla="*/ 1112069 w 42198532"/>
              <a:gd name="connsiteY132" fmla="*/ 1625665 h 7004830"/>
              <a:gd name="connsiteX133" fmla="*/ 746900 w 42198532"/>
              <a:gd name="connsiteY133" fmla="*/ 1348091 h 7004830"/>
              <a:gd name="connsiteX134" fmla="*/ 1110492 w 42198532"/>
              <a:gd name="connsiteY134" fmla="*/ 1064997 h 7004830"/>
              <a:gd name="connsiteX135" fmla="*/ 1488280 w 42198532"/>
              <a:gd name="connsiteY135" fmla="*/ 413645 h 7004830"/>
              <a:gd name="connsiteX136" fmla="*/ 1498533 w 42198532"/>
              <a:gd name="connsiteY136" fmla="*/ 421530 h 7004830"/>
              <a:gd name="connsiteX137" fmla="*/ 1853448 w 42198532"/>
              <a:gd name="connsiteY137" fmla="*/ 691218 h 7004830"/>
              <a:gd name="connsiteX138" fmla="*/ 1489068 w 42198532"/>
              <a:gd name="connsiteY138" fmla="*/ 973524 h 7004830"/>
              <a:gd name="connsiteX139" fmla="*/ 1123900 w 42198532"/>
              <a:gd name="connsiteY139" fmla="*/ 695950 h 7004830"/>
              <a:gd name="connsiteX140" fmla="*/ 1488280 w 42198532"/>
              <a:gd name="connsiteY140" fmla="*/ 413645 h 7004830"/>
              <a:gd name="connsiteX141" fmla="*/ 1493012 w 42198532"/>
              <a:gd name="connsiteY141" fmla="*/ 117464 h 7004830"/>
              <a:gd name="connsiteX142" fmla="*/ 42118086 w 42198532"/>
              <a:gd name="connsiteY142" fmla="*/ 0 h 7004830"/>
              <a:gd name="connsiteX143" fmla="*/ 42198532 w 42198532"/>
              <a:gd name="connsiteY143" fmla="*/ 7004830 h 7004830"/>
              <a:gd name="connsiteX144" fmla="*/ 843615 w 42198532"/>
              <a:gd name="connsiteY144" fmla="*/ 6975464 h 7004830"/>
              <a:gd name="connsiteX145" fmla="*/ 810785 w 42198532"/>
              <a:gd name="connsiteY145" fmla="*/ 6950504 h 7004830"/>
              <a:gd name="connsiteX146" fmla="*/ 746900 w 42198532"/>
              <a:gd name="connsiteY146" fmla="*/ 6901934 h 7004830"/>
              <a:gd name="connsiteX147" fmla="*/ 746900 w 42198532"/>
              <a:gd name="connsiteY147" fmla="*/ 6547081 h 7004830"/>
              <a:gd name="connsiteX148" fmla="*/ 1019002 w 42198532"/>
              <a:gd name="connsiteY148" fmla="*/ 6335746 h 7004830"/>
              <a:gd name="connsiteX149" fmla="*/ 1012693 w 42198532"/>
              <a:gd name="connsiteY149" fmla="*/ 6323918 h 7004830"/>
              <a:gd name="connsiteX150" fmla="*/ 1019791 w 42198532"/>
              <a:gd name="connsiteY150" fmla="*/ 6334957 h 7004830"/>
              <a:gd name="connsiteX151" fmla="*/ 1110492 w 42198532"/>
              <a:gd name="connsiteY151" fmla="*/ 6264775 h 7004830"/>
              <a:gd name="connsiteX152" fmla="*/ 1489068 w 42198532"/>
              <a:gd name="connsiteY152" fmla="*/ 6553389 h 7004830"/>
              <a:gd name="connsiteX153" fmla="*/ 1870800 w 42198532"/>
              <a:gd name="connsiteY153" fmla="*/ 6257678 h 7004830"/>
              <a:gd name="connsiteX154" fmla="*/ 1870800 w 42198532"/>
              <a:gd name="connsiteY154" fmla="*/ 6139394 h 7004830"/>
              <a:gd name="connsiteX155" fmla="*/ 1857392 w 42198532"/>
              <a:gd name="connsiteY155" fmla="*/ 6144914 h 7004830"/>
              <a:gd name="connsiteX156" fmla="*/ 1857392 w 42198532"/>
              <a:gd name="connsiteY156" fmla="*/ 6251370 h 7004830"/>
              <a:gd name="connsiteX157" fmla="*/ 1495378 w 42198532"/>
              <a:gd name="connsiteY157" fmla="*/ 6531309 h 7004830"/>
              <a:gd name="connsiteX158" fmla="*/ 1495378 w 42198532"/>
              <a:gd name="connsiteY158" fmla="*/ 6185131 h 7004830"/>
              <a:gd name="connsiteX159" fmla="*/ 1857392 w 42198532"/>
              <a:gd name="connsiteY159" fmla="*/ 5904403 h 7004830"/>
              <a:gd name="connsiteX160" fmla="*/ 1857392 w 42198532"/>
              <a:gd name="connsiteY160" fmla="*/ 6144125 h 7004830"/>
              <a:gd name="connsiteX161" fmla="*/ 1870800 w 42198532"/>
              <a:gd name="connsiteY161" fmla="*/ 6138605 h 7004830"/>
              <a:gd name="connsiteX162" fmla="*/ 1870800 w 42198532"/>
              <a:gd name="connsiteY162" fmla="*/ 5887843 h 7004830"/>
              <a:gd name="connsiteX163" fmla="*/ 1739875 w 42198532"/>
              <a:gd name="connsiteY163" fmla="*/ 5788484 h 7004830"/>
              <a:gd name="connsiteX164" fmla="*/ 1497744 w 42198532"/>
              <a:gd name="connsiteY164" fmla="*/ 5604749 h 7004830"/>
              <a:gd name="connsiteX165" fmla="*/ 1497744 w 42198532"/>
              <a:gd name="connsiteY165" fmla="*/ 5424957 h 7004830"/>
              <a:gd name="connsiteX166" fmla="*/ 1484336 w 42198532"/>
              <a:gd name="connsiteY166" fmla="*/ 5427322 h 7004830"/>
              <a:gd name="connsiteX167" fmla="*/ 1484336 w 42198532"/>
              <a:gd name="connsiteY167" fmla="*/ 5598440 h 7004830"/>
              <a:gd name="connsiteX168" fmla="*/ 1122322 w 42198532"/>
              <a:gd name="connsiteY168" fmla="*/ 5879169 h 7004830"/>
              <a:gd name="connsiteX169" fmla="*/ 1122322 w 42198532"/>
              <a:gd name="connsiteY169" fmla="*/ 5532990 h 7004830"/>
              <a:gd name="connsiteX170" fmla="*/ 1292682 w 42198532"/>
              <a:gd name="connsiteY170" fmla="*/ 5400511 h 7004830"/>
              <a:gd name="connsiteX171" fmla="*/ 1285583 w 42198532"/>
              <a:gd name="connsiteY171" fmla="*/ 5390260 h 7004830"/>
              <a:gd name="connsiteX172" fmla="*/ 1116013 w 42198532"/>
              <a:gd name="connsiteY172" fmla="*/ 5521161 h 7004830"/>
              <a:gd name="connsiteX173" fmla="*/ 750844 w 42198532"/>
              <a:gd name="connsiteY173" fmla="*/ 5243588 h 7004830"/>
              <a:gd name="connsiteX174" fmla="*/ 1025312 w 42198532"/>
              <a:gd name="connsiteY174" fmla="*/ 5030676 h 7004830"/>
              <a:gd name="connsiteX175" fmla="*/ 1110492 w 42198532"/>
              <a:gd name="connsiteY175" fmla="*/ 4965225 h 7004830"/>
              <a:gd name="connsiteX176" fmla="*/ 1475660 w 42198532"/>
              <a:gd name="connsiteY176" fmla="*/ 5242799 h 7004830"/>
              <a:gd name="connsiteX177" fmla="*/ 1285583 w 42198532"/>
              <a:gd name="connsiteY177" fmla="*/ 5389472 h 7004830"/>
              <a:gd name="connsiteX178" fmla="*/ 1293470 w 42198532"/>
              <a:gd name="connsiteY178" fmla="*/ 5400511 h 7004830"/>
              <a:gd name="connsiteX179" fmla="*/ 1484336 w 42198532"/>
              <a:gd name="connsiteY179" fmla="*/ 5252262 h 7004830"/>
              <a:gd name="connsiteX180" fmla="*/ 1484336 w 42198532"/>
              <a:gd name="connsiteY180" fmla="*/ 5426534 h 7004830"/>
              <a:gd name="connsiteX181" fmla="*/ 1497744 w 42198532"/>
              <a:gd name="connsiteY181" fmla="*/ 5424168 h 7004830"/>
              <a:gd name="connsiteX182" fmla="*/ 1497744 w 42198532"/>
              <a:gd name="connsiteY182" fmla="*/ 5246742 h 7004830"/>
              <a:gd name="connsiteX183" fmla="*/ 1513518 w 42198532"/>
              <a:gd name="connsiteY183" fmla="*/ 5234125 h 7004830"/>
              <a:gd name="connsiteX184" fmla="*/ 1513518 w 42198532"/>
              <a:gd name="connsiteY184" fmla="*/ 5217565 h 7004830"/>
              <a:gd name="connsiteX185" fmla="*/ 1495378 w 42198532"/>
              <a:gd name="connsiteY185" fmla="*/ 5231759 h 7004830"/>
              <a:gd name="connsiteX186" fmla="*/ 1495378 w 42198532"/>
              <a:gd name="connsiteY186" fmla="*/ 4885580 h 7004830"/>
              <a:gd name="connsiteX187" fmla="*/ 1513518 w 42198532"/>
              <a:gd name="connsiteY187" fmla="*/ 4871386 h 7004830"/>
              <a:gd name="connsiteX188" fmla="*/ 1513518 w 42198532"/>
              <a:gd name="connsiteY188" fmla="*/ 4854826 h 7004830"/>
              <a:gd name="connsiteX189" fmla="*/ 1489068 w 42198532"/>
              <a:gd name="connsiteY189" fmla="*/ 4873752 h 7004830"/>
              <a:gd name="connsiteX190" fmla="*/ 1123900 w 42198532"/>
              <a:gd name="connsiteY190" fmla="*/ 4596178 h 7004830"/>
              <a:gd name="connsiteX191" fmla="*/ 1488280 w 42198532"/>
              <a:gd name="connsiteY191" fmla="*/ 4313873 h 7004830"/>
              <a:gd name="connsiteX192" fmla="*/ 1853448 w 42198532"/>
              <a:gd name="connsiteY192" fmla="*/ 4591447 h 7004830"/>
              <a:gd name="connsiteX193" fmla="*/ 1514307 w 42198532"/>
              <a:gd name="connsiteY193" fmla="*/ 4854826 h 7004830"/>
              <a:gd name="connsiteX194" fmla="*/ 1514307 w 42198532"/>
              <a:gd name="connsiteY194" fmla="*/ 4870598 h 7004830"/>
              <a:gd name="connsiteX195" fmla="*/ 1857392 w 42198532"/>
              <a:gd name="connsiteY195" fmla="*/ 4604852 h 7004830"/>
              <a:gd name="connsiteX196" fmla="*/ 1857392 w 42198532"/>
              <a:gd name="connsiteY196" fmla="*/ 4951031 h 7004830"/>
              <a:gd name="connsiteX197" fmla="*/ 1514307 w 42198532"/>
              <a:gd name="connsiteY197" fmla="*/ 5217565 h 7004830"/>
              <a:gd name="connsiteX198" fmla="*/ 1514307 w 42198532"/>
              <a:gd name="connsiteY198" fmla="*/ 5234125 h 7004830"/>
              <a:gd name="connsiteX199" fmla="*/ 1870800 w 42198532"/>
              <a:gd name="connsiteY199" fmla="*/ 4957339 h 7004830"/>
              <a:gd name="connsiteX200" fmla="*/ 1870800 w 42198532"/>
              <a:gd name="connsiteY200" fmla="*/ 4588292 h 7004830"/>
              <a:gd name="connsiteX201" fmla="*/ 1497744 w 42198532"/>
              <a:gd name="connsiteY201" fmla="*/ 4304410 h 7004830"/>
              <a:gd name="connsiteX202" fmla="*/ 1497744 w 42198532"/>
              <a:gd name="connsiteY202" fmla="*/ 3956654 h 7004830"/>
              <a:gd name="connsiteX203" fmla="*/ 1484336 w 42198532"/>
              <a:gd name="connsiteY203" fmla="*/ 3966905 h 7004830"/>
              <a:gd name="connsiteX204" fmla="*/ 1484336 w 42198532"/>
              <a:gd name="connsiteY204" fmla="*/ 4299679 h 7004830"/>
              <a:gd name="connsiteX205" fmla="*/ 1122322 w 42198532"/>
              <a:gd name="connsiteY205" fmla="*/ 4579618 h 7004830"/>
              <a:gd name="connsiteX206" fmla="*/ 1122322 w 42198532"/>
              <a:gd name="connsiteY206" fmla="*/ 4233439 h 7004830"/>
              <a:gd name="connsiteX207" fmla="*/ 1484336 w 42198532"/>
              <a:gd name="connsiteY207" fmla="*/ 3952712 h 7004830"/>
              <a:gd name="connsiteX208" fmla="*/ 1484336 w 42198532"/>
              <a:gd name="connsiteY208" fmla="*/ 3966117 h 7004830"/>
              <a:gd name="connsiteX209" fmla="*/ 1497744 w 42198532"/>
              <a:gd name="connsiteY209" fmla="*/ 3955866 h 7004830"/>
              <a:gd name="connsiteX210" fmla="*/ 1497744 w 42198532"/>
              <a:gd name="connsiteY210" fmla="*/ 3936152 h 7004830"/>
              <a:gd name="connsiteX211" fmla="*/ 1136519 w 42198532"/>
              <a:gd name="connsiteY211" fmla="*/ 3661732 h 7004830"/>
              <a:gd name="connsiteX212" fmla="*/ 1125477 w 42198532"/>
              <a:gd name="connsiteY212" fmla="*/ 3669618 h 7004830"/>
              <a:gd name="connsiteX213" fmla="*/ 1135730 w 42198532"/>
              <a:gd name="connsiteY213" fmla="*/ 3660943 h 7004830"/>
              <a:gd name="connsiteX214" fmla="*/ 1119956 w 42198532"/>
              <a:gd name="connsiteY214" fmla="*/ 3649115 h 7004830"/>
              <a:gd name="connsiteX215" fmla="*/ 1119956 w 42198532"/>
              <a:gd name="connsiteY215" fmla="*/ 3637286 h 7004830"/>
              <a:gd name="connsiteX216" fmla="*/ 1106548 w 42198532"/>
              <a:gd name="connsiteY216" fmla="*/ 3637286 h 7004830"/>
              <a:gd name="connsiteX217" fmla="*/ 1106548 w 42198532"/>
              <a:gd name="connsiteY217" fmla="*/ 3649903 h 7004830"/>
              <a:gd name="connsiteX218" fmla="*/ 744534 w 42198532"/>
              <a:gd name="connsiteY218" fmla="*/ 3929843 h 7004830"/>
              <a:gd name="connsiteX219" fmla="*/ 744534 w 42198532"/>
              <a:gd name="connsiteY219" fmla="*/ 3612841 h 7004830"/>
              <a:gd name="connsiteX220" fmla="*/ 744534 w 42198532"/>
              <a:gd name="connsiteY220" fmla="*/ 3584453 h 7004830"/>
              <a:gd name="connsiteX221" fmla="*/ 1106548 w 42198532"/>
              <a:gd name="connsiteY221" fmla="*/ 3303725 h 7004830"/>
              <a:gd name="connsiteX222" fmla="*/ 1106548 w 42198532"/>
              <a:gd name="connsiteY222" fmla="*/ 3617573 h 7004830"/>
              <a:gd name="connsiteX223" fmla="*/ 1106548 w 42198532"/>
              <a:gd name="connsiteY223" fmla="*/ 3636498 h 7004830"/>
              <a:gd name="connsiteX224" fmla="*/ 1119956 w 42198532"/>
              <a:gd name="connsiteY224" fmla="*/ 3636498 h 7004830"/>
              <a:gd name="connsiteX225" fmla="*/ 1119956 w 42198532"/>
              <a:gd name="connsiteY225" fmla="*/ 3298205 h 7004830"/>
              <a:gd name="connsiteX226" fmla="*/ 1392847 w 42198532"/>
              <a:gd name="connsiteY226" fmla="*/ 3086870 h 7004830"/>
              <a:gd name="connsiteX227" fmla="*/ 1483547 w 42198532"/>
              <a:gd name="connsiteY227" fmla="*/ 3016688 h 7004830"/>
              <a:gd name="connsiteX228" fmla="*/ 1862913 w 42198532"/>
              <a:gd name="connsiteY228" fmla="*/ 3304513 h 7004830"/>
              <a:gd name="connsiteX229" fmla="*/ 2243855 w 42198532"/>
              <a:gd name="connsiteY229" fmla="*/ 3008803 h 7004830"/>
              <a:gd name="connsiteX230" fmla="*/ 2243855 w 42198532"/>
              <a:gd name="connsiteY230" fmla="*/ 2891307 h 7004830"/>
              <a:gd name="connsiteX231" fmla="*/ 2231236 w 42198532"/>
              <a:gd name="connsiteY231" fmla="*/ 2896827 h 7004830"/>
              <a:gd name="connsiteX232" fmla="*/ 2231236 w 42198532"/>
              <a:gd name="connsiteY232" fmla="*/ 3002494 h 7004830"/>
              <a:gd name="connsiteX233" fmla="*/ 1869222 w 42198532"/>
              <a:gd name="connsiteY233" fmla="*/ 3283222 h 7004830"/>
              <a:gd name="connsiteX234" fmla="*/ 1869222 w 42198532"/>
              <a:gd name="connsiteY234" fmla="*/ 2937043 h 7004830"/>
              <a:gd name="connsiteX235" fmla="*/ 2231236 w 42198532"/>
              <a:gd name="connsiteY235" fmla="*/ 2656315 h 7004830"/>
              <a:gd name="connsiteX236" fmla="*/ 2231236 w 42198532"/>
              <a:gd name="connsiteY236" fmla="*/ 2896038 h 7004830"/>
              <a:gd name="connsiteX237" fmla="*/ 2243855 w 42198532"/>
              <a:gd name="connsiteY237" fmla="*/ 2890518 h 7004830"/>
              <a:gd name="connsiteX238" fmla="*/ 2243855 w 42198532"/>
              <a:gd name="connsiteY238" fmla="*/ 2639755 h 7004830"/>
              <a:gd name="connsiteX239" fmla="*/ 2113720 w 42198532"/>
              <a:gd name="connsiteY239" fmla="*/ 2540397 h 7004830"/>
              <a:gd name="connsiteX240" fmla="*/ 2100312 w 42198532"/>
              <a:gd name="connsiteY240" fmla="*/ 2546705 h 7004830"/>
              <a:gd name="connsiteX241" fmla="*/ 2226503 w 42198532"/>
              <a:gd name="connsiteY241" fmla="*/ 2642910 h 7004830"/>
              <a:gd name="connsiteX242" fmla="*/ 1862124 w 42198532"/>
              <a:gd name="connsiteY242" fmla="*/ 2925215 h 7004830"/>
              <a:gd name="connsiteX243" fmla="*/ 1496955 w 42198532"/>
              <a:gd name="connsiteY243" fmla="*/ 2647641 h 7004830"/>
              <a:gd name="connsiteX244" fmla="*/ 1861335 w 42198532"/>
              <a:gd name="connsiteY244" fmla="*/ 2365336 h 7004830"/>
              <a:gd name="connsiteX245" fmla="*/ 2099523 w 42198532"/>
              <a:gd name="connsiteY245" fmla="*/ 2545916 h 7004830"/>
              <a:gd name="connsiteX246" fmla="*/ 2112931 w 42198532"/>
              <a:gd name="connsiteY246" fmla="*/ 2539608 h 7004830"/>
              <a:gd name="connsiteX247" fmla="*/ 1870800 w 42198532"/>
              <a:gd name="connsiteY247" fmla="*/ 2355873 h 7004830"/>
              <a:gd name="connsiteX248" fmla="*/ 1870800 w 42198532"/>
              <a:gd name="connsiteY248" fmla="*/ 2176869 h 7004830"/>
              <a:gd name="connsiteX249" fmla="*/ 1857392 w 42198532"/>
              <a:gd name="connsiteY249" fmla="*/ 2178447 h 7004830"/>
              <a:gd name="connsiteX250" fmla="*/ 1857392 w 42198532"/>
              <a:gd name="connsiteY250" fmla="*/ 2350353 h 7004830"/>
              <a:gd name="connsiteX251" fmla="*/ 1496167 w 42198532"/>
              <a:gd name="connsiteY251" fmla="*/ 2631081 h 7004830"/>
              <a:gd name="connsiteX252" fmla="*/ 1496167 w 42198532"/>
              <a:gd name="connsiteY252" fmla="*/ 2284114 h 7004830"/>
              <a:gd name="connsiteX253" fmla="*/ 1666526 w 42198532"/>
              <a:gd name="connsiteY253" fmla="*/ 2152424 h 7004830"/>
              <a:gd name="connsiteX254" fmla="*/ 1658639 w 42198532"/>
              <a:gd name="connsiteY254" fmla="*/ 2141384 h 7004830"/>
              <a:gd name="connsiteX255" fmla="*/ 1666526 w 42198532"/>
              <a:gd name="connsiteY255" fmla="*/ 2151636 h 7004830"/>
              <a:gd name="connsiteX256" fmla="*/ 1857392 w 42198532"/>
              <a:gd name="connsiteY256" fmla="*/ 2003386 h 7004830"/>
              <a:gd name="connsiteX257" fmla="*/ 1857392 w 42198532"/>
              <a:gd name="connsiteY257" fmla="*/ 2177658 h 7004830"/>
              <a:gd name="connsiteX258" fmla="*/ 1870800 w 42198532"/>
              <a:gd name="connsiteY258" fmla="*/ 2176081 h 7004830"/>
              <a:gd name="connsiteX259" fmla="*/ 1870800 w 42198532"/>
              <a:gd name="connsiteY259" fmla="*/ 1998654 h 7004830"/>
              <a:gd name="connsiteX260" fmla="*/ 1886574 w 42198532"/>
              <a:gd name="connsiteY260" fmla="*/ 1986037 h 7004830"/>
              <a:gd name="connsiteX261" fmla="*/ 1886574 w 42198532"/>
              <a:gd name="connsiteY261" fmla="*/ 1969478 h 7004830"/>
              <a:gd name="connsiteX262" fmla="*/ 1869222 w 42198532"/>
              <a:gd name="connsiteY262" fmla="*/ 1982883 h 7004830"/>
              <a:gd name="connsiteX263" fmla="*/ 1869222 w 42198532"/>
              <a:gd name="connsiteY263" fmla="*/ 1636704 h 7004830"/>
              <a:gd name="connsiteX264" fmla="*/ 1886574 w 42198532"/>
              <a:gd name="connsiteY264" fmla="*/ 1623299 h 7004830"/>
              <a:gd name="connsiteX265" fmla="*/ 1886574 w 42198532"/>
              <a:gd name="connsiteY265" fmla="*/ 1606739 h 7004830"/>
              <a:gd name="connsiteX266" fmla="*/ 1862124 w 42198532"/>
              <a:gd name="connsiteY266" fmla="*/ 1625665 h 7004830"/>
              <a:gd name="connsiteX267" fmla="*/ 1496955 w 42198532"/>
              <a:gd name="connsiteY267" fmla="*/ 1348091 h 7004830"/>
              <a:gd name="connsiteX268" fmla="*/ 1861335 w 42198532"/>
              <a:gd name="connsiteY268" fmla="*/ 1064997 h 7004830"/>
              <a:gd name="connsiteX269" fmla="*/ 2226503 w 42198532"/>
              <a:gd name="connsiteY269" fmla="*/ 1342571 h 7004830"/>
              <a:gd name="connsiteX270" fmla="*/ 1887362 w 42198532"/>
              <a:gd name="connsiteY270" fmla="*/ 1605951 h 7004830"/>
              <a:gd name="connsiteX271" fmla="*/ 1887362 w 42198532"/>
              <a:gd name="connsiteY271" fmla="*/ 1622510 h 7004830"/>
              <a:gd name="connsiteX272" fmla="*/ 2231236 w 42198532"/>
              <a:gd name="connsiteY272" fmla="*/ 1355976 h 7004830"/>
              <a:gd name="connsiteX273" fmla="*/ 2231236 w 42198532"/>
              <a:gd name="connsiteY273" fmla="*/ 1702944 h 7004830"/>
              <a:gd name="connsiteX274" fmla="*/ 1887362 w 42198532"/>
              <a:gd name="connsiteY274" fmla="*/ 1968689 h 7004830"/>
              <a:gd name="connsiteX275" fmla="*/ 1887362 w 42198532"/>
              <a:gd name="connsiteY275" fmla="*/ 1985249 h 7004830"/>
              <a:gd name="connsiteX276" fmla="*/ 2243855 w 42198532"/>
              <a:gd name="connsiteY276" fmla="*/ 1709252 h 7004830"/>
              <a:gd name="connsiteX277" fmla="*/ 2243855 w 42198532"/>
              <a:gd name="connsiteY277" fmla="*/ 1339416 h 7004830"/>
              <a:gd name="connsiteX278" fmla="*/ 1870800 w 42198532"/>
              <a:gd name="connsiteY278" fmla="*/ 1056323 h 7004830"/>
              <a:gd name="connsiteX279" fmla="*/ 1870800 w 42198532"/>
              <a:gd name="connsiteY279" fmla="*/ 707778 h 7004830"/>
              <a:gd name="connsiteX280" fmla="*/ 1857392 w 42198532"/>
              <a:gd name="connsiteY280" fmla="*/ 718030 h 7004830"/>
              <a:gd name="connsiteX281" fmla="*/ 1857392 w 42198532"/>
              <a:gd name="connsiteY281" fmla="*/ 1050803 h 7004830"/>
              <a:gd name="connsiteX282" fmla="*/ 1496167 w 42198532"/>
              <a:gd name="connsiteY282" fmla="*/ 1331531 h 7004830"/>
              <a:gd name="connsiteX283" fmla="*/ 1496167 w 42198532"/>
              <a:gd name="connsiteY283" fmla="*/ 985352 h 7004830"/>
              <a:gd name="connsiteX284" fmla="*/ 1857392 w 42198532"/>
              <a:gd name="connsiteY284" fmla="*/ 704624 h 7004830"/>
              <a:gd name="connsiteX285" fmla="*/ 1857392 w 42198532"/>
              <a:gd name="connsiteY285" fmla="*/ 717241 h 7004830"/>
              <a:gd name="connsiteX286" fmla="*/ 1870800 w 42198532"/>
              <a:gd name="connsiteY286" fmla="*/ 706990 h 7004830"/>
              <a:gd name="connsiteX287" fmla="*/ 1870800 w 42198532"/>
              <a:gd name="connsiteY287" fmla="*/ 688064 h 7004830"/>
              <a:gd name="connsiteX288" fmla="*/ 1509574 w 42198532"/>
              <a:gd name="connsiteY288" fmla="*/ 412856 h 7004830"/>
              <a:gd name="connsiteX289" fmla="*/ 1498533 w 42198532"/>
              <a:gd name="connsiteY289" fmla="*/ 421530 h 7004830"/>
              <a:gd name="connsiteX290" fmla="*/ 1508786 w 42198532"/>
              <a:gd name="connsiteY290" fmla="*/ 412856 h 7004830"/>
              <a:gd name="connsiteX291" fmla="*/ 1493012 w 42198532"/>
              <a:gd name="connsiteY291" fmla="*/ 401028 h 7004830"/>
              <a:gd name="connsiteX292" fmla="*/ 1493012 w 42198532"/>
              <a:gd name="connsiteY292" fmla="*/ 119417 h 7004830"/>
              <a:gd name="connsiteX293" fmla="*/ 1493012 w 42198532"/>
              <a:gd name="connsiteY293" fmla="*/ 117464 h 7004830"/>
              <a:gd name="connsiteX294" fmla="*/ 1398859 w 42198532"/>
              <a:gd name="connsiteY294" fmla="*/ 117464 h 7004830"/>
              <a:gd name="connsiteX295" fmla="*/ 1480393 w 42198532"/>
              <a:gd name="connsiteY295" fmla="*/ 117464 h 7004830"/>
              <a:gd name="connsiteX296" fmla="*/ 1480393 w 42198532"/>
              <a:gd name="connsiteY296" fmla="*/ 201868 h 7004830"/>
              <a:gd name="connsiteX297" fmla="*/ 1480393 w 42198532"/>
              <a:gd name="connsiteY297" fmla="*/ 401028 h 7004830"/>
              <a:gd name="connsiteX298" fmla="*/ 1118379 w 42198532"/>
              <a:gd name="connsiteY298" fmla="*/ 681756 h 7004830"/>
              <a:gd name="connsiteX299" fmla="*/ 1118379 w 42198532"/>
              <a:gd name="connsiteY299" fmla="*/ 335577 h 7004830"/>
              <a:gd name="connsiteX300" fmla="*/ 1379242 w 42198532"/>
              <a:gd name="connsiteY300" fmla="*/ 132719 h 7004830"/>
              <a:gd name="connsiteX301" fmla="*/ 1398859 w 42198532"/>
              <a:gd name="connsiteY301" fmla="*/ 117464 h 7004830"/>
              <a:gd name="connsiteX302" fmla="*/ 840168 w 42198532"/>
              <a:gd name="connsiteY302" fmla="*/ 117464 h 7004830"/>
              <a:gd name="connsiteX303" fmla="*/ 1377550 w 42198532"/>
              <a:gd name="connsiteY303" fmla="*/ 117464 h 7004830"/>
              <a:gd name="connsiteX304" fmla="*/ 1301753 w 42198532"/>
              <a:gd name="connsiteY304" fmla="*/ 176360 h 7004830"/>
              <a:gd name="connsiteX305" fmla="*/ 1112069 w 42198532"/>
              <a:gd name="connsiteY305" fmla="*/ 323748 h 7004830"/>
              <a:gd name="connsiteX306" fmla="*/ 857417 w 42198532"/>
              <a:gd name="connsiteY306" fmla="*/ 130551 h 7004830"/>
              <a:gd name="connsiteX307" fmla="*/ 840168 w 42198532"/>
              <a:gd name="connsiteY307" fmla="*/ 117464 h 7004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Lst>
            <a:rect l="l" t="t" r="r" b="b"/>
            <a:pathLst>
              <a:path w="42198532" h="7004830">
                <a:moveTo>
                  <a:pt x="738225" y="6911396"/>
                </a:moveTo>
                <a:lnTo>
                  <a:pt x="814828" y="6969750"/>
                </a:lnTo>
                <a:lnTo>
                  <a:pt x="822329" y="6975464"/>
                </a:lnTo>
                <a:lnTo>
                  <a:pt x="655724" y="6975464"/>
                </a:lnTo>
                <a:lnTo>
                  <a:pt x="656989" y="6974481"/>
                </a:lnTo>
                <a:lnTo>
                  <a:pt x="738225" y="6911396"/>
                </a:lnTo>
                <a:close/>
                <a:moveTo>
                  <a:pt x="733493" y="6551812"/>
                </a:moveTo>
                <a:lnTo>
                  <a:pt x="733493" y="6897991"/>
                </a:lnTo>
                <a:lnTo>
                  <a:pt x="639637" y="6970539"/>
                </a:lnTo>
                <a:cubicBezTo>
                  <a:pt x="645158" y="6972116"/>
                  <a:pt x="650679" y="6972904"/>
                  <a:pt x="656989" y="6974481"/>
                </a:cubicBezTo>
                <a:cubicBezTo>
                  <a:pt x="650679" y="6973693"/>
                  <a:pt x="644369" y="6972116"/>
                  <a:pt x="638848" y="6971327"/>
                </a:cubicBezTo>
                <a:lnTo>
                  <a:pt x="633515" y="6975464"/>
                </a:lnTo>
                <a:lnTo>
                  <a:pt x="371479" y="6975464"/>
                </a:lnTo>
                <a:lnTo>
                  <a:pt x="371479" y="6917056"/>
                </a:lnTo>
                <a:lnTo>
                  <a:pt x="371479" y="6832540"/>
                </a:lnTo>
                <a:lnTo>
                  <a:pt x="733493" y="6551812"/>
                </a:lnTo>
                <a:close/>
                <a:moveTo>
                  <a:pt x="1106548" y="5904403"/>
                </a:moveTo>
                <a:lnTo>
                  <a:pt x="1106548" y="6251370"/>
                </a:lnTo>
                <a:lnTo>
                  <a:pt x="1012693" y="6323918"/>
                </a:lnTo>
                <a:lnTo>
                  <a:pt x="744534" y="6531309"/>
                </a:lnTo>
                <a:lnTo>
                  <a:pt x="744534" y="6185131"/>
                </a:lnTo>
                <a:lnTo>
                  <a:pt x="873093" y="6085772"/>
                </a:lnTo>
                <a:lnTo>
                  <a:pt x="1106548" y="5904403"/>
                </a:lnTo>
                <a:close/>
                <a:moveTo>
                  <a:pt x="1739875" y="5788484"/>
                </a:moveTo>
                <a:lnTo>
                  <a:pt x="1726467" y="5794792"/>
                </a:lnTo>
                <a:lnTo>
                  <a:pt x="1739875" y="5788484"/>
                </a:lnTo>
                <a:close/>
                <a:moveTo>
                  <a:pt x="1488280" y="5613423"/>
                </a:moveTo>
                <a:lnTo>
                  <a:pt x="1726467" y="5794792"/>
                </a:lnTo>
                <a:lnTo>
                  <a:pt x="1853448" y="5890997"/>
                </a:lnTo>
                <a:lnTo>
                  <a:pt x="1489068" y="6174091"/>
                </a:lnTo>
                <a:lnTo>
                  <a:pt x="1123900" y="5896517"/>
                </a:lnTo>
                <a:lnTo>
                  <a:pt x="1488280" y="5613423"/>
                </a:lnTo>
                <a:close/>
                <a:moveTo>
                  <a:pt x="359648" y="4965225"/>
                </a:moveTo>
                <a:lnTo>
                  <a:pt x="724817" y="5242799"/>
                </a:lnTo>
                <a:lnTo>
                  <a:pt x="487418" y="5426534"/>
                </a:lnTo>
                <a:lnTo>
                  <a:pt x="493727" y="5437574"/>
                </a:lnTo>
                <a:lnTo>
                  <a:pt x="733493" y="5252262"/>
                </a:lnTo>
                <a:lnTo>
                  <a:pt x="733493" y="5598440"/>
                </a:lnTo>
                <a:lnTo>
                  <a:pt x="633328" y="5675720"/>
                </a:lnTo>
                <a:lnTo>
                  <a:pt x="641215" y="5688337"/>
                </a:lnTo>
                <a:lnTo>
                  <a:pt x="737436" y="5613423"/>
                </a:lnTo>
                <a:lnTo>
                  <a:pt x="1102605" y="5890997"/>
                </a:lnTo>
                <a:lnTo>
                  <a:pt x="866783" y="6073943"/>
                </a:lnTo>
                <a:lnTo>
                  <a:pt x="873093" y="6085772"/>
                </a:lnTo>
                <a:lnTo>
                  <a:pt x="865994" y="6074732"/>
                </a:lnTo>
                <a:lnTo>
                  <a:pt x="738225" y="6174091"/>
                </a:lnTo>
                <a:lnTo>
                  <a:pt x="373056" y="5896517"/>
                </a:lnTo>
                <a:lnTo>
                  <a:pt x="640426" y="5689125"/>
                </a:lnTo>
                <a:lnTo>
                  <a:pt x="633328" y="5676508"/>
                </a:lnTo>
                <a:lnTo>
                  <a:pt x="371479" y="5879169"/>
                </a:lnTo>
                <a:lnTo>
                  <a:pt x="371479" y="5532990"/>
                </a:lnTo>
                <a:lnTo>
                  <a:pt x="493727" y="5438362"/>
                </a:lnTo>
                <a:lnTo>
                  <a:pt x="486629" y="5426534"/>
                </a:lnTo>
                <a:lnTo>
                  <a:pt x="365169" y="5521161"/>
                </a:lnTo>
                <a:lnTo>
                  <a:pt x="0" y="5243588"/>
                </a:lnTo>
                <a:lnTo>
                  <a:pt x="359648" y="4965225"/>
                </a:lnTo>
                <a:close/>
                <a:moveTo>
                  <a:pt x="1106548" y="4604852"/>
                </a:moveTo>
                <a:lnTo>
                  <a:pt x="1106548" y="4951031"/>
                </a:lnTo>
                <a:lnTo>
                  <a:pt x="1018214" y="5019636"/>
                </a:lnTo>
                <a:lnTo>
                  <a:pt x="1025312" y="5030676"/>
                </a:lnTo>
                <a:lnTo>
                  <a:pt x="1017425" y="5020424"/>
                </a:lnTo>
                <a:lnTo>
                  <a:pt x="744534" y="5231759"/>
                </a:lnTo>
                <a:lnTo>
                  <a:pt x="744534" y="4885580"/>
                </a:lnTo>
                <a:lnTo>
                  <a:pt x="856530" y="4798050"/>
                </a:lnTo>
                <a:lnTo>
                  <a:pt x="849432" y="4787799"/>
                </a:lnTo>
                <a:lnTo>
                  <a:pt x="857319" y="4798050"/>
                </a:lnTo>
                <a:lnTo>
                  <a:pt x="1106548" y="4604852"/>
                </a:lnTo>
                <a:close/>
                <a:moveTo>
                  <a:pt x="737436" y="4313873"/>
                </a:moveTo>
                <a:lnTo>
                  <a:pt x="1102605" y="4591447"/>
                </a:lnTo>
                <a:lnTo>
                  <a:pt x="849432" y="4787799"/>
                </a:lnTo>
                <a:lnTo>
                  <a:pt x="738225" y="4873752"/>
                </a:lnTo>
                <a:lnTo>
                  <a:pt x="373056" y="4596178"/>
                </a:lnTo>
                <a:lnTo>
                  <a:pt x="737436" y="4313873"/>
                </a:lnTo>
                <a:close/>
                <a:moveTo>
                  <a:pt x="1115224" y="3661732"/>
                </a:moveTo>
                <a:lnTo>
                  <a:pt x="1125477" y="3669618"/>
                </a:lnTo>
                <a:lnTo>
                  <a:pt x="1480393" y="3939306"/>
                </a:lnTo>
                <a:lnTo>
                  <a:pt x="1116013" y="4222399"/>
                </a:lnTo>
                <a:lnTo>
                  <a:pt x="750844" y="3944037"/>
                </a:lnTo>
                <a:lnTo>
                  <a:pt x="1115224" y="3661732"/>
                </a:lnTo>
                <a:close/>
                <a:moveTo>
                  <a:pt x="1480393" y="2656315"/>
                </a:moveTo>
                <a:lnTo>
                  <a:pt x="1480393" y="3002494"/>
                </a:lnTo>
                <a:lnTo>
                  <a:pt x="1386537" y="3075042"/>
                </a:lnTo>
                <a:lnTo>
                  <a:pt x="1392847" y="3086870"/>
                </a:lnTo>
                <a:lnTo>
                  <a:pt x="1385748" y="3075830"/>
                </a:lnTo>
                <a:lnTo>
                  <a:pt x="1118379" y="3283222"/>
                </a:lnTo>
                <a:lnTo>
                  <a:pt x="1118379" y="2937043"/>
                </a:lnTo>
                <a:lnTo>
                  <a:pt x="1246148" y="2837685"/>
                </a:lnTo>
                <a:lnTo>
                  <a:pt x="1239839" y="2825856"/>
                </a:lnTo>
                <a:lnTo>
                  <a:pt x="1246937" y="2836896"/>
                </a:lnTo>
                <a:lnTo>
                  <a:pt x="1480393" y="2656315"/>
                </a:lnTo>
                <a:close/>
                <a:moveTo>
                  <a:pt x="732704" y="1716349"/>
                </a:moveTo>
                <a:lnTo>
                  <a:pt x="1097873" y="1993923"/>
                </a:lnTo>
                <a:lnTo>
                  <a:pt x="860473" y="2177658"/>
                </a:lnTo>
                <a:lnTo>
                  <a:pt x="867572" y="2189486"/>
                </a:lnTo>
                <a:lnTo>
                  <a:pt x="1106548" y="2003386"/>
                </a:lnTo>
                <a:lnTo>
                  <a:pt x="1106548" y="2350353"/>
                </a:lnTo>
                <a:lnTo>
                  <a:pt x="1007172" y="2427632"/>
                </a:lnTo>
                <a:lnTo>
                  <a:pt x="1014270" y="2440249"/>
                </a:lnTo>
                <a:lnTo>
                  <a:pt x="1110492" y="2365336"/>
                </a:lnTo>
                <a:lnTo>
                  <a:pt x="1475660" y="2642910"/>
                </a:lnTo>
                <a:lnTo>
                  <a:pt x="1239839" y="2825856"/>
                </a:lnTo>
                <a:lnTo>
                  <a:pt x="1112069" y="2925215"/>
                </a:lnTo>
                <a:lnTo>
                  <a:pt x="746900" y="2647641"/>
                </a:lnTo>
                <a:lnTo>
                  <a:pt x="1013481" y="2440249"/>
                </a:lnTo>
                <a:lnTo>
                  <a:pt x="1006383" y="2427632"/>
                </a:lnTo>
                <a:lnTo>
                  <a:pt x="744534" y="2631081"/>
                </a:lnTo>
                <a:lnTo>
                  <a:pt x="744534" y="2284114"/>
                </a:lnTo>
                <a:lnTo>
                  <a:pt x="866783" y="2189486"/>
                </a:lnTo>
                <a:lnTo>
                  <a:pt x="860473" y="2178447"/>
                </a:lnTo>
                <a:lnTo>
                  <a:pt x="738225" y="2273074"/>
                </a:lnTo>
                <a:lnTo>
                  <a:pt x="373056" y="1995500"/>
                </a:lnTo>
                <a:lnTo>
                  <a:pt x="732704" y="1716349"/>
                </a:lnTo>
                <a:close/>
                <a:moveTo>
                  <a:pt x="1480393" y="1355976"/>
                </a:moveTo>
                <a:lnTo>
                  <a:pt x="1480393" y="1702944"/>
                </a:lnTo>
                <a:lnTo>
                  <a:pt x="1391269" y="1771549"/>
                </a:lnTo>
                <a:lnTo>
                  <a:pt x="1399156" y="1781800"/>
                </a:lnTo>
                <a:lnTo>
                  <a:pt x="1483547" y="1716349"/>
                </a:lnTo>
                <a:lnTo>
                  <a:pt x="1848716" y="1993923"/>
                </a:lnTo>
                <a:lnTo>
                  <a:pt x="1658639" y="2141384"/>
                </a:lnTo>
                <a:lnTo>
                  <a:pt x="1489068" y="2273074"/>
                </a:lnTo>
                <a:lnTo>
                  <a:pt x="1123900" y="1995500"/>
                </a:lnTo>
                <a:lnTo>
                  <a:pt x="1398368" y="1782588"/>
                </a:lnTo>
                <a:lnTo>
                  <a:pt x="1390481" y="1771549"/>
                </a:lnTo>
                <a:lnTo>
                  <a:pt x="1118379" y="1982883"/>
                </a:lnTo>
                <a:lnTo>
                  <a:pt x="1118379" y="1636704"/>
                </a:lnTo>
                <a:lnTo>
                  <a:pt x="1230374" y="1549963"/>
                </a:lnTo>
                <a:lnTo>
                  <a:pt x="1480393" y="1355976"/>
                </a:lnTo>
                <a:close/>
                <a:moveTo>
                  <a:pt x="1110492" y="1064997"/>
                </a:moveTo>
                <a:lnTo>
                  <a:pt x="1475660" y="1342571"/>
                </a:lnTo>
                <a:lnTo>
                  <a:pt x="1223276" y="1538923"/>
                </a:lnTo>
                <a:lnTo>
                  <a:pt x="1230374" y="1549963"/>
                </a:lnTo>
                <a:lnTo>
                  <a:pt x="1222487" y="1539711"/>
                </a:lnTo>
                <a:lnTo>
                  <a:pt x="1112069" y="1625665"/>
                </a:lnTo>
                <a:lnTo>
                  <a:pt x="746900" y="1348091"/>
                </a:lnTo>
                <a:lnTo>
                  <a:pt x="1110492" y="1064997"/>
                </a:lnTo>
                <a:close/>
                <a:moveTo>
                  <a:pt x="1488280" y="413645"/>
                </a:moveTo>
                <a:lnTo>
                  <a:pt x="1498533" y="421530"/>
                </a:lnTo>
                <a:lnTo>
                  <a:pt x="1853448" y="691218"/>
                </a:lnTo>
                <a:lnTo>
                  <a:pt x="1489068" y="973524"/>
                </a:lnTo>
                <a:lnTo>
                  <a:pt x="1123900" y="695950"/>
                </a:lnTo>
                <a:lnTo>
                  <a:pt x="1488280" y="413645"/>
                </a:lnTo>
                <a:close/>
                <a:moveTo>
                  <a:pt x="1493012" y="117464"/>
                </a:moveTo>
                <a:lnTo>
                  <a:pt x="42118086" y="0"/>
                </a:lnTo>
                <a:lnTo>
                  <a:pt x="42198532" y="7004830"/>
                </a:lnTo>
                <a:lnTo>
                  <a:pt x="843615" y="6975464"/>
                </a:lnTo>
                <a:lnTo>
                  <a:pt x="810785" y="6950504"/>
                </a:lnTo>
                <a:lnTo>
                  <a:pt x="746900" y="6901934"/>
                </a:lnTo>
                <a:lnTo>
                  <a:pt x="746900" y="6547081"/>
                </a:lnTo>
                <a:lnTo>
                  <a:pt x="1019002" y="6335746"/>
                </a:lnTo>
                <a:lnTo>
                  <a:pt x="1012693" y="6323918"/>
                </a:lnTo>
                <a:lnTo>
                  <a:pt x="1019791" y="6334957"/>
                </a:lnTo>
                <a:lnTo>
                  <a:pt x="1110492" y="6264775"/>
                </a:lnTo>
                <a:lnTo>
                  <a:pt x="1489068" y="6553389"/>
                </a:lnTo>
                <a:lnTo>
                  <a:pt x="1870800" y="6257678"/>
                </a:lnTo>
                <a:lnTo>
                  <a:pt x="1870800" y="6139394"/>
                </a:lnTo>
                <a:lnTo>
                  <a:pt x="1857392" y="6144914"/>
                </a:lnTo>
                <a:lnTo>
                  <a:pt x="1857392" y="6251370"/>
                </a:lnTo>
                <a:lnTo>
                  <a:pt x="1495378" y="6531309"/>
                </a:lnTo>
                <a:lnTo>
                  <a:pt x="1495378" y="6185131"/>
                </a:lnTo>
                <a:lnTo>
                  <a:pt x="1857392" y="5904403"/>
                </a:lnTo>
                <a:lnTo>
                  <a:pt x="1857392" y="6144125"/>
                </a:lnTo>
                <a:lnTo>
                  <a:pt x="1870800" y="6138605"/>
                </a:lnTo>
                <a:lnTo>
                  <a:pt x="1870800" y="5887843"/>
                </a:lnTo>
                <a:lnTo>
                  <a:pt x="1739875" y="5788484"/>
                </a:lnTo>
                <a:lnTo>
                  <a:pt x="1497744" y="5604749"/>
                </a:lnTo>
                <a:lnTo>
                  <a:pt x="1497744" y="5424957"/>
                </a:lnTo>
                <a:lnTo>
                  <a:pt x="1484336" y="5427322"/>
                </a:lnTo>
                <a:lnTo>
                  <a:pt x="1484336" y="5598440"/>
                </a:lnTo>
                <a:lnTo>
                  <a:pt x="1122322" y="5879169"/>
                </a:lnTo>
                <a:lnTo>
                  <a:pt x="1122322" y="5532990"/>
                </a:lnTo>
                <a:lnTo>
                  <a:pt x="1292682" y="5400511"/>
                </a:lnTo>
                <a:lnTo>
                  <a:pt x="1285583" y="5390260"/>
                </a:lnTo>
                <a:lnTo>
                  <a:pt x="1116013" y="5521161"/>
                </a:lnTo>
                <a:lnTo>
                  <a:pt x="750844" y="5243588"/>
                </a:lnTo>
                <a:lnTo>
                  <a:pt x="1025312" y="5030676"/>
                </a:lnTo>
                <a:lnTo>
                  <a:pt x="1110492" y="4965225"/>
                </a:lnTo>
                <a:lnTo>
                  <a:pt x="1475660" y="5242799"/>
                </a:lnTo>
                <a:lnTo>
                  <a:pt x="1285583" y="5389472"/>
                </a:lnTo>
                <a:lnTo>
                  <a:pt x="1293470" y="5400511"/>
                </a:lnTo>
                <a:lnTo>
                  <a:pt x="1484336" y="5252262"/>
                </a:lnTo>
                <a:lnTo>
                  <a:pt x="1484336" y="5426534"/>
                </a:lnTo>
                <a:lnTo>
                  <a:pt x="1497744" y="5424168"/>
                </a:lnTo>
                <a:lnTo>
                  <a:pt x="1497744" y="5246742"/>
                </a:lnTo>
                <a:lnTo>
                  <a:pt x="1513518" y="5234125"/>
                </a:lnTo>
                <a:lnTo>
                  <a:pt x="1513518" y="5217565"/>
                </a:lnTo>
                <a:lnTo>
                  <a:pt x="1495378" y="5231759"/>
                </a:lnTo>
                <a:lnTo>
                  <a:pt x="1495378" y="4885580"/>
                </a:lnTo>
                <a:lnTo>
                  <a:pt x="1513518" y="4871386"/>
                </a:lnTo>
                <a:lnTo>
                  <a:pt x="1513518" y="4854826"/>
                </a:lnTo>
                <a:lnTo>
                  <a:pt x="1489068" y="4873752"/>
                </a:lnTo>
                <a:lnTo>
                  <a:pt x="1123900" y="4596178"/>
                </a:lnTo>
                <a:lnTo>
                  <a:pt x="1488280" y="4313873"/>
                </a:lnTo>
                <a:lnTo>
                  <a:pt x="1853448" y="4591447"/>
                </a:lnTo>
                <a:lnTo>
                  <a:pt x="1514307" y="4854826"/>
                </a:lnTo>
                <a:lnTo>
                  <a:pt x="1514307" y="4870598"/>
                </a:lnTo>
                <a:lnTo>
                  <a:pt x="1857392" y="4604852"/>
                </a:lnTo>
                <a:lnTo>
                  <a:pt x="1857392" y="4951031"/>
                </a:lnTo>
                <a:lnTo>
                  <a:pt x="1514307" y="5217565"/>
                </a:lnTo>
                <a:lnTo>
                  <a:pt x="1514307" y="5234125"/>
                </a:lnTo>
                <a:lnTo>
                  <a:pt x="1870800" y="4957339"/>
                </a:lnTo>
                <a:lnTo>
                  <a:pt x="1870800" y="4588292"/>
                </a:lnTo>
                <a:lnTo>
                  <a:pt x="1497744" y="4304410"/>
                </a:lnTo>
                <a:lnTo>
                  <a:pt x="1497744" y="3956654"/>
                </a:lnTo>
                <a:lnTo>
                  <a:pt x="1484336" y="3966905"/>
                </a:lnTo>
                <a:lnTo>
                  <a:pt x="1484336" y="4299679"/>
                </a:lnTo>
                <a:lnTo>
                  <a:pt x="1122322" y="4579618"/>
                </a:lnTo>
                <a:lnTo>
                  <a:pt x="1122322" y="4233439"/>
                </a:lnTo>
                <a:lnTo>
                  <a:pt x="1484336" y="3952712"/>
                </a:lnTo>
                <a:lnTo>
                  <a:pt x="1484336" y="3966117"/>
                </a:lnTo>
                <a:lnTo>
                  <a:pt x="1497744" y="3955866"/>
                </a:lnTo>
                <a:lnTo>
                  <a:pt x="1497744" y="3936152"/>
                </a:lnTo>
                <a:lnTo>
                  <a:pt x="1136519" y="3661732"/>
                </a:lnTo>
                <a:lnTo>
                  <a:pt x="1125477" y="3669618"/>
                </a:lnTo>
                <a:lnTo>
                  <a:pt x="1135730" y="3660943"/>
                </a:lnTo>
                <a:lnTo>
                  <a:pt x="1119956" y="3649115"/>
                </a:lnTo>
                <a:lnTo>
                  <a:pt x="1119956" y="3637286"/>
                </a:lnTo>
                <a:lnTo>
                  <a:pt x="1106548" y="3637286"/>
                </a:lnTo>
                <a:lnTo>
                  <a:pt x="1106548" y="3649903"/>
                </a:lnTo>
                <a:lnTo>
                  <a:pt x="744534" y="3929843"/>
                </a:lnTo>
                <a:lnTo>
                  <a:pt x="744534" y="3612841"/>
                </a:lnTo>
                <a:lnTo>
                  <a:pt x="744534" y="3584453"/>
                </a:lnTo>
                <a:lnTo>
                  <a:pt x="1106548" y="3303725"/>
                </a:lnTo>
                <a:lnTo>
                  <a:pt x="1106548" y="3617573"/>
                </a:lnTo>
                <a:lnTo>
                  <a:pt x="1106548" y="3636498"/>
                </a:lnTo>
                <a:lnTo>
                  <a:pt x="1119956" y="3636498"/>
                </a:lnTo>
                <a:lnTo>
                  <a:pt x="1119956" y="3298205"/>
                </a:lnTo>
                <a:lnTo>
                  <a:pt x="1392847" y="3086870"/>
                </a:lnTo>
                <a:lnTo>
                  <a:pt x="1483547" y="3016688"/>
                </a:lnTo>
                <a:lnTo>
                  <a:pt x="1862913" y="3304513"/>
                </a:lnTo>
                <a:lnTo>
                  <a:pt x="2243855" y="3008803"/>
                </a:lnTo>
                <a:lnTo>
                  <a:pt x="2243855" y="2891307"/>
                </a:lnTo>
                <a:lnTo>
                  <a:pt x="2231236" y="2896827"/>
                </a:lnTo>
                <a:lnTo>
                  <a:pt x="2231236" y="3002494"/>
                </a:lnTo>
                <a:lnTo>
                  <a:pt x="1869222" y="3283222"/>
                </a:lnTo>
                <a:lnTo>
                  <a:pt x="1869222" y="2937043"/>
                </a:lnTo>
                <a:lnTo>
                  <a:pt x="2231236" y="2656315"/>
                </a:lnTo>
                <a:lnTo>
                  <a:pt x="2231236" y="2896038"/>
                </a:lnTo>
                <a:lnTo>
                  <a:pt x="2243855" y="2890518"/>
                </a:lnTo>
                <a:lnTo>
                  <a:pt x="2243855" y="2639755"/>
                </a:lnTo>
                <a:lnTo>
                  <a:pt x="2113720" y="2540397"/>
                </a:lnTo>
                <a:lnTo>
                  <a:pt x="2100312" y="2546705"/>
                </a:lnTo>
                <a:lnTo>
                  <a:pt x="2226503" y="2642910"/>
                </a:lnTo>
                <a:lnTo>
                  <a:pt x="1862124" y="2925215"/>
                </a:lnTo>
                <a:lnTo>
                  <a:pt x="1496955" y="2647641"/>
                </a:lnTo>
                <a:lnTo>
                  <a:pt x="1861335" y="2365336"/>
                </a:lnTo>
                <a:lnTo>
                  <a:pt x="2099523" y="2545916"/>
                </a:lnTo>
                <a:lnTo>
                  <a:pt x="2112931" y="2539608"/>
                </a:lnTo>
                <a:lnTo>
                  <a:pt x="1870800" y="2355873"/>
                </a:lnTo>
                <a:lnTo>
                  <a:pt x="1870800" y="2176869"/>
                </a:lnTo>
                <a:lnTo>
                  <a:pt x="1857392" y="2178447"/>
                </a:lnTo>
                <a:lnTo>
                  <a:pt x="1857392" y="2350353"/>
                </a:lnTo>
                <a:lnTo>
                  <a:pt x="1496167" y="2631081"/>
                </a:lnTo>
                <a:lnTo>
                  <a:pt x="1496167" y="2284114"/>
                </a:lnTo>
                <a:lnTo>
                  <a:pt x="1666526" y="2152424"/>
                </a:lnTo>
                <a:lnTo>
                  <a:pt x="1658639" y="2141384"/>
                </a:lnTo>
                <a:lnTo>
                  <a:pt x="1666526" y="2151636"/>
                </a:lnTo>
                <a:lnTo>
                  <a:pt x="1857392" y="2003386"/>
                </a:lnTo>
                <a:lnTo>
                  <a:pt x="1857392" y="2177658"/>
                </a:lnTo>
                <a:lnTo>
                  <a:pt x="1870800" y="2176081"/>
                </a:lnTo>
                <a:lnTo>
                  <a:pt x="1870800" y="1998654"/>
                </a:lnTo>
                <a:lnTo>
                  <a:pt x="1886574" y="1986037"/>
                </a:lnTo>
                <a:lnTo>
                  <a:pt x="1886574" y="1969478"/>
                </a:lnTo>
                <a:lnTo>
                  <a:pt x="1869222" y="1982883"/>
                </a:lnTo>
                <a:lnTo>
                  <a:pt x="1869222" y="1636704"/>
                </a:lnTo>
                <a:lnTo>
                  <a:pt x="1886574" y="1623299"/>
                </a:lnTo>
                <a:lnTo>
                  <a:pt x="1886574" y="1606739"/>
                </a:lnTo>
                <a:lnTo>
                  <a:pt x="1862124" y="1625665"/>
                </a:lnTo>
                <a:lnTo>
                  <a:pt x="1496955" y="1348091"/>
                </a:lnTo>
                <a:lnTo>
                  <a:pt x="1861335" y="1064997"/>
                </a:lnTo>
                <a:lnTo>
                  <a:pt x="2226503" y="1342571"/>
                </a:lnTo>
                <a:lnTo>
                  <a:pt x="1887362" y="1605951"/>
                </a:lnTo>
                <a:lnTo>
                  <a:pt x="1887362" y="1622510"/>
                </a:lnTo>
                <a:lnTo>
                  <a:pt x="2231236" y="1355976"/>
                </a:lnTo>
                <a:lnTo>
                  <a:pt x="2231236" y="1702944"/>
                </a:lnTo>
                <a:lnTo>
                  <a:pt x="1887362" y="1968689"/>
                </a:lnTo>
                <a:lnTo>
                  <a:pt x="1887362" y="1985249"/>
                </a:lnTo>
                <a:lnTo>
                  <a:pt x="2243855" y="1709252"/>
                </a:lnTo>
                <a:lnTo>
                  <a:pt x="2243855" y="1339416"/>
                </a:lnTo>
                <a:lnTo>
                  <a:pt x="1870800" y="1056323"/>
                </a:lnTo>
                <a:lnTo>
                  <a:pt x="1870800" y="707778"/>
                </a:lnTo>
                <a:lnTo>
                  <a:pt x="1857392" y="718030"/>
                </a:lnTo>
                <a:lnTo>
                  <a:pt x="1857392" y="1050803"/>
                </a:lnTo>
                <a:lnTo>
                  <a:pt x="1496167" y="1331531"/>
                </a:lnTo>
                <a:lnTo>
                  <a:pt x="1496167" y="985352"/>
                </a:lnTo>
                <a:lnTo>
                  <a:pt x="1857392" y="704624"/>
                </a:lnTo>
                <a:lnTo>
                  <a:pt x="1857392" y="717241"/>
                </a:lnTo>
                <a:lnTo>
                  <a:pt x="1870800" y="706990"/>
                </a:lnTo>
                <a:lnTo>
                  <a:pt x="1870800" y="688064"/>
                </a:lnTo>
                <a:lnTo>
                  <a:pt x="1509574" y="412856"/>
                </a:lnTo>
                <a:lnTo>
                  <a:pt x="1498533" y="421530"/>
                </a:lnTo>
                <a:lnTo>
                  <a:pt x="1508786" y="412856"/>
                </a:lnTo>
                <a:lnTo>
                  <a:pt x="1493012" y="401028"/>
                </a:lnTo>
                <a:lnTo>
                  <a:pt x="1493012" y="119417"/>
                </a:lnTo>
                <a:lnTo>
                  <a:pt x="1493012" y="117464"/>
                </a:lnTo>
                <a:close/>
                <a:moveTo>
                  <a:pt x="1398859" y="117464"/>
                </a:moveTo>
                <a:lnTo>
                  <a:pt x="1480393" y="117464"/>
                </a:lnTo>
                <a:lnTo>
                  <a:pt x="1480393" y="201868"/>
                </a:lnTo>
                <a:lnTo>
                  <a:pt x="1480393" y="401028"/>
                </a:lnTo>
                <a:lnTo>
                  <a:pt x="1118379" y="681756"/>
                </a:lnTo>
                <a:lnTo>
                  <a:pt x="1118379" y="335577"/>
                </a:lnTo>
                <a:lnTo>
                  <a:pt x="1379242" y="132719"/>
                </a:lnTo>
                <a:lnTo>
                  <a:pt x="1398859" y="117464"/>
                </a:lnTo>
                <a:close/>
                <a:moveTo>
                  <a:pt x="840168" y="117464"/>
                </a:moveTo>
                <a:lnTo>
                  <a:pt x="1377550" y="117464"/>
                </a:lnTo>
                <a:lnTo>
                  <a:pt x="1301753" y="176360"/>
                </a:lnTo>
                <a:lnTo>
                  <a:pt x="1112069" y="323748"/>
                </a:lnTo>
                <a:lnTo>
                  <a:pt x="857417" y="130551"/>
                </a:lnTo>
                <a:lnTo>
                  <a:pt x="840168" y="117464"/>
                </a:lnTo>
                <a:close/>
              </a:path>
            </a:pathLst>
          </a:custGeom>
          <a:solidFill>
            <a:schemeClr val="bg1">
              <a:lumMod val="65000"/>
            </a:schemeClr>
          </a:solidFill>
        </p:spPr>
        <p:txBody>
          <a:bodyPr wrap="square" tIns="540000" rIns="540000">
            <a:noAutofit/>
          </a:bodyPr>
          <a:lstStyle>
            <a:lvl1pPr algn="r">
              <a:defRPr>
                <a:solidFill>
                  <a:schemeClr val="accent2">
                    <a:lumMod val="40000"/>
                    <a:lumOff val="60000"/>
                  </a:schemeClr>
                </a:solidFill>
              </a:defRPr>
            </a:lvl1pPr>
          </a:lstStyle>
          <a:p>
            <a:r>
              <a:rPr lang="fr-FR" dirty="0"/>
              <a:t>Insérez ou glissez votre image ici</a:t>
            </a:r>
          </a:p>
        </p:txBody>
      </p:sp>
      <p:sp>
        <p:nvSpPr>
          <p:cNvPr id="2" name="Titre 1">
            <a:extLst>
              <a:ext uri="{FF2B5EF4-FFF2-40B4-BE49-F238E27FC236}">
                <a16:creationId xmlns:a16="http://schemas.microsoft.com/office/drawing/2014/main" id="{D5AF0AE2-7DAE-3EB0-5E60-D2EFCEC2EA43}"/>
              </a:ext>
            </a:extLst>
          </p:cNvPr>
          <p:cNvSpPr>
            <a:spLocks noGrp="1"/>
          </p:cNvSpPr>
          <p:nvPr>
            <p:ph type="title"/>
          </p:nvPr>
        </p:nvSpPr>
        <p:spPr/>
        <p:txBody>
          <a:bodyPr/>
          <a:lstStyle>
            <a:lvl1pPr>
              <a:defRPr>
                <a:solidFill>
                  <a:schemeClr val="tx1"/>
                </a:solidFill>
              </a:defRPr>
            </a:lvl1pPr>
          </a:lstStyle>
          <a:p>
            <a:r>
              <a:rPr lang="fr-FR"/>
              <a:t>Modifiez le style du titre</a:t>
            </a:r>
          </a:p>
        </p:txBody>
      </p:sp>
    </p:spTree>
    <p:extLst>
      <p:ext uri="{BB962C8B-B14F-4D97-AF65-F5344CB8AC3E}">
        <p14:creationId xmlns:p14="http://schemas.microsoft.com/office/powerpoint/2010/main" val="367823713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BD2E413D-76E6-5233-CF73-FD49BCAF474D}"/>
              </a:ext>
            </a:extLst>
          </p:cNvPr>
          <p:cNvSpPr>
            <a:spLocks noGrp="1"/>
          </p:cNvSpPr>
          <p:nvPr>
            <p:ph idx="1"/>
          </p:nvPr>
        </p:nvSpPr>
        <p:spPr>
          <a:xfrm>
            <a:off x="731837" y="1429252"/>
            <a:ext cx="10728325" cy="453231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7" name="ZoneTexte 6">
            <a:extLst>
              <a:ext uri="{FF2B5EF4-FFF2-40B4-BE49-F238E27FC236}">
                <a16:creationId xmlns:a16="http://schemas.microsoft.com/office/drawing/2014/main" id="{31680F71-13D8-7F13-2E1C-1B43E34B35C6}"/>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Titre et contenu</a:t>
            </a:r>
          </a:p>
        </p:txBody>
      </p:sp>
      <p:pic>
        <p:nvPicPr>
          <p:cNvPr id="9" name="PATTERN CARRE DECAL">
            <a:extLst>
              <a:ext uri="{FF2B5EF4-FFF2-40B4-BE49-F238E27FC236}">
                <a16:creationId xmlns:a16="http://schemas.microsoft.com/office/drawing/2014/main" id="{0BAAE597-7E43-80FB-78E3-011B878772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7494" t="76060" r="18770" b="-33262"/>
          <a:stretch/>
        </p:blipFill>
        <p:spPr>
          <a:xfrm>
            <a:off x="9626600" y="-1"/>
            <a:ext cx="2565400" cy="1515209"/>
          </a:xfrm>
          <a:prstGeom prst="rect">
            <a:avLst/>
          </a:prstGeom>
        </p:spPr>
      </p:pic>
      <p:sp>
        <p:nvSpPr>
          <p:cNvPr id="2" name="Titre 1">
            <a:extLst>
              <a:ext uri="{FF2B5EF4-FFF2-40B4-BE49-F238E27FC236}">
                <a16:creationId xmlns:a16="http://schemas.microsoft.com/office/drawing/2014/main" id="{32F98917-083E-F98C-816F-48F1437B41BD}"/>
              </a:ext>
            </a:extLst>
          </p:cNvPr>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4561843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1FD8FB8A-BB4D-ADF0-708B-34954439AF19}"/>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Titre seul</a:t>
            </a:r>
          </a:p>
        </p:txBody>
      </p:sp>
      <p:pic>
        <p:nvPicPr>
          <p:cNvPr id="8" name="PATTERN CARRE DECAL">
            <a:extLst>
              <a:ext uri="{FF2B5EF4-FFF2-40B4-BE49-F238E27FC236}">
                <a16:creationId xmlns:a16="http://schemas.microsoft.com/office/drawing/2014/main" id="{0BAAE597-7E43-80FB-78E3-011B878772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7494" t="76060" r="18770" b="-33262"/>
          <a:stretch/>
        </p:blipFill>
        <p:spPr>
          <a:xfrm>
            <a:off x="9626600" y="-1"/>
            <a:ext cx="2565400" cy="1515209"/>
          </a:xfrm>
          <a:prstGeom prst="rect">
            <a:avLst/>
          </a:prstGeom>
        </p:spPr>
      </p:pic>
      <p:sp>
        <p:nvSpPr>
          <p:cNvPr id="2" name="Titre 1">
            <a:extLst>
              <a:ext uri="{FF2B5EF4-FFF2-40B4-BE49-F238E27FC236}">
                <a16:creationId xmlns:a16="http://schemas.microsoft.com/office/drawing/2014/main" id="{8C593314-5853-721D-C381-C5C6DA55FA41}"/>
              </a:ext>
            </a:extLst>
          </p:cNvPr>
          <p:cNvSpPr>
            <a:spLocks noGrp="1"/>
          </p:cNvSpPr>
          <p:nvPr>
            <p:ph type="title"/>
          </p:nvPr>
        </p:nvSpPr>
        <p:spPr/>
        <p:txBody>
          <a:bodyPr/>
          <a:lstStyle/>
          <a:p>
            <a:r>
              <a:rPr lang="fr-FR"/>
              <a:t>Modifiez le style du titre</a:t>
            </a:r>
          </a:p>
        </p:txBody>
      </p:sp>
    </p:spTree>
    <p:extLst>
      <p:ext uri="{BB962C8B-B14F-4D97-AF65-F5344CB8AC3E}">
        <p14:creationId xmlns:p14="http://schemas.microsoft.com/office/powerpoint/2010/main" val="26691722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F661E88D-94E7-20B9-0926-4E18EFBC1BA0}"/>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Vide</a:t>
            </a:r>
          </a:p>
        </p:txBody>
      </p:sp>
      <p:pic>
        <p:nvPicPr>
          <p:cNvPr id="7" name="PATTERN CARRE DECAL">
            <a:extLst>
              <a:ext uri="{FF2B5EF4-FFF2-40B4-BE49-F238E27FC236}">
                <a16:creationId xmlns:a16="http://schemas.microsoft.com/office/drawing/2014/main" id="{0BAAE597-7E43-80FB-78E3-011B878772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7494" t="76060" r="18770" b="-33262"/>
          <a:stretch/>
        </p:blipFill>
        <p:spPr>
          <a:xfrm>
            <a:off x="9626600" y="-1"/>
            <a:ext cx="2565400" cy="1515209"/>
          </a:xfrm>
          <a:prstGeom prst="rect">
            <a:avLst/>
          </a:prstGeom>
        </p:spPr>
      </p:pic>
    </p:spTree>
    <p:extLst>
      <p:ext uri="{BB962C8B-B14F-4D97-AF65-F5344CB8AC3E}">
        <p14:creationId xmlns:p14="http://schemas.microsoft.com/office/powerpoint/2010/main" val="118356054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ntervenants">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651A86F0-4870-165D-E01B-6415309E1300}"/>
              </a:ext>
            </a:extLst>
          </p:cNvPr>
          <p:cNvSpPr/>
          <p:nvPr userDrawn="1"/>
        </p:nvSpPr>
        <p:spPr>
          <a:xfrm>
            <a:off x="11460163" y="0"/>
            <a:ext cx="73183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44000" rtlCol="0" anchor="ctr">
            <a:spAutoFit/>
          </a:bodyPr>
          <a:lstStyle/>
          <a:p>
            <a:pPr algn="ctr"/>
            <a:endParaRPr lang="fr-FR" dirty="0"/>
          </a:p>
        </p:txBody>
      </p:sp>
      <p:sp>
        <p:nvSpPr>
          <p:cNvPr id="6" name="ZoneTexte 5">
            <a:extLst>
              <a:ext uri="{FF2B5EF4-FFF2-40B4-BE49-F238E27FC236}">
                <a16:creationId xmlns:a16="http://schemas.microsoft.com/office/drawing/2014/main" id="{1FD8FB8A-BB4D-ADF0-708B-34954439AF19}"/>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Intervenants</a:t>
            </a:r>
          </a:p>
        </p:txBody>
      </p:sp>
      <p:sp>
        <p:nvSpPr>
          <p:cNvPr id="25" name="Espace réservé du texte 8">
            <a:extLst>
              <a:ext uri="{FF2B5EF4-FFF2-40B4-BE49-F238E27FC236}">
                <a16:creationId xmlns:a16="http://schemas.microsoft.com/office/drawing/2014/main" id="{EE9D7CE3-0338-EF86-9151-9AA39188D19A}"/>
              </a:ext>
            </a:extLst>
          </p:cNvPr>
          <p:cNvSpPr>
            <a:spLocks noGrp="1"/>
          </p:cNvSpPr>
          <p:nvPr>
            <p:ph type="body" sz="quarter" idx="13" hasCustomPrompt="1"/>
          </p:nvPr>
        </p:nvSpPr>
        <p:spPr>
          <a:xfrm>
            <a:off x="407368" y="4583137"/>
            <a:ext cx="2592288" cy="909613"/>
          </a:xfrm>
        </p:spPr>
        <p:txBody>
          <a:bodyPr lIns="72000" rIns="72000">
            <a:normAutofit/>
          </a:bodyPr>
          <a:lstStyle>
            <a:lvl1pPr algn="ctr">
              <a:lnSpc>
                <a:spcPts val="2000"/>
              </a:lnSpc>
              <a:defRPr sz="1800" b="1">
                <a:solidFill>
                  <a:schemeClr val="tx2"/>
                </a:solidFill>
              </a:defRPr>
            </a:lvl1pPr>
            <a:lvl2pPr marL="0" indent="0" algn="ctr">
              <a:lnSpc>
                <a:spcPts val="2000"/>
              </a:lnSpc>
              <a:buNone/>
              <a:defRPr sz="1600" i="1"/>
            </a:lvl2pPr>
          </a:lstStyle>
          <a:p>
            <a:pPr lvl="0"/>
            <a:r>
              <a:rPr lang="fr-FR" dirty="0"/>
              <a:t>Prénom NOM</a:t>
            </a:r>
          </a:p>
          <a:p>
            <a:pPr lvl="1"/>
            <a:r>
              <a:rPr lang="fr-FR" dirty="0"/>
              <a:t>Fonctions</a:t>
            </a:r>
          </a:p>
        </p:txBody>
      </p:sp>
      <p:sp>
        <p:nvSpPr>
          <p:cNvPr id="27" name="Espace réservé du texte 8">
            <a:extLst>
              <a:ext uri="{FF2B5EF4-FFF2-40B4-BE49-F238E27FC236}">
                <a16:creationId xmlns:a16="http://schemas.microsoft.com/office/drawing/2014/main" id="{7E242CEA-B629-6061-3336-B00B5B03631E}"/>
              </a:ext>
            </a:extLst>
          </p:cNvPr>
          <p:cNvSpPr>
            <a:spLocks noGrp="1"/>
          </p:cNvSpPr>
          <p:nvPr>
            <p:ph type="body" sz="quarter" idx="16" hasCustomPrompt="1"/>
          </p:nvPr>
        </p:nvSpPr>
        <p:spPr>
          <a:xfrm>
            <a:off x="3327251" y="4583137"/>
            <a:ext cx="2592288" cy="909613"/>
          </a:xfrm>
        </p:spPr>
        <p:txBody>
          <a:bodyPr lIns="72000" rIns="72000">
            <a:normAutofit/>
          </a:bodyPr>
          <a:lstStyle>
            <a:lvl1pPr algn="ctr">
              <a:lnSpc>
                <a:spcPts val="2000"/>
              </a:lnSpc>
              <a:defRPr sz="1800" b="1">
                <a:solidFill>
                  <a:schemeClr val="tx2"/>
                </a:solidFill>
              </a:defRPr>
            </a:lvl1pPr>
            <a:lvl2pPr marL="0" indent="0" algn="ctr">
              <a:lnSpc>
                <a:spcPts val="2000"/>
              </a:lnSpc>
              <a:buNone/>
              <a:defRPr sz="1600" i="1"/>
            </a:lvl2pPr>
          </a:lstStyle>
          <a:p>
            <a:pPr lvl="0"/>
            <a:r>
              <a:rPr lang="fr-FR" dirty="0"/>
              <a:t>Prénom NOM</a:t>
            </a:r>
          </a:p>
          <a:p>
            <a:pPr lvl="1"/>
            <a:r>
              <a:rPr lang="fr-FR" dirty="0"/>
              <a:t>Fonctions</a:t>
            </a:r>
          </a:p>
        </p:txBody>
      </p:sp>
      <p:sp>
        <p:nvSpPr>
          <p:cNvPr id="29" name="Espace réservé du texte 8">
            <a:extLst>
              <a:ext uri="{FF2B5EF4-FFF2-40B4-BE49-F238E27FC236}">
                <a16:creationId xmlns:a16="http://schemas.microsoft.com/office/drawing/2014/main" id="{13577D77-6A07-A133-9442-B0E04B740BCB}"/>
              </a:ext>
            </a:extLst>
          </p:cNvPr>
          <p:cNvSpPr>
            <a:spLocks noGrp="1"/>
          </p:cNvSpPr>
          <p:nvPr>
            <p:ph type="body" sz="quarter" idx="18" hasCustomPrompt="1"/>
          </p:nvPr>
        </p:nvSpPr>
        <p:spPr>
          <a:xfrm>
            <a:off x="9167017" y="4583137"/>
            <a:ext cx="2592288" cy="909613"/>
          </a:xfrm>
        </p:spPr>
        <p:txBody>
          <a:bodyPr lIns="72000" rIns="72000">
            <a:normAutofit/>
          </a:bodyPr>
          <a:lstStyle>
            <a:lvl1pPr algn="ctr">
              <a:lnSpc>
                <a:spcPts val="2000"/>
              </a:lnSpc>
              <a:defRPr sz="1800" b="1">
                <a:solidFill>
                  <a:schemeClr val="tx2"/>
                </a:solidFill>
              </a:defRPr>
            </a:lvl1pPr>
            <a:lvl2pPr marL="0" indent="0" algn="ctr">
              <a:lnSpc>
                <a:spcPts val="2000"/>
              </a:lnSpc>
              <a:buNone/>
              <a:defRPr sz="1600" i="1"/>
            </a:lvl2pPr>
          </a:lstStyle>
          <a:p>
            <a:pPr lvl="0"/>
            <a:r>
              <a:rPr lang="fr-FR" dirty="0"/>
              <a:t>Prénom NOM</a:t>
            </a:r>
          </a:p>
          <a:p>
            <a:pPr lvl="1"/>
            <a:r>
              <a:rPr lang="fr-FR" dirty="0"/>
              <a:t>Fonctions</a:t>
            </a:r>
          </a:p>
        </p:txBody>
      </p:sp>
      <p:sp>
        <p:nvSpPr>
          <p:cNvPr id="31" name="Espace réservé du texte 8">
            <a:extLst>
              <a:ext uri="{FF2B5EF4-FFF2-40B4-BE49-F238E27FC236}">
                <a16:creationId xmlns:a16="http://schemas.microsoft.com/office/drawing/2014/main" id="{7647BCFB-4928-920C-2E15-C8AE4C72EBA8}"/>
              </a:ext>
            </a:extLst>
          </p:cNvPr>
          <p:cNvSpPr>
            <a:spLocks noGrp="1"/>
          </p:cNvSpPr>
          <p:nvPr>
            <p:ph type="body" sz="quarter" idx="20" hasCustomPrompt="1"/>
          </p:nvPr>
        </p:nvSpPr>
        <p:spPr>
          <a:xfrm>
            <a:off x="6247134" y="4583137"/>
            <a:ext cx="2592288" cy="909613"/>
          </a:xfrm>
        </p:spPr>
        <p:txBody>
          <a:bodyPr lIns="72000" rIns="72000">
            <a:normAutofit/>
          </a:bodyPr>
          <a:lstStyle>
            <a:lvl1pPr algn="ctr">
              <a:lnSpc>
                <a:spcPts val="2000"/>
              </a:lnSpc>
              <a:defRPr sz="1800" b="1">
                <a:solidFill>
                  <a:schemeClr val="tx2"/>
                </a:solidFill>
              </a:defRPr>
            </a:lvl1pPr>
            <a:lvl2pPr marL="0" indent="0" algn="ctr">
              <a:lnSpc>
                <a:spcPts val="2000"/>
              </a:lnSpc>
              <a:buNone/>
              <a:defRPr sz="1600" i="1"/>
            </a:lvl2pPr>
          </a:lstStyle>
          <a:p>
            <a:pPr lvl="0"/>
            <a:r>
              <a:rPr lang="fr-FR" dirty="0"/>
              <a:t>Prénom NOM</a:t>
            </a:r>
          </a:p>
          <a:p>
            <a:pPr lvl="1"/>
            <a:r>
              <a:rPr lang="fr-FR" dirty="0"/>
              <a:t>Fonctions</a:t>
            </a:r>
          </a:p>
        </p:txBody>
      </p:sp>
      <p:sp>
        <p:nvSpPr>
          <p:cNvPr id="26" name="図プレースホルダー 9">
            <a:extLst>
              <a:ext uri="{FF2B5EF4-FFF2-40B4-BE49-F238E27FC236}">
                <a16:creationId xmlns:a16="http://schemas.microsoft.com/office/drawing/2014/main" id="{17DDD33A-87AA-3D6F-D996-3C0AE9416F93}"/>
              </a:ext>
            </a:extLst>
          </p:cNvPr>
          <p:cNvSpPr>
            <a:spLocks noGrp="1"/>
          </p:cNvSpPr>
          <p:nvPr>
            <p:ph type="pic" sz="quarter" idx="15" hasCustomPrompt="1"/>
          </p:nvPr>
        </p:nvSpPr>
        <p:spPr>
          <a:xfrm>
            <a:off x="407368" y="1819796"/>
            <a:ext cx="2575952" cy="2576175"/>
          </a:xfrm>
          <a:prstGeom prst="ellipse">
            <a:avLst/>
          </a:prstGeom>
          <a:solidFill>
            <a:schemeClr val="bg1">
              <a:lumMod val="65000"/>
            </a:schemeClr>
          </a:solidFill>
        </p:spPr>
        <p:txBody>
          <a:bodyPr>
            <a:normAutofit/>
          </a:bodyPr>
          <a:lstStyle>
            <a:lvl1pPr algn="ctr">
              <a:defRPr sz="1200">
                <a:solidFill>
                  <a:schemeClr val="accent2">
                    <a:lumMod val="40000"/>
                    <a:lumOff val="60000"/>
                  </a:schemeClr>
                </a:solidFill>
              </a:defRPr>
            </a:lvl1pPr>
          </a:lstStyle>
          <a:p>
            <a:r>
              <a:rPr lang="fr-FR" dirty="0"/>
              <a:t>Insérez un portrait ici</a:t>
            </a:r>
          </a:p>
        </p:txBody>
      </p:sp>
      <p:sp>
        <p:nvSpPr>
          <p:cNvPr id="28" name="図プレースホルダー 9">
            <a:extLst>
              <a:ext uri="{FF2B5EF4-FFF2-40B4-BE49-F238E27FC236}">
                <a16:creationId xmlns:a16="http://schemas.microsoft.com/office/drawing/2014/main" id="{6BF72028-41E2-619A-D233-341EEFEC504D}"/>
              </a:ext>
            </a:extLst>
          </p:cNvPr>
          <p:cNvSpPr>
            <a:spLocks noGrp="1"/>
          </p:cNvSpPr>
          <p:nvPr>
            <p:ph type="pic" sz="quarter" idx="17" hasCustomPrompt="1"/>
          </p:nvPr>
        </p:nvSpPr>
        <p:spPr>
          <a:xfrm>
            <a:off x="3327251" y="1819796"/>
            <a:ext cx="2575952" cy="2576175"/>
          </a:xfrm>
          <a:prstGeom prst="ellipse">
            <a:avLst/>
          </a:prstGeom>
          <a:solidFill>
            <a:schemeClr val="bg1">
              <a:lumMod val="65000"/>
            </a:schemeClr>
          </a:solidFill>
        </p:spPr>
        <p:txBody>
          <a:bodyPr>
            <a:normAutofit/>
          </a:bodyPr>
          <a:lstStyle>
            <a:lvl1pPr algn="ctr">
              <a:defRPr sz="1200">
                <a:solidFill>
                  <a:schemeClr val="accent2">
                    <a:lumMod val="40000"/>
                    <a:lumOff val="60000"/>
                  </a:schemeClr>
                </a:solidFill>
              </a:defRPr>
            </a:lvl1pPr>
          </a:lstStyle>
          <a:p>
            <a:r>
              <a:rPr lang="fr-FR" dirty="0"/>
              <a:t>Insérez un portrait ici</a:t>
            </a:r>
          </a:p>
        </p:txBody>
      </p:sp>
      <p:sp>
        <p:nvSpPr>
          <p:cNvPr id="30" name="図プレースホルダー 9">
            <a:extLst>
              <a:ext uri="{FF2B5EF4-FFF2-40B4-BE49-F238E27FC236}">
                <a16:creationId xmlns:a16="http://schemas.microsoft.com/office/drawing/2014/main" id="{74AA3498-C08C-43F4-B6BB-AE8E3CC9E9CC}"/>
              </a:ext>
            </a:extLst>
          </p:cNvPr>
          <p:cNvSpPr>
            <a:spLocks noGrp="1"/>
          </p:cNvSpPr>
          <p:nvPr>
            <p:ph type="pic" sz="quarter" idx="19" hasCustomPrompt="1"/>
          </p:nvPr>
        </p:nvSpPr>
        <p:spPr>
          <a:xfrm>
            <a:off x="9167017" y="1819796"/>
            <a:ext cx="2575952" cy="2576175"/>
          </a:xfrm>
          <a:prstGeom prst="ellipse">
            <a:avLst/>
          </a:prstGeom>
          <a:solidFill>
            <a:schemeClr val="bg1">
              <a:lumMod val="65000"/>
            </a:schemeClr>
          </a:solidFill>
        </p:spPr>
        <p:txBody>
          <a:bodyPr>
            <a:normAutofit/>
          </a:bodyPr>
          <a:lstStyle>
            <a:lvl1pPr algn="ctr">
              <a:defRPr sz="1200">
                <a:solidFill>
                  <a:schemeClr val="accent2">
                    <a:lumMod val="40000"/>
                    <a:lumOff val="60000"/>
                  </a:schemeClr>
                </a:solidFill>
              </a:defRPr>
            </a:lvl1pPr>
          </a:lstStyle>
          <a:p>
            <a:r>
              <a:rPr lang="fr-FR" dirty="0"/>
              <a:t>Insérez un portrait ici</a:t>
            </a:r>
          </a:p>
        </p:txBody>
      </p:sp>
      <p:sp>
        <p:nvSpPr>
          <p:cNvPr id="32" name="図プレースホルダー 9">
            <a:extLst>
              <a:ext uri="{FF2B5EF4-FFF2-40B4-BE49-F238E27FC236}">
                <a16:creationId xmlns:a16="http://schemas.microsoft.com/office/drawing/2014/main" id="{1DC76755-C8C6-A984-C78A-E29A74AAF2E9}"/>
              </a:ext>
            </a:extLst>
          </p:cNvPr>
          <p:cNvSpPr>
            <a:spLocks noGrp="1"/>
          </p:cNvSpPr>
          <p:nvPr>
            <p:ph type="pic" sz="quarter" idx="21" hasCustomPrompt="1"/>
          </p:nvPr>
        </p:nvSpPr>
        <p:spPr>
          <a:xfrm>
            <a:off x="6247134" y="1819796"/>
            <a:ext cx="2575952" cy="2576175"/>
          </a:xfrm>
          <a:prstGeom prst="ellipse">
            <a:avLst/>
          </a:prstGeom>
          <a:solidFill>
            <a:schemeClr val="bg1">
              <a:lumMod val="65000"/>
            </a:schemeClr>
          </a:solidFill>
        </p:spPr>
        <p:txBody>
          <a:bodyPr>
            <a:normAutofit/>
          </a:bodyPr>
          <a:lstStyle>
            <a:lvl1pPr algn="ctr">
              <a:defRPr sz="1200">
                <a:solidFill>
                  <a:schemeClr val="accent2">
                    <a:lumMod val="40000"/>
                    <a:lumOff val="60000"/>
                  </a:schemeClr>
                </a:solidFill>
              </a:defRPr>
            </a:lvl1pPr>
          </a:lstStyle>
          <a:p>
            <a:r>
              <a:rPr lang="fr-FR" dirty="0"/>
              <a:t>Insérez un portrait ici</a:t>
            </a:r>
          </a:p>
        </p:txBody>
      </p:sp>
      <p:sp>
        <p:nvSpPr>
          <p:cNvPr id="36" name="ZoneTexte 35">
            <a:extLst>
              <a:ext uri="{FF2B5EF4-FFF2-40B4-BE49-F238E27FC236}">
                <a16:creationId xmlns:a16="http://schemas.microsoft.com/office/drawing/2014/main" id="{C24E81A9-10CF-5234-1441-4D3B94BB47FE}"/>
              </a:ext>
            </a:extLst>
          </p:cNvPr>
          <p:cNvSpPr txBox="1"/>
          <p:nvPr userDrawn="1"/>
        </p:nvSpPr>
        <p:spPr>
          <a:xfrm>
            <a:off x="-101600" y="6858000"/>
            <a:ext cx="12192000" cy="276999"/>
          </a:xfrm>
          <a:prstGeom prst="rect">
            <a:avLst/>
          </a:prstGeom>
          <a:noFill/>
        </p:spPr>
        <p:txBody>
          <a:bodyPr wrap="square" rtlCol="0">
            <a:spAutoFit/>
          </a:bodyPr>
          <a:lstStyle/>
          <a:p>
            <a:r>
              <a:rPr lang="fr-FR" sz="1200" dirty="0">
                <a:solidFill>
                  <a:schemeClr val="bg1">
                    <a:lumMod val="50000"/>
                  </a:schemeClr>
                </a:solidFill>
              </a:rPr>
              <a:t>Astuce : Vous pouvez supprimer autant de blocs d’intervenant que vous le souhaitez</a:t>
            </a:r>
          </a:p>
        </p:txBody>
      </p:sp>
      <p:pic>
        <p:nvPicPr>
          <p:cNvPr id="18" name="PATTERN CARRE DECAL">
            <a:extLst>
              <a:ext uri="{FF2B5EF4-FFF2-40B4-BE49-F238E27FC236}">
                <a16:creationId xmlns:a16="http://schemas.microsoft.com/office/drawing/2014/main" id="{0BAAE597-7E43-80FB-78E3-011B878772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7494" t="76060" r="18770" b="-33262"/>
          <a:stretch/>
        </p:blipFill>
        <p:spPr>
          <a:xfrm>
            <a:off x="9626600" y="-1"/>
            <a:ext cx="2565400" cy="1515209"/>
          </a:xfrm>
          <a:prstGeom prst="rect">
            <a:avLst/>
          </a:prstGeom>
        </p:spPr>
      </p:pic>
      <p:sp>
        <p:nvSpPr>
          <p:cNvPr id="2" name="Titre 1">
            <a:extLst>
              <a:ext uri="{FF2B5EF4-FFF2-40B4-BE49-F238E27FC236}">
                <a16:creationId xmlns:a16="http://schemas.microsoft.com/office/drawing/2014/main" id="{B16D91DA-45B8-FD04-3A3A-E545BB21D2E8}"/>
              </a:ext>
            </a:extLst>
          </p:cNvPr>
          <p:cNvSpPr>
            <a:spLocks noGrp="1"/>
          </p:cNvSpPr>
          <p:nvPr>
            <p:ph type="title"/>
          </p:nvPr>
        </p:nvSpPr>
        <p:spPr/>
        <p:txBody>
          <a:bodyPr/>
          <a:lstStyle>
            <a:lvl1pPr>
              <a:defRPr>
                <a:solidFill>
                  <a:schemeClr val="tx1"/>
                </a:solidFill>
              </a:defRPr>
            </a:lvl1pPr>
          </a:lstStyle>
          <a:p>
            <a:r>
              <a:rPr lang="fr-FR"/>
              <a:t>Modifiez le style du titre</a:t>
            </a:r>
          </a:p>
        </p:txBody>
      </p:sp>
    </p:spTree>
    <p:extLst>
      <p:ext uri="{BB962C8B-B14F-4D97-AF65-F5344CB8AC3E}">
        <p14:creationId xmlns:p14="http://schemas.microsoft.com/office/powerpoint/2010/main" val="20615921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ntervenant / CV">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1FD8FB8A-BB4D-ADF0-708B-34954439AF19}"/>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Intervenant / CV</a:t>
            </a:r>
          </a:p>
        </p:txBody>
      </p:sp>
      <p:sp>
        <p:nvSpPr>
          <p:cNvPr id="36" name="ZoneTexte 35">
            <a:extLst>
              <a:ext uri="{FF2B5EF4-FFF2-40B4-BE49-F238E27FC236}">
                <a16:creationId xmlns:a16="http://schemas.microsoft.com/office/drawing/2014/main" id="{C24E81A9-10CF-5234-1441-4D3B94BB47FE}"/>
              </a:ext>
            </a:extLst>
          </p:cNvPr>
          <p:cNvSpPr txBox="1"/>
          <p:nvPr userDrawn="1"/>
        </p:nvSpPr>
        <p:spPr>
          <a:xfrm>
            <a:off x="-101600" y="6858000"/>
            <a:ext cx="12192000" cy="276999"/>
          </a:xfrm>
          <a:prstGeom prst="rect">
            <a:avLst/>
          </a:prstGeom>
          <a:noFill/>
        </p:spPr>
        <p:txBody>
          <a:bodyPr wrap="square" rtlCol="0">
            <a:spAutoFit/>
          </a:bodyPr>
          <a:lstStyle/>
          <a:p>
            <a:r>
              <a:rPr lang="fr-FR" sz="1200" dirty="0">
                <a:solidFill>
                  <a:schemeClr val="bg1">
                    <a:lumMod val="50000"/>
                  </a:schemeClr>
                </a:solidFill>
              </a:rPr>
              <a:t>Astuce : Vous pouvez supprimer autant de blocs d’intervenant que vous le souhaitez</a:t>
            </a:r>
          </a:p>
        </p:txBody>
      </p:sp>
      <p:sp>
        <p:nvSpPr>
          <p:cNvPr id="14" name="Espace réservé du texte 2">
            <a:extLst>
              <a:ext uri="{FF2B5EF4-FFF2-40B4-BE49-F238E27FC236}">
                <a16:creationId xmlns:a16="http://schemas.microsoft.com/office/drawing/2014/main" id="{3AE77C0A-ACF9-C7EB-2F0B-D7114392665D}"/>
              </a:ext>
            </a:extLst>
          </p:cNvPr>
          <p:cNvSpPr>
            <a:spLocks noGrp="1"/>
          </p:cNvSpPr>
          <p:nvPr>
            <p:ph type="body" idx="1" hasCustomPrompt="1"/>
          </p:nvPr>
        </p:nvSpPr>
        <p:spPr>
          <a:xfrm>
            <a:off x="3467100" y="1541463"/>
            <a:ext cx="7993063" cy="823912"/>
          </a:xfrm>
        </p:spPr>
        <p:txBody>
          <a:bodyPr anchor="b">
            <a:normAutofit/>
          </a:bodyPr>
          <a:lstStyle>
            <a:lvl1pPr marL="0" indent="0">
              <a:spcBef>
                <a:spcPts val="0"/>
              </a:spcBef>
              <a:buNone/>
              <a:defRPr sz="2000" b="1">
                <a:solidFill>
                  <a:schemeClr val="tx2"/>
                </a:solidFill>
                <a:latin typeface="+mj-lt"/>
              </a:defRPr>
            </a:lvl1pPr>
            <a:lvl2pPr marL="0" indent="0">
              <a:spcBef>
                <a:spcPts val="0"/>
              </a:spcBef>
              <a:buNone/>
              <a:defRPr sz="1600" b="0" i="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Prénom NOM</a:t>
            </a:r>
          </a:p>
          <a:p>
            <a:pPr lvl="1"/>
            <a:r>
              <a:rPr lang="fr-FR" dirty="0"/>
              <a:t>Fonction/titre</a:t>
            </a:r>
          </a:p>
        </p:txBody>
      </p:sp>
      <p:sp>
        <p:nvSpPr>
          <p:cNvPr id="15" name="Espace réservé du texte 20">
            <a:extLst>
              <a:ext uri="{FF2B5EF4-FFF2-40B4-BE49-F238E27FC236}">
                <a16:creationId xmlns:a16="http://schemas.microsoft.com/office/drawing/2014/main" id="{BC7575DE-FB39-1529-3362-6DDB6F59CA2B}"/>
              </a:ext>
            </a:extLst>
          </p:cNvPr>
          <p:cNvSpPr>
            <a:spLocks noGrp="1"/>
          </p:cNvSpPr>
          <p:nvPr>
            <p:ph type="body" sz="quarter" idx="14"/>
          </p:nvPr>
        </p:nvSpPr>
        <p:spPr>
          <a:xfrm>
            <a:off x="3467100" y="2413000"/>
            <a:ext cx="7993063" cy="35004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26" name="図プレースホルダー 9">
            <a:extLst>
              <a:ext uri="{FF2B5EF4-FFF2-40B4-BE49-F238E27FC236}">
                <a16:creationId xmlns:a16="http://schemas.microsoft.com/office/drawing/2014/main" id="{17DDD33A-87AA-3D6F-D996-3C0AE9416F93}"/>
              </a:ext>
            </a:extLst>
          </p:cNvPr>
          <p:cNvSpPr>
            <a:spLocks noGrp="1"/>
          </p:cNvSpPr>
          <p:nvPr>
            <p:ph type="pic" sz="quarter" idx="15" hasCustomPrompt="1"/>
          </p:nvPr>
        </p:nvSpPr>
        <p:spPr>
          <a:xfrm>
            <a:off x="572468" y="1457845"/>
            <a:ext cx="2575952" cy="2576175"/>
          </a:xfrm>
          <a:prstGeom prst="ellipse">
            <a:avLst/>
          </a:prstGeom>
          <a:solidFill>
            <a:schemeClr val="bg1">
              <a:lumMod val="65000"/>
            </a:schemeClr>
          </a:solidFill>
        </p:spPr>
        <p:txBody>
          <a:bodyPr>
            <a:normAutofit/>
          </a:bodyPr>
          <a:lstStyle>
            <a:lvl1pPr algn="ctr">
              <a:defRPr sz="1200">
                <a:solidFill>
                  <a:schemeClr val="accent2">
                    <a:lumMod val="40000"/>
                    <a:lumOff val="60000"/>
                  </a:schemeClr>
                </a:solidFill>
              </a:defRPr>
            </a:lvl1pPr>
          </a:lstStyle>
          <a:p>
            <a:r>
              <a:rPr lang="fr-FR" dirty="0"/>
              <a:t>Insérez un portrait ici</a:t>
            </a:r>
          </a:p>
        </p:txBody>
      </p:sp>
      <p:pic>
        <p:nvPicPr>
          <p:cNvPr id="19" name="PATTERN CARRE DECAL">
            <a:extLst>
              <a:ext uri="{FF2B5EF4-FFF2-40B4-BE49-F238E27FC236}">
                <a16:creationId xmlns:a16="http://schemas.microsoft.com/office/drawing/2014/main" id="{0BAAE597-7E43-80FB-78E3-011B878772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7494" t="76060" r="18770" b="-33262"/>
          <a:stretch/>
        </p:blipFill>
        <p:spPr>
          <a:xfrm>
            <a:off x="9626600" y="-1"/>
            <a:ext cx="2565400" cy="1515209"/>
          </a:xfrm>
          <a:prstGeom prst="rect">
            <a:avLst/>
          </a:prstGeom>
        </p:spPr>
      </p:pic>
      <p:sp>
        <p:nvSpPr>
          <p:cNvPr id="2" name="Titre 1">
            <a:extLst>
              <a:ext uri="{FF2B5EF4-FFF2-40B4-BE49-F238E27FC236}">
                <a16:creationId xmlns:a16="http://schemas.microsoft.com/office/drawing/2014/main" id="{009A53DC-AB4B-EC82-92B3-B8B715CDC6A1}"/>
              </a:ext>
            </a:extLst>
          </p:cNvPr>
          <p:cNvSpPr>
            <a:spLocks noGrp="1"/>
          </p:cNvSpPr>
          <p:nvPr>
            <p:ph type="title"/>
          </p:nvPr>
        </p:nvSpPr>
        <p:spPr/>
        <p:txBody>
          <a:bodyPr/>
          <a:lstStyle>
            <a:lvl1pPr>
              <a:defRPr>
                <a:solidFill>
                  <a:schemeClr val="tx1"/>
                </a:solidFill>
              </a:defRPr>
            </a:lvl1pPr>
          </a:lstStyle>
          <a:p>
            <a:r>
              <a:rPr lang="fr-FR"/>
              <a:t>Modifiez le style du titre</a:t>
            </a:r>
          </a:p>
        </p:txBody>
      </p:sp>
    </p:spTree>
    <p:extLst>
      <p:ext uri="{BB962C8B-B14F-4D97-AF65-F5344CB8AC3E}">
        <p14:creationId xmlns:p14="http://schemas.microsoft.com/office/powerpoint/2010/main" val="8968020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ita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2B122C-7C32-00D5-5677-35CC8ABC8223}"/>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3" name="Espace réservé du texte 2">
            <a:extLst>
              <a:ext uri="{FF2B5EF4-FFF2-40B4-BE49-F238E27FC236}">
                <a16:creationId xmlns:a16="http://schemas.microsoft.com/office/drawing/2014/main" id="{5E8D3273-E080-F9CC-63A9-0032F5C40FC7}"/>
              </a:ext>
            </a:extLst>
          </p:cNvPr>
          <p:cNvSpPr>
            <a:spLocks noGrp="1"/>
          </p:cNvSpPr>
          <p:nvPr>
            <p:ph type="body" idx="1" hasCustomPrompt="1"/>
          </p:nvPr>
        </p:nvSpPr>
        <p:spPr>
          <a:xfrm>
            <a:off x="1734459" y="4702629"/>
            <a:ext cx="7380000" cy="504372"/>
          </a:xfrm>
        </p:spPr>
        <p:txBody>
          <a:bodyPr anchor="t">
            <a:normAutofit/>
          </a:bodyPr>
          <a:lstStyle>
            <a:lvl1pPr marL="0" indent="0" algn="r">
              <a:buNone/>
              <a:defRPr sz="1800" i="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Ici l’auteur de la citation</a:t>
            </a:r>
          </a:p>
        </p:txBody>
      </p:sp>
      <p:grpSp>
        <p:nvGrpSpPr>
          <p:cNvPr id="17" name="Group 12">
            <a:extLst>
              <a:ext uri="{FF2B5EF4-FFF2-40B4-BE49-F238E27FC236}">
                <a16:creationId xmlns:a16="http://schemas.microsoft.com/office/drawing/2014/main" id="{DFC7A27D-F544-3847-F87B-0DF45C44C0D3}"/>
              </a:ext>
            </a:extLst>
          </p:cNvPr>
          <p:cNvGrpSpPr>
            <a:grpSpLocks noChangeAspect="1"/>
          </p:cNvGrpSpPr>
          <p:nvPr userDrawn="1"/>
        </p:nvGrpSpPr>
        <p:grpSpPr bwMode="auto">
          <a:xfrm>
            <a:off x="266859" y="6343650"/>
            <a:ext cx="316707" cy="316707"/>
            <a:chOff x="461" y="3861"/>
            <a:chExt cx="304" cy="304"/>
          </a:xfrm>
        </p:grpSpPr>
        <p:sp>
          <p:nvSpPr>
            <p:cNvPr id="18" name="AutoShape 11">
              <a:extLst>
                <a:ext uri="{FF2B5EF4-FFF2-40B4-BE49-F238E27FC236}">
                  <a16:creationId xmlns:a16="http://schemas.microsoft.com/office/drawing/2014/main" id="{C581EC54-E4C7-2B85-765F-226E90ED37F9}"/>
                </a:ext>
              </a:extLst>
            </p:cNvPr>
            <p:cNvSpPr>
              <a:spLocks noChangeAspect="1" noChangeArrowheads="1" noTextEdit="1"/>
            </p:cNvSpPr>
            <p:nvPr userDrawn="1"/>
          </p:nvSpPr>
          <p:spPr bwMode="auto">
            <a:xfrm>
              <a:off x="461" y="3861"/>
              <a:ext cx="30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Rectangle 13">
              <a:extLst>
                <a:ext uri="{FF2B5EF4-FFF2-40B4-BE49-F238E27FC236}">
                  <a16:creationId xmlns:a16="http://schemas.microsoft.com/office/drawing/2014/main" id="{024FFC00-E238-123D-8547-D317547D5C21}"/>
                </a:ext>
              </a:extLst>
            </p:cNvPr>
            <p:cNvSpPr>
              <a:spLocks noChangeArrowheads="1"/>
            </p:cNvSpPr>
            <p:nvPr userDrawn="1"/>
          </p:nvSpPr>
          <p:spPr bwMode="auto">
            <a:xfrm>
              <a:off x="461" y="3861"/>
              <a:ext cx="304" cy="30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Rectangle 14">
              <a:extLst>
                <a:ext uri="{FF2B5EF4-FFF2-40B4-BE49-F238E27FC236}">
                  <a16:creationId xmlns:a16="http://schemas.microsoft.com/office/drawing/2014/main" id="{26FC7AA9-98AE-CF10-6510-FBB15BB6F6AD}"/>
                </a:ext>
              </a:extLst>
            </p:cNvPr>
            <p:cNvSpPr>
              <a:spLocks noChangeArrowheads="1"/>
            </p:cNvSpPr>
            <p:nvPr userDrawn="1"/>
          </p:nvSpPr>
          <p:spPr bwMode="auto">
            <a:xfrm>
              <a:off x="461" y="3861"/>
              <a:ext cx="30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15">
              <a:extLst>
                <a:ext uri="{FF2B5EF4-FFF2-40B4-BE49-F238E27FC236}">
                  <a16:creationId xmlns:a16="http://schemas.microsoft.com/office/drawing/2014/main" id="{485E328D-5058-4023-75AE-4DF8C1BAEBCA}"/>
                </a:ext>
              </a:extLst>
            </p:cNvPr>
            <p:cNvSpPr>
              <a:spLocks noEditPoints="1"/>
            </p:cNvSpPr>
            <p:nvPr userDrawn="1"/>
          </p:nvSpPr>
          <p:spPr bwMode="auto">
            <a:xfrm>
              <a:off x="518" y="3962"/>
              <a:ext cx="189" cy="72"/>
            </a:xfrm>
            <a:custGeom>
              <a:avLst/>
              <a:gdLst>
                <a:gd name="T0" fmla="*/ 498 w 498"/>
                <a:gd name="T1" fmla="*/ 96 h 190"/>
                <a:gd name="T2" fmla="*/ 415 w 498"/>
                <a:gd name="T3" fmla="*/ 0 h 190"/>
                <a:gd name="T4" fmla="*/ 350 w 498"/>
                <a:gd name="T5" fmla="*/ 13 h 190"/>
                <a:gd name="T6" fmla="*/ 348 w 498"/>
                <a:gd name="T7" fmla="*/ 37 h 190"/>
                <a:gd name="T8" fmla="*/ 413 w 498"/>
                <a:gd name="T9" fmla="*/ 21 h 190"/>
                <a:gd name="T10" fmla="*/ 463 w 498"/>
                <a:gd name="T11" fmla="*/ 43 h 190"/>
                <a:gd name="T12" fmla="*/ 335 w 498"/>
                <a:gd name="T13" fmla="*/ 141 h 190"/>
                <a:gd name="T14" fmla="*/ 252 w 498"/>
                <a:gd name="T15" fmla="*/ 169 h 190"/>
                <a:gd name="T16" fmla="*/ 199 w 498"/>
                <a:gd name="T17" fmla="*/ 147 h 190"/>
                <a:gd name="T18" fmla="*/ 320 w 498"/>
                <a:gd name="T19" fmla="*/ 34 h 190"/>
                <a:gd name="T20" fmla="*/ 251 w 498"/>
                <a:gd name="T21" fmla="*/ 0 h 190"/>
                <a:gd name="T22" fmla="*/ 188 w 498"/>
                <a:gd name="T23" fmla="*/ 24 h 190"/>
                <a:gd name="T24" fmla="*/ 165 w 498"/>
                <a:gd name="T25" fmla="*/ 98 h 190"/>
                <a:gd name="T26" fmla="*/ 173 w 498"/>
                <a:gd name="T27" fmla="*/ 140 h 190"/>
                <a:gd name="T28" fmla="*/ 85 w 498"/>
                <a:gd name="T29" fmla="*/ 169 h 190"/>
                <a:gd name="T30" fmla="*/ 19 w 498"/>
                <a:gd name="T31" fmla="*/ 95 h 190"/>
                <a:gd name="T32" fmla="*/ 85 w 498"/>
                <a:gd name="T33" fmla="*/ 21 h 190"/>
                <a:gd name="T34" fmla="*/ 150 w 498"/>
                <a:gd name="T35" fmla="*/ 37 h 190"/>
                <a:gd name="T36" fmla="*/ 148 w 498"/>
                <a:gd name="T37" fmla="*/ 13 h 190"/>
                <a:gd name="T38" fmla="*/ 87 w 498"/>
                <a:gd name="T39" fmla="*/ 0 h 190"/>
                <a:gd name="T40" fmla="*/ 0 w 498"/>
                <a:gd name="T41" fmla="*/ 95 h 190"/>
                <a:gd name="T42" fmla="*/ 86 w 498"/>
                <a:gd name="T43" fmla="*/ 190 h 190"/>
                <a:gd name="T44" fmla="*/ 182 w 498"/>
                <a:gd name="T45" fmla="*/ 159 h 190"/>
                <a:gd name="T46" fmla="*/ 251 w 498"/>
                <a:gd name="T47" fmla="*/ 190 h 190"/>
                <a:gd name="T48" fmla="*/ 338 w 498"/>
                <a:gd name="T49" fmla="*/ 164 h 190"/>
                <a:gd name="T50" fmla="*/ 411 w 498"/>
                <a:gd name="T51" fmla="*/ 190 h 190"/>
                <a:gd name="T52" fmla="*/ 477 w 498"/>
                <a:gd name="T53" fmla="*/ 163 h 190"/>
                <a:gd name="T54" fmla="*/ 478 w 498"/>
                <a:gd name="T55" fmla="*/ 185 h 190"/>
                <a:gd name="T56" fmla="*/ 498 w 498"/>
                <a:gd name="T57" fmla="*/ 189 h 190"/>
                <a:gd name="T58" fmla="*/ 498 w 498"/>
                <a:gd name="T59" fmla="*/ 96 h 190"/>
                <a:gd name="T60" fmla="*/ 184 w 498"/>
                <a:gd name="T61" fmla="*/ 107 h 190"/>
                <a:gd name="T62" fmla="*/ 201 w 498"/>
                <a:gd name="T63" fmla="*/ 39 h 190"/>
                <a:gd name="T64" fmla="*/ 251 w 498"/>
                <a:gd name="T65" fmla="*/ 19 h 190"/>
                <a:gd name="T66" fmla="*/ 297 w 498"/>
                <a:gd name="T67" fmla="*/ 37 h 190"/>
                <a:gd name="T68" fmla="*/ 261 w 498"/>
                <a:gd name="T69" fmla="*/ 78 h 190"/>
                <a:gd name="T70" fmla="*/ 190 w 498"/>
                <a:gd name="T71" fmla="*/ 128 h 190"/>
                <a:gd name="T72" fmla="*/ 184 w 498"/>
                <a:gd name="T73" fmla="*/ 107 h 190"/>
                <a:gd name="T74" fmla="*/ 462 w 498"/>
                <a:gd name="T75" fmla="*/ 151 h 190"/>
                <a:gd name="T76" fmla="*/ 411 w 498"/>
                <a:gd name="T77" fmla="*/ 170 h 190"/>
                <a:gd name="T78" fmla="*/ 356 w 498"/>
                <a:gd name="T79" fmla="*/ 151 h 190"/>
                <a:gd name="T80" fmla="*/ 472 w 498"/>
                <a:gd name="T81" fmla="*/ 60 h 190"/>
                <a:gd name="T82" fmla="*/ 479 w 498"/>
                <a:gd name="T83" fmla="*/ 83 h 190"/>
                <a:gd name="T84" fmla="*/ 462 w 498"/>
                <a:gd name="T85" fmla="*/ 151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98" h="190">
                  <a:moveTo>
                    <a:pt x="498" y="96"/>
                  </a:moveTo>
                  <a:cubicBezTo>
                    <a:pt x="498" y="6"/>
                    <a:pt x="430" y="0"/>
                    <a:pt x="415" y="0"/>
                  </a:cubicBezTo>
                  <a:cubicBezTo>
                    <a:pt x="393" y="0"/>
                    <a:pt x="372" y="4"/>
                    <a:pt x="350" y="13"/>
                  </a:cubicBezTo>
                  <a:cubicBezTo>
                    <a:pt x="348" y="37"/>
                    <a:pt x="348" y="37"/>
                    <a:pt x="348" y="37"/>
                  </a:cubicBezTo>
                  <a:cubicBezTo>
                    <a:pt x="357" y="33"/>
                    <a:pt x="385" y="21"/>
                    <a:pt x="413" y="21"/>
                  </a:cubicBezTo>
                  <a:cubicBezTo>
                    <a:pt x="435" y="21"/>
                    <a:pt x="452" y="28"/>
                    <a:pt x="463" y="43"/>
                  </a:cubicBezTo>
                  <a:cubicBezTo>
                    <a:pt x="387" y="82"/>
                    <a:pt x="342" y="114"/>
                    <a:pt x="335" y="141"/>
                  </a:cubicBezTo>
                  <a:cubicBezTo>
                    <a:pt x="316" y="154"/>
                    <a:pt x="282" y="169"/>
                    <a:pt x="252" y="169"/>
                  </a:cubicBezTo>
                  <a:cubicBezTo>
                    <a:pt x="219" y="169"/>
                    <a:pt x="205" y="155"/>
                    <a:pt x="199" y="147"/>
                  </a:cubicBezTo>
                  <a:cubicBezTo>
                    <a:pt x="282" y="91"/>
                    <a:pt x="325" y="59"/>
                    <a:pt x="320" y="34"/>
                  </a:cubicBezTo>
                  <a:cubicBezTo>
                    <a:pt x="315" y="11"/>
                    <a:pt x="281" y="0"/>
                    <a:pt x="251" y="0"/>
                  </a:cubicBezTo>
                  <a:cubicBezTo>
                    <a:pt x="219" y="0"/>
                    <a:pt x="198" y="13"/>
                    <a:pt x="188" y="24"/>
                  </a:cubicBezTo>
                  <a:cubicBezTo>
                    <a:pt x="172" y="41"/>
                    <a:pt x="164" y="66"/>
                    <a:pt x="165" y="98"/>
                  </a:cubicBezTo>
                  <a:cubicBezTo>
                    <a:pt x="165" y="112"/>
                    <a:pt x="168" y="127"/>
                    <a:pt x="173" y="140"/>
                  </a:cubicBezTo>
                  <a:cubicBezTo>
                    <a:pt x="160" y="148"/>
                    <a:pt x="125" y="169"/>
                    <a:pt x="85" y="169"/>
                  </a:cubicBezTo>
                  <a:cubicBezTo>
                    <a:pt x="38" y="169"/>
                    <a:pt x="19" y="132"/>
                    <a:pt x="19" y="95"/>
                  </a:cubicBezTo>
                  <a:cubicBezTo>
                    <a:pt x="19" y="59"/>
                    <a:pt x="37" y="21"/>
                    <a:pt x="85" y="21"/>
                  </a:cubicBezTo>
                  <a:cubicBezTo>
                    <a:pt x="113" y="21"/>
                    <a:pt x="140" y="32"/>
                    <a:pt x="150" y="37"/>
                  </a:cubicBezTo>
                  <a:cubicBezTo>
                    <a:pt x="148" y="13"/>
                    <a:pt x="148" y="13"/>
                    <a:pt x="148" y="13"/>
                  </a:cubicBezTo>
                  <a:cubicBezTo>
                    <a:pt x="130" y="6"/>
                    <a:pt x="107" y="0"/>
                    <a:pt x="87" y="0"/>
                  </a:cubicBezTo>
                  <a:cubicBezTo>
                    <a:pt x="7" y="0"/>
                    <a:pt x="0" y="67"/>
                    <a:pt x="0" y="95"/>
                  </a:cubicBezTo>
                  <a:cubicBezTo>
                    <a:pt x="0" y="122"/>
                    <a:pt x="7" y="190"/>
                    <a:pt x="86" y="190"/>
                  </a:cubicBezTo>
                  <a:cubicBezTo>
                    <a:pt x="134" y="190"/>
                    <a:pt x="175" y="164"/>
                    <a:pt x="182" y="159"/>
                  </a:cubicBezTo>
                  <a:cubicBezTo>
                    <a:pt x="187" y="168"/>
                    <a:pt x="208" y="190"/>
                    <a:pt x="251" y="190"/>
                  </a:cubicBezTo>
                  <a:cubicBezTo>
                    <a:pt x="286" y="190"/>
                    <a:pt x="325" y="173"/>
                    <a:pt x="338" y="164"/>
                  </a:cubicBezTo>
                  <a:cubicBezTo>
                    <a:pt x="346" y="175"/>
                    <a:pt x="362" y="190"/>
                    <a:pt x="411" y="190"/>
                  </a:cubicBezTo>
                  <a:cubicBezTo>
                    <a:pt x="444" y="190"/>
                    <a:pt x="464" y="179"/>
                    <a:pt x="477" y="163"/>
                  </a:cubicBezTo>
                  <a:cubicBezTo>
                    <a:pt x="477" y="171"/>
                    <a:pt x="478" y="179"/>
                    <a:pt x="478" y="185"/>
                  </a:cubicBezTo>
                  <a:cubicBezTo>
                    <a:pt x="498" y="189"/>
                    <a:pt x="498" y="189"/>
                    <a:pt x="498" y="189"/>
                  </a:cubicBezTo>
                  <a:cubicBezTo>
                    <a:pt x="497" y="168"/>
                    <a:pt x="498" y="97"/>
                    <a:pt x="498" y="96"/>
                  </a:cubicBezTo>
                  <a:moveTo>
                    <a:pt x="184" y="107"/>
                  </a:moveTo>
                  <a:cubicBezTo>
                    <a:pt x="184" y="107"/>
                    <a:pt x="178" y="65"/>
                    <a:pt x="201" y="39"/>
                  </a:cubicBezTo>
                  <a:cubicBezTo>
                    <a:pt x="212" y="26"/>
                    <a:pt x="229" y="19"/>
                    <a:pt x="251" y="19"/>
                  </a:cubicBezTo>
                  <a:cubicBezTo>
                    <a:pt x="275" y="19"/>
                    <a:pt x="295" y="28"/>
                    <a:pt x="297" y="37"/>
                  </a:cubicBezTo>
                  <a:cubicBezTo>
                    <a:pt x="299" y="44"/>
                    <a:pt x="292" y="53"/>
                    <a:pt x="261" y="78"/>
                  </a:cubicBezTo>
                  <a:cubicBezTo>
                    <a:pt x="261" y="78"/>
                    <a:pt x="230" y="105"/>
                    <a:pt x="190" y="128"/>
                  </a:cubicBezTo>
                  <a:cubicBezTo>
                    <a:pt x="187" y="122"/>
                    <a:pt x="185" y="115"/>
                    <a:pt x="184" y="107"/>
                  </a:cubicBezTo>
                  <a:moveTo>
                    <a:pt x="462" y="151"/>
                  </a:moveTo>
                  <a:cubicBezTo>
                    <a:pt x="450" y="164"/>
                    <a:pt x="433" y="170"/>
                    <a:pt x="411" y="170"/>
                  </a:cubicBezTo>
                  <a:cubicBezTo>
                    <a:pt x="361" y="170"/>
                    <a:pt x="356" y="151"/>
                    <a:pt x="356" y="151"/>
                  </a:cubicBezTo>
                  <a:cubicBezTo>
                    <a:pt x="350" y="140"/>
                    <a:pt x="367" y="116"/>
                    <a:pt x="472" y="60"/>
                  </a:cubicBezTo>
                  <a:cubicBezTo>
                    <a:pt x="475" y="67"/>
                    <a:pt x="477" y="75"/>
                    <a:pt x="479" y="83"/>
                  </a:cubicBezTo>
                  <a:cubicBezTo>
                    <a:pt x="479" y="83"/>
                    <a:pt x="484" y="125"/>
                    <a:pt x="462" y="151"/>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Rectangle 16">
              <a:extLst>
                <a:ext uri="{FF2B5EF4-FFF2-40B4-BE49-F238E27FC236}">
                  <a16:creationId xmlns:a16="http://schemas.microsoft.com/office/drawing/2014/main" id="{B32124BB-315A-4642-3185-D0F09F05E9F3}"/>
                </a:ext>
              </a:extLst>
            </p:cNvPr>
            <p:cNvSpPr>
              <a:spLocks noChangeArrowheads="1"/>
            </p:cNvSpPr>
            <p:nvPr userDrawn="1"/>
          </p:nvSpPr>
          <p:spPr bwMode="auto">
            <a:xfrm>
              <a:off x="526" y="4057"/>
              <a:ext cx="174" cy="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Rectangle 17">
              <a:extLst>
                <a:ext uri="{FF2B5EF4-FFF2-40B4-BE49-F238E27FC236}">
                  <a16:creationId xmlns:a16="http://schemas.microsoft.com/office/drawing/2014/main" id="{283D2C2C-F437-0747-2745-E4E3B6D20760}"/>
                </a:ext>
              </a:extLst>
            </p:cNvPr>
            <p:cNvSpPr>
              <a:spLocks noChangeArrowheads="1"/>
            </p:cNvSpPr>
            <p:nvPr userDrawn="1"/>
          </p:nvSpPr>
          <p:spPr bwMode="auto">
            <a:xfrm>
              <a:off x="526" y="4057"/>
              <a:ext cx="174" cy="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
        <p:nvSpPr>
          <p:cNvPr id="29" name="ZoneTexte 28">
            <a:extLst>
              <a:ext uri="{FF2B5EF4-FFF2-40B4-BE49-F238E27FC236}">
                <a16:creationId xmlns:a16="http://schemas.microsoft.com/office/drawing/2014/main" id="{BC10BA36-642C-D18A-73B5-1652743A0484}"/>
              </a:ext>
            </a:extLst>
          </p:cNvPr>
          <p:cNvSpPr txBox="1"/>
          <p:nvPr userDrawn="1"/>
        </p:nvSpPr>
        <p:spPr>
          <a:xfrm>
            <a:off x="-101600" y="-276999"/>
            <a:ext cx="12192000" cy="461665"/>
          </a:xfrm>
          <a:prstGeom prst="rect">
            <a:avLst/>
          </a:prstGeom>
          <a:noFill/>
        </p:spPr>
        <p:txBody>
          <a:bodyPr wrap="square" rtlCol="0">
            <a:spAutoFit/>
          </a:bodyPr>
          <a:lstStyle/>
          <a:p>
            <a:r>
              <a:rPr lang="fr-FR" sz="1200" dirty="0">
                <a:solidFill>
                  <a:schemeClr val="bg1">
                    <a:lumMod val="50000"/>
                  </a:schemeClr>
                </a:solidFill>
              </a:rPr>
              <a:t>Disposition : Citation</a:t>
            </a:r>
          </a:p>
          <a:p>
            <a:endParaRPr lang="fr-FR" sz="1200" dirty="0">
              <a:solidFill>
                <a:schemeClr val="bg1">
                  <a:lumMod val="50000"/>
                </a:schemeClr>
              </a:solidFill>
            </a:endParaRPr>
          </a:p>
        </p:txBody>
      </p:sp>
      <p:sp>
        <p:nvSpPr>
          <p:cNvPr id="13" name="ZoneTexte 12">
            <a:extLst>
              <a:ext uri="{FF2B5EF4-FFF2-40B4-BE49-F238E27FC236}">
                <a16:creationId xmlns:a16="http://schemas.microsoft.com/office/drawing/2014/main" id="{00475712-48BB-EC3B-E6C3-3284AF014AB8}"/>
              </a:ext>
            </a:extLst>
          </p:cNvPr>
          <p:cNvSpPr txBox="1"/>
          <p:nvPr userDrawn="1"/>
        </p:nvSpPr>
        <p:spPr>
          <a:xfrm>
            <a:off x="327692" y="1548040"/>
            <a:ext cx="1325468" cy="2169825"/>
          </a:xfrm>
          <a:prstGeom prst="rect">
            <a:avLst/>
          </a:prstGeom>
          <a:noFill/>
        </p:spPr>
        <p:txBody>
          <a:bodyPr wrap="square" rtlCol="0">
            <a:spAutoFit/>
          </a:bodyPr>
          <a:lstStyle/>
          <a:p>
            <a:pPr algn="r"/>
            <a:r>
              <a:rPr lang="fr-FR" sz="13500" dirty="0">
                <a:solidFill>
                  <a:schemeClr val="bg1"/>
                </a:solidFill>
                <a:latin typeface="+mj-lt"/>
              </a:rPr>
              <a:t>“</a:t>
            </a:r>
          </a:p>
        </p:txBody>
      </p:sp>
      <p:sp>
        <p:nvSpPr>
          <p:cNvPr id="2" name="Titre 1">
            <a:extLst>
              <a:ext uri="{FF2B5EF4-FFF2-40B4-BE49-F238E27FC236}">
                <a16:creationId xmlns:a16="http://schemas.microsoft.com/office/drawing/2014/main" id="{2C297F72-9AE9-FCA1-E35C-172594739B42}"/>
              </a:ext>
            </a:extLst>
          </p:cNvPr>
          <p:cNvSpPr>
            <a:spLocks noGrp="1"/>
          </p:cNvSpPr>
          <p:nvPr>
            <p:ph type="title" hasCustomPrompt="1"/>
          </p:nvPr>
        </p:nvSpPr>
        <p:spPr>
          <a:xfrm>
            <a:off x="1734459" y="2171700"/>
            <a:ext cx="7380000" cy="2400300"/>
          </a:xfrm>
        </p:spPr>
        <p:txBody>
          <a:bodyPr anchor="t">
            <a:normAutofit/>
          </a:bodyPr>
          <a:lstStyle>
            <a:lvl1pPr>
              <a:defRPr sz="4000">
                <a:solidFill>
                  <a:schemeClr val="bg1"/>
                </a:solidFill>
              </a:defRPr>
            </a:lvl1pPr>
          </a:lstStyle>
          <a:p>
            <a:r>
              <a:rPr lang="fr-FR" dirty="0"/>
              <a:t>Ici votre citation qui peut être sur plusieurs lignes ’’ </a:t>
            </a:r>
          </a:p>
        </p:txBody>
      </p:sp>
      <p:sp>
        <p:nvSpPr>
          <p:cNvPr id="15" name="ZoneTexte 14">
            <a:extLst>
              <a:ext uri="{FF2B5EF4-FFF2-40B4-BE49-F238E27FC236}">
                <a16:creationId xmlns:a16="http://schemas.microsoft.com/office/drawing/2014/main" id="{19AF9AF5-2FC3-0945-F0DB-EE6D50A5F6C8}"/>
              </a:ext>
            </a:extLst>
          </p:cNvPr>
          <p:cNvSpPr txBox="1"/>
          <p:nvPr userDrawn="1"/>
        </p:nvSpPr>
        <p:spPr>
          <a:xfrm>
            <a:off x="-101600" y="6858000"/>
            <a:ext cx="12192000" cy="461665"/>
          </a:xfrm>
          <a:prstGeom prst="rect">
            <a:avLst/>
          </a:prstGeom>
          <a:noFill/>
        </p:spPr>
        <p:txBody>
          <a:bodyPr wrap="square" rtlCol="0">
            <a:spAutoFit/>
          </a:bodyPr>
          <a:lstStyle/>
          <a:p>
            <a:r>
              <a:rPr lang="fr-FR" sz="1200" dirty="0">
                <a:solidFill>
                  <a:schemeClr val="bg1">
                    <a:lumMod val="50000"/>
                  </a:schemeClr>
                </a:solidFill>
              </a:rPr>
              <a:t>Astuce :Pour fermer les guillemets de fin de citation ajoutez 2 apostrophes à la fin de votre texte (touche [4] du clavier)</a:t>
            </a:r>
          </a:p>
          <a:p>
            <a:endParaRPr lang="fr-FR" sz="1200" dirty="0">
              <a:solidFill>
                <a:schemeClr val="bg1">
                  <a:lumMod val="50000"/>
                </a:schemeClr>
              </a:solidFill>
            </a:endParaRPr>
          </a:p>
        </p:txBody>
      </p:sp>
      <p:pic>
        <p:nvPicPr>
          <p:cNvPr id="24" name="Image 23">
            <a:extLst>
              <a:ext uri="{FF2B5EF4-FFF2-40B4-BE49-F238E27FC236}">
                <a16:creationId xmlns:a16="http://schemas.microsoft.com/office/drawing/2014/main" id="{2E000BD1-941E-96DB-8740-6C7D2BD0EE7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9791" r="39816"/>
          <a:stretch/>
        </p:blipFill>
        <p:spPr>
          <a:xfrm>
            <a:off x="9369599" y="0"/>
            <a:ext cx="2822401" cy="2475345"/>
          </a:xfrm>
          <a:prstGeom prst="rect">
            <a:avLst/>
          </a:prstGeom>
        </p:spPr>
      </p:pic>
      <p:sp>
        <p:nvSpPr>
          <p:cNvPr id="25" name="Rectangle 24"/>
          <p:cNvSpPr/>
          <p:nvPr userDrawn="1"/>
        </p:nvSpPr>
        <p:spPr>
          <a:xfrm>
            <a:off x="623888" y="6295812"/>
            <a:ext cx="12198416"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bg1"/>
                </a:solidFill>
              </a:rPr>
              <a:t>CONFIDENTIEL</a:t>
            </a:r>
            <a:r>
              <a:rPr lang="fr-FR" sz="1200" baseline="0" dirty="0">
                <a:solidFill>
                  <a:schemeClr val="bg1"/>
                </a:solidFill>
              </a:rPr>
              <a:t> PROJET </a:t>
            </a:r>
            <a:r>
              <a:rPr lang="fr-FR" sz="1200" dirty="0">
                <a:solidFill>
                  <a:schemeClr val="bg1"/>
                </a:solidFill>
              </a:rPr>
              <a:t>– </a:t>
            </a:r>
            <a:r>
              <a:rPr lang="fr-FR" sz="1100" kern="1200" dirty="0">
                <a:solidFill>
                  <a:schemeClr val="bg1"/>
                </a:solidFill>
                <a:effectLst/>
                <a:latin typeface="+mn-lt"/>
                <a:ea typeface="+mn-ea"/>
                <a:cs typeface="+mn-cs"/>
              </a:rPr>
              <a:t>Ce document est la propriété du CEA et ne peut être utilisé, reproduit ou communiqué en dehors du CEA sans l’accord de son émetteur.</a:t>
            </a:r>
          </a:p>
          <a:p>
            <a:r>
              <a:rPr lang="fr-FR" sz="1200" dirty="0">
                <a:solidFill>
                  <a:schemeClr val="bg1"/>
                </a:solidFill>
              </a:rPr>
              <a:t>Nom Projet - Chrono Livrable (A modifier dans le</a:t>
            </a:r>
            <a:r>
              <a:rPr lang="fr-FR" sz="1200" baseline="0" dirty="0">
                <a:solidFill>
                  <a:schemeClr val="bg1"/>
                </a:solidFill>
              </a:rPr>
              <a:t> mode masque)</a:t>
            </a:r>
            <a:endParaRPr lang="fr-FR" sz="1200" dirty="0">
              <a:solidFill>
                <a:schemeClr val="bg1"/>
              </a:solidFill>
            </a:endParaRPr>
          </a:p>
        </p:txBody>
      </p:sp>
      <p:sp>
        <p:nvSpPr>
          <p:cNvPr id="26" name="ZoneTexte 25"/>
          <p:cNvSpPr txBox="1"/>
          <p:nvPr userDrawn="1"/>
        </p:nvSpPr>
        <p:spPr>
          <a:xfrm>
            <a:off x="4566000" y="0"/>
            <a:ext cx="3060000" cy="360000"/>
          </a:xfrm>
          <a:prstGeom prst="rect">
            <a:avLst/>
          </a:prstGeom>
          <a:solidFill>
            <a:schemeClr val="bg1"/>
          </a:solidFill>
          <a:ln w="28575">
            <a:solidFill>
              <a:schemeClr val="tx2"/>
            </a:solidFill>
          </a:ln>
        </p:spPr>
        <p:txBody>
          <a:bodyPr wrap="square" rtlCol="0">
            <a:spAutoFit/>
          </a:bodyPr>
          <a:lstStyle/>
          <a:p>
            <a:pPr algn="ctr"/>
            <a:r>
              <a:rPr lang="fr-FR" b="1" dirty="0">
                <a:solidFill>
                  <a:schemeClr val="tx2"/>
                </a:solidFill>
              </a:rPr>
              <a:t>CONFIDENTIEL PROJET</a:t>
            </a:r>
          </a:p>
        </p:txBody>
      </p:sp>
    </p:spTree>
    <p:extLst>
      <p:ext uri="{BB962C8B-B14F-4D97-AF65-F5344CB8AC3E}">
        <p14:creationId xmlns:p14="http://schemas.microsoft.com/office/powerpoint/2010/main" val="100293450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itation Bleu foncé">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2B122C-7C32-00D5-5677-35CC8ABC8223}"/>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29" name="ZoneTexte 28">
            <a:extLst>
              <a:ext uri="{FF2B5EF4-FFF2-40B4-BE49-F238E27FC236}">
                <a16:creationId xmlns:a16="http://schemas.microsoft.com/office/drawing/2014/main" id="{BC10BA36-642C-D18A-73B5-1652743A0484}"/>
              </a:ext>
            </a:extLst>
          </p:cNvPr>
          <p:cNvSpPr txBox="1"/>
          <p:nvPr userDrawn="1"/>
        </p:nvSpPr>
        <p:spPr>
          <a:xfrm>
            <a:off x="-101600" y="-276999"/>
            <a:ext cx="12192000" cy="461665"/>
          </a:xfrm>
          <a:prstGeom prst="rect">
            <a:avLst/>
          </a:prstGeom>
          <a:noFill/>
        </p:spPr>
        <p:txBody>
          <a:bodyPr wrap="square" rtlCol="0">
            <a:spAutoFit/>
          </a:bodyPr>
          <a:lstStyle/>
          <a:p>
            <a:r>
              <a:rPr lang="fr-FR" sz="1200" dirty="0">
                <a:solidFill>
                  <a:schemeClr val="bg1">
                    <a:lumMod val="50000"/>
                  </a:schemeClr>
                </a:solidFill>
              </a:rPr>
              <a:t>Disposition : Citation Bleu foncé</a:t>
            </a:r>
          </a:p>
          <a:p>
            <a:endParaRPr lang="fr-FR" sz="1200" dirty="0">
              <a:solidFill>
                <a:schemeClr val="bg1">
                  <a:lumMod val="50000"/>
                </a:schemeClr>
              </a:solidFill>
            </a:endParaRPr>
          </a:p>
        </p:txBody>
      </p:sp>
      <p:sp>
        <p:nvSpPr>
          <p:cNvPr id="13" name="ZoneTexte 12">
            <a:extLst>
              <a:ext uri="{FF2B5EF4-FFF2-40B4-BE49-F238E27FC236}">
                <a16:creationId xmlns:a16="http://schemas.microsoft.com/office/drawing/2014/main" id="{00475712-48BB-EC3B-E6C3-3284AF014AB8}"/>
              </a:ext>
            </a:extLst>
          </p:cNvPr>
          <p:cNvSpPr txBox="1"/>
          <p:nvPr userDrawn="1"/>
        </p:nvSpPr>
        <p:spPr>
          <a:xfrm>
            <a:off x="327692" y="1548040"/>
            <a:ext cx="1325468" cy="2169825"/>
          </a:xfrm>
          <a:prstGeom prst="rect">
            <a:avLst/>
          </a:prstGeom>
          <a:noFill/>
        </p:spPr>
        <p:txBody>
          <a:bodyPr wrap="square" rtlCol="0">
            <a:spAutoFit/>
          </a:bodyPr>
          <a:lstStyle/>
          <a:p>
            <a:pPr algn="r"/>
            <a:r>
              <a:rPr lang="fr-FR" sz="13500" dirty="0">
                <a:solidFill>
                  <a:schemeClr val="bg1"/>
                </a:solidFill>
                <a:latin typeface="+mj-lt"/>
              </a:rPr>
              <a:t>“</a:t>
            </a:r>
          </a:p>
        </p:txBody>
      </p:sp>
      <p:sp>
        <p:nvSpPr>
          <p:cNvPr id="15" name="ZoneTexte 14">
            <a:extLst>
              <a:ext uri="{FF2B5EF4-FFF2-40B4-BE49-F238E27FC236}">
                <a16:creationId xmlns:a16="http://schemas.microsoft.com/office/drawing/2014/main" id="{19AF9AF5-2FC3-0945-F0DB-EE6D50A5F6C8}"/>
              </a:ext>
            </a:extLst>
          </p:cNvPr>
          <p:cNvSpPr txBox="1"/>
          <p:nvPr userDrawn="1"/>
        </p:nvSpPr>
        <p:spPr>
          <a:xfrm>
            <a:off x="-101600" y="6858000"/>
            <a:ext cx="12192000" cy="461665"/>
          </a:xfrm>
          <a:prstGeom prst="rect">
            <a:avLst/>
          </a:prstGeom>
          <a:noFill/>
        </p:spPr>
        <p:txBody>
          <a:bodyPr wrap="square" rtlCol="0">
            <a:spAutoFit/>
          </a:bodyPr>
          <a:lstStyle/>
          <a:p>
            <a:r>
              <a:rPr lang="fr-FR" sz="1200" dirty="0">
                <a:solidFill>
                  <a:schemeClr val="bg1">
                    <a:lumMod val="50000"/>
                  </a:schemeClr>
                </a:solidFill>
              </a:rPr>
              <a:t>Astuce :Pour fermer les guillemets de fin de citation ajoutez 2 apostrophes à la fin de votre texte (touche [4] du clavier)</a:t>
            </a:r>
          </a:p>
          <a:p>
            <a:endParaRPr lang="fr-FR" sz="1200" dirty="0">
              <a:solidFill>
                <a:schemeClr val="bg1">
                  <a:lumMod val="50000"/>
                </a:schemeClr>
              </a:solidFill>
            </a:endParaRPr>
          </a:p>
        </p:txBody>
      </p:sp>
      <p:pic>
        <p:nvPicPr>
          <p:cNvPr id="14" name="Image 13">
            <a:extLst>
              <a:ext uri="{FF2B5EF4-FFF2-40B4-BE49-F238E27FC236}">
                <a16:creationId xmlns:a16="http://schemas.microsoft.com/office/drawing/2014/main" id="{2E000BD1-941E-96DB-8740-6C7D2BD0EE7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9791" r="39816"/>
          <a:stretch/>
        </p:blipFill>
        <p:spPr>
          <a:xfrm>
            <a:off x="9369599" y="0"/>
            <a:ext cx="2822401" cy="2475345"/>
          </a:xfrm>
          <a:prstGeom prst="rect">
            <a:avLst/>
          </a:prstGeom>
        </p:spPr>
      </p:pic>
      <p:pic>
        <p:nvPicPr>
          <p:cNvPr id="16" name="Logo CEA">
            <a:extLst>
              <a:ext uri="{FF2B5EF4-FFF2-40B4-BE49-F238E27FC236}">
                <a16:creationId xmlns:a16="http://schemas.microsoft.com/office/drawing/2014/main" id="{87F05716-C695-E053-1C8E-FF817175674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57897" y="6343650"/>
            <a:ext cx="365991" cy="365991"/>
          </a:xfrm>
          <a:prstGeom prst="rect">
            <a:avLst/>
          </a:prstGeom>
        </p:spPr>
      </p:pic>
      <p:sp>
        <p:nvSpPr>
          <p:cNvPr id="8" name="Espace réservé du texte 2">
            <a:extLst>
              <a:ext uri="{FF2B5EF4-FFF2-40B4-BE49-F238E27FC236}">
                <a16:creationId xmlns:a16="http://schemas.microsoft.com/office/drawing/2014/main" id="{CD1C80FF-3EC2-C65E-39A3-3D5B556D3A76}"/>
              </a:ext>
            </a:extLst>
          </p:cNvPr>
          <p:cNvSpPr>
            <a:spLocks noGrp="1"/>
          </p:cNvSpPr>
          <p:nvPr>
            <p:ph type="body" idx="1" hasCustomPrompt="1"/>
          </p:nvPr>
        </p:nvSpPr>
        <p:spPr>
          <a:xfrm>
            <a:off x="1734459" y="4702629"/>
            <a:ext cx="7380000" cy="504372"/>
          </a:xfrm>
        </p:spPr>
        <p:txBody>
          <a:bodyPr anchor="t">
            <a:normAutofit/>
          </a:bodyPr>
          <a:lstStyle>
            <a:lvl1pPr marL="0" indent="0" algn="r">
              <a:buNone/>
              <a:defRPr sz="1800" i="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Ici l’auteur de la citation</a:t>
            </a:r>
          </a:p>
        </p:txBody>
      </p:sp>
      <p:sp>
        <p:nvSpPr>
          <p:cNvPr id="9" name="Titre 1">
            <a:extLst>
              <a:ext uri="{FF2B5EF4-FFF2-40B4-BE49-F238E27FC236}">
                <a16:creationId xmlns:a16="http://schemas.microsoft.com/office/drawing/2014/main" id="{DD99EE02-4A21-0C84-48D4-82F813D3CEA1}"/>
              </a:ext>
            </a:extLst>
          </p:cNvPr>
          <p:cNvSpPr>
            <a:spLocks noGrp="1"/>
          </p:cNvSpPr>
          <p:nvPr>
            <p:ph type="title" hasCustomPrompt="1"/>
          </p:nvPr>
        </p:nvSpPr>
        <p:spPr>
          <a:xfrm>
            <a:off x="1734459" y="2171700"/>
            <a:ext cx="7380000" cy="2400300"/>
          </a:xfrm>
        </p:spPr>
        <p:txBody>
          <a:bodyPr anchor="t">
            <a:normAutofit/>
          </a:bodyPr>
          <a:lstStyle>
            <a:lvl1pPr>
              <a:defRPr sz="4000">
                <a:solidFill>
                  <a:schemeClr val="bg1"/>
                </a:solidFill>
              </a:defRPr>
            </a:lvl1pPr>
          </a:lstStyle>
          <a:p>
            <a:r>
              <a:rPr lang="fr-FR" dirty="0"/>
              <a:t>Ici votre citation qui peut être sur plusieurs lignes ’’ </a:t>
            </a:r>
          </a:p>
        </p:txBody>
      </p:sp>
      <p:sp>
        <p:nvSpPr>
          <p:cNvPr id="11" name="Rectangle 10"/>
          <p:cNvSpPr/>
          <p:nvPr userDrawn="1"/>
        </p:nvSpPr>
        <p:spPr>
          <a:xfrm>
            <a:off x="623888" y="6295812"/>
            <a:ext cx="12198416"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bg1"/>
                </a:solidFill>
              </a:rPr>
              <a:t>CONFIDENTIEL</a:t>
            </a:r>
            <a:r>
              <a:rPr lang="fr-FR" sz="1200" baseline="0" dirty="0">
                <a:solidFill>
                  <a:schemeClr val="bg1"/>
                </a:solidFill>
              </a:rPr>
              <a:t> PROJET </a:t>
            </a:r>
            <a:r>
              <a:rPr lang="fr-FR" sz="1200" dirty="0">
                <a:solidFill>
                  <a:schemeClr val="bg1"/>
                </a:solidFill>
              </a:rPr>
              <a:t>– </a:t>
            </a:r>
            <a:r>
              <a:rPr lang="fr-FR" sz="1100" kern="1200" dirty="0">
                <a:solidFill>
                  <a:schemeClr val="bg1"/>
                </a:solidFill>
                <a:effectLst/>
                <a:latin typeface="+mn-lt"/>
                <a:ea typeface="+mn-ea"/>
                <a:cs typeface="+mn-cs"/>
              </a:rPr>
              <a:t>Ce document est la propriété du CEA et ne peut être utilisé, reproduit ou communiqué en dehors du CEA sans l’accord de son émetteur.</a:t>
            </a:r>
          </a:p>
          <a:p>
            <a:r>
              <a:rPr lang="fr-FR" sz="1200" dirty="0">
                <a:solidFill>
                  <a:schemeClr val="bg1"/>
                </a:solidFill>
              </a:rPr>
              <a:t>Nom Projet - Chrono Livrable (A modifier dans le</a:t>
            </a:r>
            <a:r>
              <a:rPr lang="fr-FR" sz="1200" baseline="0" dirty="0">
                <a:solidFill>
                  <a:schemeClr val="bg1"/>
                </a:solidFill>
              </a:rPr>
              <a:t> mode masque)</a:t>
            </a:r>
            <a:endParaRPr lang="fr-FR" sz="1200" dirty="0">
              <a:solidFill>
                <a:schemeClr val="bg1"/>
              </a:solidFill>
            </a:endParaRPr>
          </a:p>
        </p:txBody>
      </p:sp>
      <p:sp>
        <p:nvSpPr>
          <p:cNvPr id="12" name="ZoneTexte 11"/>
          <p:cNvSpPr txBox="1"/>
          <p:nvPr userDrawn="1"/>
        </p:nvSpPr>
        <p:spPr>
          <a:xfrm>
            <a:off x="4566000" y="0"/>
            <a:ext cx="3060000" cy="360000"/>
          </a:xfrm>
          <a:prstGeom prst="rect">
            <a:avLst/>
          </a:prstGeom>
          <a:solidFill>
            <a:schemeClr val="bg1"/>
          </a:solidFill>
          <a:ln w="28575">
            <a:solidFill>
              <a:schemeClr val="tx2"/>
            </a:solidFill>
          </a:ln>
        </p:spPr>
        <p:txBody>
          <a:bodyPr wrap="square" rtlCol="0">
            <a:spAutoFit/>
          </a:bodyPr>
          <a:lstStyle/>
          <a:p>
            <a:pPr algn="ctr"/>
            <a:r>
              <a:rPr lang="fr-FR" b="1" dirty="0">
                <a:solidFill>
                  <a:schemeClr val="tx2"/>
                </a:solidFill>
              </a:rPr>
              <a:t>CONFIDENTIEL PROJET</a:t>
            </a:r>
          </a:p>
        </p:txBody>
      </p:sp>
    </p:spTree>
    <p:extLst>
      <p:ext uri="{BB962C8B-B14F-4D97-AF65-F5344CB8AC3E}">
        <p14:creationId xmlns:p14="http://schemas.microsoft.com/office/powerpoint/2010/main" val="423980242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itation clai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2B122C-7C32-00D5-5677-35CC8ABC8223}"/>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p>
        </p:txBody>
      </p:sp>
      <p:sp>
        <p:nvSpPr>
          <p:cNvPr id="29" name="ZoneTexte 28">
            <a:extLst>
              <a:ext uri="{FF2B5EF4-FFF2-40B4-BE49-F238E27FC236}">
                <a16:creationId xmlns:a16="http://schemas.microsoft.com/office/drawing/2014/main" id="{BC10BA36-642C-D18A-73B5-1652743A0484}"/>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Citation claire</a:t>
            </a:r>
          </a:p>
        </p:txBody>
      </p:sp>
      <p:sp>
        <p:nvSpPr>
          <p:cNvPr id="13" name="ZoneTexte 12">
            <a:extLst>
              <a:ext uri="{FF2B5EF4-FFF2-40B4-BE49-F238E27FC236}">
                <a16:creationId xmlns:a16="http://schemas.microsoft.com/office/drawing/2014/main" id="{00475712-48BB-EC3B-E6C3-3284AF014AB8}"/>
              </a:ext>
            </a:extLst>
          </p:cNvPr>
          <p:cNvSpPr txBox="1"/>
          <p:nvPr userDrawn="1"/>
        </p:nvSpPr>
        <p:spPr>
          <a:xfrm>
            <a:off x="327692" y="1548040"/>
            <a:ext cx="1325468" cy="2169825"/>
          </a:xfrm>
          <a:prstGeom prst="rect">
            <a:avLst/>
          </a:prstGeom>
          <a:noFill/>
        </p:spPr>
        <p:txBody>
          <a:bodyPr wrap="square" rtlCol="0">
            <a:spAutoFit/>
          </a:bodyPr>
          <a:lstStyle/>
          <a:p>
            <a:pPr algn="r"/>
            <a:r>
              <a:rPr lang="fr-FR" sz="13500" dirty="0">
                <a:solidFill>
                  <a:schemeClr val="tx2"/>
                </a:solidFill>
                <a:latin typeface="+mj-lt"/>
              </a:rPr>
              <a:t>“</a:t>
            </a:r>
          </a:p>
        </p:txBody>
      </p:sp>
      <p:sp>
        <p:nvSpPr>
          <p:cNvPr id="15" name="ZoneTexte 14">
            <a:extLst>
              <a:ext uri="{FF2B5EF4-FFF2-40B4-BE49-F238E27FC236}">
                <a16:creationId xmlns:a16="http://schemas.microsoft.com/office/drawing/2014/main" id="{19AF9AF5-2FC3-0945-F0DB-EE6D50A5F6C8}"/>
              </a:ext>
            </a:extLst>
          </p:cNvPr>
          <p:cNvSpPr txBox="1"/>
          <p:nvPr userDrawn="1"/>
        </p:nvSpPr>
        <p:spPr>
          <a:xfrm>
            <a:off x="-101600" y="6858000"/>
            <a:ext cx="12192000" cy="461665"/>
          </a:xfrm>
          <a:prstGeom prst="rect">
            <a:avLst/>
          </a:prstGeom>
          <a:noFill/>
        </p:spPr>
        <p:txBody>
          <a:bodyPr wrap="square" rtlCol="0">
            <a:spAutoFit/>
          </a:bodyPr>
          <a:lstStyle/>
          <a:p>
            <a:r>
              <a:rPr lang="fr-FR" sz="1200" dirty="0">
                <a:solidFill>
                  <a:schemeClr val="bg1">
                    <a:lumMod val="50000"/>
                  </a:schemeClr>
                </a:solidFill>
              </a:rPr>
              <a:t>Astuce :Pour fermer les guillemets de fin de citation ajoutez 2 apostrophes à la fin de votre texte (touche [4] du clavier)</a:t>
            </a:r>
          </a:p>
          <a:p>
            <a:endParaRPr lang="fr-FR" sz="1200" dirty="0">
              <a:solidFill>
                <a:schemeClr val="bg1">
                  <a:lumMod val="50000"/>
                </a:schemeClr>
              </a:solidFill>
            </a:endParaRPr>
          </a:p>
        </p:txBody>
      </p:sp>
      <p:pic>
        <p:nvPicPr>
          <p:cNvPr id="14" name="PATTERN CARRE DECAL">
            <a:extLst>
              <a:ext uri="{FF2B5EF4-FFF2-40B4-BE49-F238E27FC236}">
                <a16:creationId xmlns:a16="http://schemas.microsoft.com/office/drawing/2014/main" id="{B904F070-A99F-1AC0-845C-9E05CE6DF3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9705" r="39861" b="-1"/>
          <a:stretch/>
        </p:blipFill>
        <p:spPr>
          <a:xfrm>
            <a:off x="9406296" y="-1"/>
            <a:ext cx="2785704" cy="2447637"/>
          </a:xfrm>
          <a:prstGeom prst="rect">
            <a:avLst/>
          </a:prstGeom>
        </p:spPr>
      </p:pic>
      <p:pic>
        <p:nvPicPr>
          <p:cNvPr id="16" name="Logo CEA">
            <a:extLst>
              <a:ext uri="{FF2B5EF4-FFF2-40B4-BE49-F238E27FC236}">
                <a16:creationId xmlns:a16="http://schemas.microsoft.com/office/drawing/2014/main" id="{87F05716-C695-E053-1C8E-FF817175674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57897" y="6343650"/>
            <a:ext cx="365991" cy="365991"/>
          </a:xfrm>
          <a:prstGeom prst="rect">
            <a:avLst/>
          </a:prstGeom>
        </p:spPr>
      </p:pic>
      <p:sp>
        <p:nvSpPr>
          <p:cNvPr id="8" name="Espace réservé du texte 2">
            <a:extLst>
              <a:ext uri="{FF2B5EF4-FFF2-40B4-BE49-F238E27FC236}">
                <a16:creationId xmlns:a16="http://schemas.microsoft.com/office/drawing/2014/main" id="{930F834B-23C4-8EC1-2C21-5E1E110A7BF9}"/>
              </a:ext>
            </a:extLst>
          </p:cNvPr>
          <p:cNvSpPr>
            <a:spLocks noGrp="1"/>
          </p:cNvSpPr>
          <p:nvPr>
            <p:ph type="body" idx="1" hasCustomPrompt="1"/>
          </p:nvPr>
        </p:nvSpPr>
        <p:spPr>
          <a:xfrm>
            <a:off x="1734459" y="4702629"/>
            <a:ext cx="7380000" cy="504372"/>
          </a:xfrm>
        </p:spPr>
        <p:txBody>
          <a:bodyPr anchor="t">
            <a:normAutofit/>
          </a:bodyPr>
          <a:lstStyle>
            <a:lvl1pPr marL="0" indent="0" algn="r">
              <a:buNone/>
              <a:defRPr sz="1800" i="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Ici l’auteur de la citation</a:t>
            </a:r>
          </a:p>
        </p:txBody>
      </p:sp>
      <p:sp>
        <p:nvSpPr>
          <p:cNvPr id="9" name="Titre 1">
            <a:extLst>
              <a:ext uri="{FF2B5EF4-FFF2-40B4-BE49-F238E27FC236}">
                <a16:creationId xmlns:a16="http://schemas.microsoft.com/office/drawing/2014/main" id="{A31F7F2B-1941-1250-D680-FD079465EC46}"/>
              </a:ext>
            </a:extLst>
          </p:cNvPr>
          <p:cNvSpPr>
            <a:spLocks noGrp="1"/>
          </p:cNvSpPr>
          <p:nvPr>
            <p:ph type="title" hasCustomPrompt="1"/>
          </p:nvPr>
        </p:nvSpPr>
        <p:spPr>
          <a:xfrm>
            <a:off x="1734459" y="2171700"/>
            <a:ext cx="7380000" cy="2400300"/>
          </a:xfrm>
        </p:spPr>
        <p:txBody>
          <a:bodyPr anchor="t">
            <a:normAutofit/>
          </a:bodyPr>
          <a:lstStyle>
            <a:lvl1pPr>
              <a:defRPr sz="4000">
                <a:solidFill>
                  <a:schemeClr val="tx1"/>
                </a:solidFill>
              </a:defRPr>
            </a:lvl1pPr>
          </a:lstStyle>
          <a:p>
            <a:r>
              <a:rPr lang="fr-FR" dirty="0"/>
              <a:t>Ici votre citation qui peut être sur plusieurs lignes ’’ </a:t>
            </a:r>
          </a:p>
        </p:txBody>
      </p:sp>
      <p:sp>
        <p:nvSpPr>
          <p:cNvPr id="11" name="Rectangle 10"/>
          <p:cNvSpPr/>
          <p:nvPr userDrawn="1"/>
        </p:nvSpPr>
        <p:spPr>
          <a:xfrm>
            <a:off x="623888" y="6295812"/>
            <a:ext cx="12198416"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tx2"/>
                </a:solidFill>
              </a:rPr>
              <a:t>CONFIDENTIEL</a:t>
            </a:r>
            <a:r>
              <a:rPr lang="fr-FR" sz="1200" baseline="0" dirty="0">
                <a:solidFill>
                  <a:schemeClr val="tx2"/>
                </a:solidFill>
              </a:rPr>
              <a:t> PROJET </a:t>
            </a:r>
            <a:r>
              <a:rPr lang="fr-FR" sz="1200" dirty="0">
                <a:solidFill>
                  <a:schemeClr val="tx2"/>
                </a:solidFill>
              </a:rPr>
              <a:t>– </a:t>
            </a:r>
            <a:r>
              <a:rPr lang="fr-FR" sz="1100" kern="1200" dirty="0">
                <a:solidFill>
                  <a:schemeClr val="tx2"/>
                </a:solidFill>
                <a:effectLst/>
                <a:latin typeface="+mn-lt"/>
                <a:ea typeface="+mn-ea"/>
                <a:cs typeface="+mn-cs"/>
              </a:rPr>
              <a:t>Ce document est la propriété du CEA et ne peut être utilisé, reproduit ou communiqué en dehors du CEA sans l’accord de son émetteur.</a:t>
            </a:r>
          </a:p>
          <a:p>
            <a:r>
              <a:rPr lang="fr-FR" sz="1200" dirty="0">
                <a:solidFill>
                  <a:schemeClr val="bg1">
                    <a:lumMod val="50000"/>
                  </a:schemeClr>
                </a:solidFill>
              </a:rPr>
              <a:t>Nom Projet - Chrono Livrable (A modifier dans le</a:t>
            </a:r>
            <a:r>
              <a:rPr lang="fr-FR" sz="1200" baseline="0" dirty="0">
                <a:solidFill>
                  <a:schemeClr val="bg1">
                    <a:lumMod val="50000"/>
                  </a:schemeClr>
                </a:solidFill>
              </a:rPr>
              <a:t> mode masque)</a:t>
            </a:r>
            <a:endParaRPr lang="fr-FR" sz="1200" dirty="0">
              <a:solidFill>
                <a:schemeClr val="bg1">
                  <a:lumMod val="50000"/>
                </a:schemeClr>
              </a:solidFill>
            </a:endParaRPr>
          </a:p>
        </p:txBody>
      </p:sp>
      <p:sp>
        <p:nvSpPr>
          <p:cNvPr id="12" name="ZoneTexte 11"/>
          <p:cNvSpPr txBox="1"/>
          <p:nvPr userDrawn="1"/>
        </p:nvSpPr>
        <p:spPr>
          <a:xfrm>
            <a:off x="4566000" y="0"/>
            <a:ext cx="3060000" cy="360000"/>
          </a:xfrm>
          <a:prstGeom prst="rect">
            <a:avLst/>
          </a:prstGeom>
          <a:solidFill>
            <a:schemeClr val="bg1"/>
          </a:solidFill>
          <a:ln w="28575">
            <a:solidFill>
              <a:schemeClr val="tx2"/>
            </a:solidFill>
          </a:ln>
        </p:spPr>
        <p:txBody>
          <a:bodyPr wrap="square" rtlCol="0">
            <a:spAutoFit/>
          </a:bodyPr>
          <a:lstStyle/>
          <a:p>
            <a:pPr algn="ctr"/>
            <a:r>
              <a:rPr lang="fr-FR" b="1" dirty="0">
                <a:solidFill>
                  <a:schemeClr val="tx2"/>
                </a:solidFill>
              </a:rPr>
              <a:t>CONFIDENTIEL PROJET</a:t>
            </a:r>
          </a:p>
        </p:txBody>
      </p:sp>
    </p:spTree>
    <p:extLst>
      <p:ext uri="{BB962C8B-B14F-4D97-AF65-F5344CB8AC3E}">
        <p14:creationId xmlns:p14="http://schemas.microsoft.com/office/powerpoint/2010/main" val="421136197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itation Gri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2B122C-7C32-00D5-5677-35CC8ABC8223}"/>
              </a:ext>
            </a:extLst>
          </p:cNvPr>
          <p:cNvSpPr/>
          <p:nvPr userDrawn="1"/>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dirty="0"/>
          </a:p>
        </p:txBody>
      </p:sp>
      <p:sp>
        <p:nvSpPr>
          <p:cNvPr id="29" name="ZoneTexte 28">
            <a:extLst>
              <a:ext uri="{FF2B5EF4-FFF2-40B4-BE49-F238E27FC236}">
                <a16:creationId xmlns:a16="http://schemas.microsoft.com/office/drawing/2014/main" id="{BC10BA36-642C-D18A-73B5-1652743A0484}"/>
              </a:ext>
            </a:extLst>
          </p:cNvPr>
          <p:cNvSpPr txBox="1"/>
          <p:nvPr userDrawn="1"/>
        </p:nvSpPr>
        <p:spPr>
          <a:xfrm>
            <a:off x="-101600" y="-276999"/>
            <a:ext cx="12192000" cy="461665"/>
          </a:xfrm>
          <a:prstGeom prst="rect">
            <a:avLst/>
          </a:prstGeom>
          <a:noFill/>
        </p:spPr>
        <p:txBody>
          <a:bodyPr wrap="square" rtlCol="0">
            <a:spAutoFit/>
          </a:bodyPr>
          <a:lstStyle/>
          <a:p>
            <a:r>
              <a:rPr lang="fr-FR" sz="1200" dirty="0">
                <a:solidFill>
                  <a:schemeClr val="bg1">
                    <a:lumMod val="50000"/>
                  </a:schemeClr>
                </a:solidFill>
              </a:rPr>
              <a:t>Disposition : Citation Gris</a:t>
            </a:r>
          </a:p>
          <a:p>
            <a:endParaRPr lang="fr-FR" sz="1200" dirty="0">
              <a:solidFill>
                <a:schemeClr val="bg1">
                  <a:lumMod val="50000"/>
                </a:schemeClr>
              </a:solidFill>
            </a:endParaRPr>
          </a:p>
        </p:txBody>
      </p:sp>
      <p:sp>
        <p:nvSpPr>
          <p:cNvPr id="13" name="ZoneTexte 12">
            <a:extLst>
              <a:ext uri="{FF2B5EF4-FFF2-40B4-BE49-F238E27FC236}">
                <a16:creationId xmlns:a16="http://schemas.microsoft.com/office/drawing/2014/main" id="{00475712-48BB-EC3B-E6C3-3284AF014AB8}"/>
              </a:ext>
            </a:extLst>
          </p:cNvPr>
          <p:cNvSpPr txBox="1"/>
          <p:nvPr userDrawn="1"/>
        </p:nvSpPr>
        <p:spPr>
          <a:xfrm>
            <a:off x="327692" y="1548040"/>
            <a:ext cx="1325468" cy="2169825"/>
          </a:xfrm>
          <a:prstGeom prst="rect">
            <a:avLst/>
          </a:prstGeom>
          <a:noFill/>
        </p:spPr>
        <p:txBody>
          <a:bodyPr wrap="square" rtlCol="0">
            <a:spAutoFit/>
          </a:bodyPr>
          <a:lstStyle/>
          <a:p>
            <a:pPr algn="r"/>
            <a:r>
              <a:rPr lang="fr-FR" sz="13500" dirty="0">
                <a:solidFill>
                  <a:schemeClr val="bg1"/>
                </a:solidFill>
                <a:latin typeface="+mj-lt"/>
              </a:rPr>
              <a:t>“</a:t>
            </a:r>
          </a:p>
        </p:txBody>
      </p:sp>
      <p:sp>
        <p:nvSpPr>
          <p:cNvPr id="15" name="ZoneTexte 14">
            <a:extLst>
              <a:ext uri="{FF2B5EF4-FFF2-40B4-BE49-F238E27FC236}">
                <a16:creationId xmlns:a16="http://schemas.microsoft.com/office/drawing/2014/main" id="{19AF9AF5-2FC3-0945-F0DB-EE6D50A5F6C8}"/>
              </a:ext>
            </a:extLst>
          </p:cNvPr>
          <p:cNvSpPr txBox="1"/>
          <p:nvPr userDrawn="1"/>
        </p:nvSpPr>
        <p:spPr>
          <a:xfrm>
            <a:off x="-101600" y="6858000"/>
            <a:ext cx="12192000" cy="461665"/>
          </a:xfrm>
          <a:prstGeom prst="rect">
            <a:avLst/>
          </a:prstGeom>
          <a:noFill/>
        </p:spPr>
        <p:txBody>
          <a:bodyPr wrap="square" rtlCol="0">
            <a:spAutoFit/>
          </a:bodyPr>
          <a:lstStyle/>
          <a:p>
            <a:r>
              <a:rPr lang="fr-FR" sz="1200" dirty="0">
                <a:solidFill>
                  <a:schemeClr val="bg1">
                    <a:lumMod val="50000"/>
                  </a:schemeClr>
                </a:solidFill>
              </a:rPr>
              <a:t>Astuce :Pour fermer les guillemets de fin de citation ajoutez 2 apostrophes à la fin de votre texte (touche [4] du clavier)</a:t>
            </a:r>
          </a:p>
          <a:p>
            <a:endParaRPr lang="fr-FR" sz="1200" dirty="0">
              <a:solidFill>
                <a:schemeClr val="bg1">
                  <a:lumMod val="50000"/>
                </a:schemeClr>
              </a:solidFill>
            </a:endParaRPr>
          </a:p>
        </p:txBody>
      </p:sp>
      <p:pic>
        <p:nvPicPr>
          <p:cNvPr id="14" name="Image 13">
            <a:extLst>
              <a:ext uri="{FF2B5EF4-FFF2-40B4-BE49-F238E27FC236}">
                <a16:creationId xmlns:a16="http://schemas.microsoft.com/office/drawing/2014/main" id="{2E000BD1-941E-96DB-8740-6C7D2BD0EE7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9791" r="39816"/>
          <a:stretch/>
        </p:blipFill>
        <p:spPr>
          <a:xfrm>
            <a:off x="9369599" y="0"/>
            <a:ext cx="2822401" cy="2475345"/>
          </a:xfrm>
          <a:prstGeom prst="rect">
            <a:avLst/>
          </a:prstGeom>
        </p:spPr>
      </p:pic>
      <p:pic>
        <p:nvPicPr>
          <p:cNvPr id="16" name="Logo CEA">
            <a:extLst>
              <a:ext uri="{FF2B5EF4-FFF2-40B4-BE49-F238E27FC236}">
                <a16:creationId xmlns:a16="http://schemas.microsoft.com/office/drawing/2014/main" id="{87F05716-C695-E053-1C8E-FF8171756741}"/>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57897" y="6343650"/>
            <a:ext cx="365991" cy="365991"/>
          </a:xfrm>
          <a:prstGeom prst="rect">
            <a:avLst/>
          </a:prstGeom>
        </p:spPr>
      </p:pic>
      <p:sp>
        <p:nvSpPr>
          <p:cNvPr id="8" name="Espace réservé du texte 2">
            <a:extLst>
              <a:ext uri="{FF2B5EF4-FFF2-40B4-BE49-F238E27FC236}">
                <a16:creationId xmlns:a16="http://schemas.microsoft.com/office/drawing/2014/main" id="{5E9AB1AA-33F6-3FFD-8F1A-9BB4B728DF31}"/>
              </a:ext>
            </a:extLst>
          </p:cNvPr>
          <p:cNvSpPr>
            <a:spLocks noGrp="1"/>
          </p:cNvSpPr>
          <p:nvPr>
            <p:ph type="body" idx="1" hasCustomPrompt="1"/>
          </p:nvPr>
        </p:nvSpPr>
        <p:spPr>
          <a:xfrm>
            <a:off x="1734459" y="4702629"/>
            <a:ext cx="7380000" cy="504372"/>
          </a:xfrm>
        </p:spPr>
        <p:txBody>
          <a:bodyPr anchor="t">
            <a:normAutofit/>
          </a:bodyPr>
          <a:lstStyle>
            <a:lvl1pPr marL="0" indent="0" algn="r">
              <a:buNone/>
              <a:defRPr sz="1800" i="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Ici l’auteur de la citation</a:t>
            </a:r>
          </a:p>
        </p:txBody>
      </p:sp>
      <p:sp>
        <p:nvSpPr>
          <p:cNvPr id="9" name="Titre 1">
            <a:extLst>
              <a:ext uri="{FF2B5EF4-FFF2-40B4-BE49-F238E27FC236}">
                <a16:creationId xmlns:a16="http://schemas.microsoft.com/office/drawing/2014/main" id="{1EB622B9-FCAB-DF76-D3A8-8B7A3392A585}"/>
              </a:ext>
            </a:extLst>
          </p:cNvPr>
          <p:cNvSpPr>
            <a:spLocks noGrp="1"/>
          </p:cNvSpPr>
          <p:nvPr>
            <p:ph type="title" hasCustomPrompt="1"/>
          </p:nvPr>
        </p:nvSpPr>
        <p:spPr>
          <a:xfrm>
            <a:off x="1734459" y="2171700"/>
            <a:ext cx="7380000" cy="2400300"/>
          </a:xfrm>
        </p:spPr>
        <p:txBody>
          <a:bodyPr anchor="t">
            <a:normAutofit/>
          </a:bodyPr>
          <a:lstStyle>
            <a:lvl1pPr>
              <a:defRPr sz="4000">
                <a:solidFill>
                  <a:schemeClr val="bg1"/>
                </a:solidFill>
              </a:defRPr>
            </a:lvl1pPr>
          </a:lstStyle>
          <a:p>
            <a:r>
              <a:rPr lang="fr-FR" dirty="0"/>
              <a:t>Ici votre citation qui peut être sur plusieurs lignes ’’ </a:t>
            </a:r>
          </a:p>
        </p:txBody>
      </p:sp>
      <p:sp>
        <p:nvSpPr>
          <p:cNvPr id="11" name="Rectangle 10"/>
          <p:cNvSpPr/>
          <p:nvPr userDrawn="1"/>
        </p:nvSpPr>
        <p:spPr>
          <a:xfrm>
            <a:off x="623888" y="6295812"/>
            <a:ext cx="12198416"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bg1"/>
                </a:solidFill>
              </a:rPr>
              <a:t>CONFIDENTIEL</a:t>
            </a:r>
            <a:r>
              <a:rPr lang="fr-FR" sz="1200" baseline="0" dirty="0">
                <a:solidFill>
                  <a:schemeClr val="bg1"/>
                </a:solidFill>
              </a:rPr>
              <a:t> PROJET </a:t>
            </a:r>
            <a:r>
              <a:rPr lang="fr-FR" sz="1200" dirty="0">
                <a:solidFill>
                  <a:schemeClr val="bg1"/>
                </a:solidFill>
              </a:rPr>
              <a:t>– </a:t>
            </a:r>
            <a:r>
              <a:rPr lang="fr-FR" sz="1100" kern="1200" dirty="0">
                <a:solidFill>
                  <a:schemeClr val="bg1"/>
                </a:solidFill>
                <a:effectLst/>
                <a:latin typeface="+mn-lt"/>
                <a:ea typeface="+mn-ea"/>
                <a:cs typeface="+mn-cs"/>
              </a:rPr>
              <a:t>Ce document est la propriété du CEA et ne peut être utilisé, reproduit ou communiqué en dehors du CEA sans l’accord de son émetteur.</a:t>
            </a:r>
          </a:p>
          <a:p>
            <a:r>
              <a:rPr lang="fr-FR" sz="1200" dirty="0">
                <a:solidFill>
                  <a:schemeClr val="bg1"/>
                </a:solidFill>
              </a:rPr>
              <a:t>Nom Projet - Chrono Livrable (A modifier dans le</a:t>
            </a:r>
            <a:r>
              <a:rPr lang="fr-FR" sz="1200" baseline="0" dirty="0">
                <a:solidFill>
                  <a:schemeClr val="bg1"/>
                </a:solidFill>
              </a:rPr>
              <a:t> mode masque)</a:t>
            </a:r>
            <a:endParaRPr lang="fr-FR" sz="1200" dirty="0">
              <a:solidFill>
                <a:schemeClr val="bg1"/>
              </a:solidFill>
            </a:endParaRPr>
          </a:p>
        </p:txBody>
      </p:sp>
      <p:sp>
        <p:nvSpPr>
          <p:cNvPr id="12" name="ZoneTexte 11"/>
          <p:cNvSpPr txBox="1"/>
          <p:nvPr userDrawn="1"/>
        </p:nvSpPr>
        <p:spPr>
          <a:xfrm>
            <a:off x="4566000" y="0"/>
            <a:ext cx="3060000" cy="360000"/>
          </a:xfrm>
          <a:prstGeom prst="rect">
            <a:avLst/>
          </a:prstGeom>
          <a:solidFill>
            <a:schemeClr val="bg1"/>
          </a:solidFill>
          <a:ln w="28575">
            <a:solidFill>
              <a:schemeClr val="tx2"/>
            </a:solidFill>
          </a:ln>
        </p:spPr>
        <p:txBody>
          <a:bodyPr wrap="square" rtlCol="0">
            <a:spAutoFit/>
          </a:bodyPr>
          <a:lstStyle/>
          <a:p>
            <a:pPr algn="ctr"/>
            <a:r>
              <a:rPr lang="fr-FR" b="1" dirty="0">
                <a:solidFill>
                  <a:schemeClr val="tx2"/>
                </a:solidFill>
              </a:rPr>
              <a:t>CONFIDENTIEL PROJET</a:t>
            </a:r>
          </a:p>
        </p:txBody>
      </p:sp>
    </p:spTree>
    <p:extLst>
      <p:ext uri="{BB962C8B-B14F-4D97-AF65-F5344CB8AC3E}">
        <p14:creationId xmlns:p14="http://schemas.microsoft.com/office/powerpoint/2010/main" val="259269753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Visuel citation">
    <p:spTree>
      <p:nvGrpSpPr>
        <p:cNvPr id="1" name=""/>
        <p:cNvGrpSpPr/>
        <p:nvPr/>
      </p:nvGrpSpPr>
      <p:grpSpPr>
        <a:xfrm>
          <a:off x="0" y="0"/>
          <a:ext cx="0" cy="0"/>
          <a:chOff x="0" y="0"/>
          <a:chExt cx="0" cy="0"/>
        </a:xfrm>
      </p:grpSpPr>
      <p:grpSp>
        <p:nvGrpSpPr>
          <p:cNvPr id="19" name="Groupe 18">
            <a:extLst>
              <a:ext uri="{FF2B5EF4-FFF2-40B4-BE49-F238E27FC236}">
                <a16:creationId xmlns:a16="http://schemas.microsoft.com/office/drawing/2014/main" id="{75131BF9-1179-4373-984B-3BA3810DA921}"/>
              </a:ext>
            </a:extLst>
          </p:cNvPr>
          <p:cNvGrpSpPr/>
          <p:nvPr userDrawn="1"/>
        </p:nvGrpSpPr>
        <p:grpSpPr>
          <a:xfrm>
            <a:off x="206373" y="6296024"/>
            <a:ext cx="468000" cy="468000"/>
            <a:chOff x="206373" y="6296024"/>
            <a:chExt cx="468000" cy="468000"/>
          </a:xfrm>
        </p:grpSpPr>
        <p:sp>
          <p:nvSpPr>
            <p:cNvPr id="20" name="Rectangle 19">
              <a:extLst>
                <a:ext uri="{FF2B5EF4-FFF2-40B4-BE49-F238E27FC236}">
                  <a16:creationId xmlns:a16="http://schemas.microsoft.com/office/drawing/2014/main" id="{26D7E0A0-6204-A96D-17C4-F1F3019C9994}"/>
                </a:ext>
              </a:extLst>
            </p:cNvPr>
            <p:cNvSpPr/>
            <p:nvPr userDrawn="1"/>
          </p:nvSpPr>
          <p:spPr>
            <a:xfrm>
              <a:off x="206373" y="6296024"/>
              <a:ext cx="468000" cy="46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08000" rIns="144000" bIns="144000" rtlCol="0" anchor="ctr">
              <a:spAutoFit/>
            </a:bodyPr>
            <a:lstStyle/>
            <a:p>
              <a:pPr algn="ctr"/>
              <a:endParaRPr lang="fr-FR" dirty="0"/>
            </a:p>
          </p:txBody>
        </p:sp>
        <p:pic>
          <p:nvPicPr>
            <p:cNvPr id="21" name="Logo CEA">
              <a:extLst>
                <a:ext uri="{FF2B5EF4-FFF2-40B4-BE49-F238E27FC236}">
                  <a16:creationId xmlns:a16="http://schemas.microsoft.com/office/drawing/2014/main" id="{925ECDAD-C79A-E959-8415-90319293CF8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57897" y="6343650"/>
              <a:ext cx="365991" cy="365991"/>
            </a:xfrm>
            <a:prstGeom prst="rect">
              <a:avLst/>
            </a:prstGeom>
          </p:spPr>
        </p:pic>
      </p:grpSp>
      <p:sp>
        <p:nvSpPr>
          <p:cNvPr id="9" name="Espace réservé pour une image  8">
            <a:extLst>
              <a:ext uri="{FF2B5EF4-FFF2-40B4-BE49-F238E27FC236}">
                <a16:creationId xmlns:a16="http://schemas.microsoft.com/office/drawing/2014/main" id="{4C4230D1-9E7A-4F15-722D-49C58B4ED767}"/>
              </a:ext>
            </a:extLst>
          </p:cNvPr>
          <p:cNvSpPr>
            <a:spLocks noGrp="1"/>
          </p:cNvSpPr>
          <p:nvPr>
            <p:ph type="pic" sz="quarter" idx="13" hasCustomPrompt="1"/>
          </p:nvPr>
        </p:nvSpPr>
        <p:spPr>
          <a:xfrm>
            <a:off x="1" y="0"/>
            <a:ext cx="12192000" cy="6858000"/>
          </a:xfrm>
          <a:custGeom>
            <a:avLst/>
            <a:gdLst>
              <a:gd name="connsiteX0" fmla="*/ 257896 w 12192000"/>
              <a:gd name="connsiteY0" fmla="*/ 6343650 h 6858000"/>
              <a:gd name="connsiteX1" fmla="*/ 257896 w 12192000"/>
              <a:gd name="connsiteY1" fmla="*/ 6707250 h 6858000"/>
              <a:gd name="connsiteX2" fmla="*/ 621496 w 12192000"/>
              <a:gd name="connsiteY2" fmla="*/ 6707250 h 6858000"/>
              <a:gd name="connsiteX3" fmla="*/ 621496 w 12192000"/>
              <a:gd name="connsiteY3" fmla="*/ 6343650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257896" y="6343650"/>
                </a:moveTo>
                <a:lnTo>
                  <a:pt x="257896" y="6707250"/>
                </a:lnTo>
                <a:lnTo>
                  <a:pt x="621496" y="6707250"/>
                </a:lnTo>
                <a:lnTo>
                  <a:pt x="621496" y="6343650"/>
                </a:lnTo>
                <a:close/>
                <a:moveTo>
                  <a:pt x="0" y="0"/>
                </a:moveTo>
                <a:lnTo>
                  <a:pt x="12192000" y="0"/>
                </a:lnTo>
                <a:lnTo>
                  <a:pt x="12192000" y="6858000"/>
                </a:lnTo>
                <a:lnTo>
                  <a:pt x="0" y="6858000"/>
                </a:lnTo>
                <a:close/>
              </a:path>
            </a:pathLst>
          </a:custGeom>
          <a:solidFill>
            <a:schemeClr val="bg1">
              <a:lumMod val="65000"/>
            </a:schemeClr>
          </a:solidFill>
        </p:spPr>
        <p:txBody>
          <a:bodyPr wrap="square" tIns="1872000">
            <a:noAutofit/>
          </a:bodyPr>
          <a:lstStyle>
            <a:lvl1pPr algn="ctr">
              <a:defRPr>
                <a:solidFill>
                  <a:schemeClr val="accent2">
                    <a:lumMod val="40000"/>
                    <a:lumOff val="60000"/>
                  </a:schemeClr>
                </a:solidFill>
              </a:defRPr>
            </a:lvl1pPr>
          </a:lstStyle>
          <a:p>
            <a:r>
              <a:rPr lang="fr-FR" dirty="0"/>
              <a:t>Insérez ou glissez votre image ici, puis placez votre image en arrière plan</a:t>
            </a:r>
          </a:p>
          <a:p>
            <a:endParaRPr lang="fr-FR" dirty="0"/>
          </a:p>
        </p:txBody>
      </p:sp>
      <p:sp>
        <p:nvSpPr>
          <p:cNvPr id="3" name="Espace réservé du texte 2">
            <a:extLst>
              <a:ext uri="{FF2B5EF4-FFF2-40B4-BE49-F238E27FC236}">
                <a16:creationId xmlns:a16="http://schemas.microsoft.com/office/drawing/2014/main" id="{5E8D3273-E080-F9CC-63A9-0032F5C40FC7}"/>
              </a:ext>
            </a:extLst>
          </p:cNvPr>
          <p:cNvSpPr>
            <a:spLocks noGrp="1"/>
          </p:cNvSpPr>
          <p:nvPr>
            <p:ph type="body" idx="1" hasCustomPrompt="1"/>
          </p:nvPr>
        </p:nvSpPr>
        <p:spPr>
          <a:xfrm>
            <a:off x="1683658" y="4702629"/>
            <a:ext cx="8323941" cy="504372"/>
          </a:xfrm>
        </p:spPr>
        <p:txBody>
          <a:bodyPr anchor="t">
            <a:normAutofit/>
          </a:bodyPr>
          <a:lstStyle>
            <a:lvl1pPr marL="0" indent="0" algn="r">
              <a:buNone/>
              <a:defRPr sz="1800" i="1">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dirty="0"/>
              <a:t>Ici l’auteur de la citation</a:t>
            </a:r>
          </a:p>
        </p:txBody>
      </p:sp>
      <p:sp>
        <p:nvSpPr>
          <p:cNvPr id="29" name="ZoneTexte 28">
            <a:extLst>
              <a:ext uri="{FF2B5EF4-FFF2-40B4-BE49-F238E27FC236}">
                <a16:creationId xmlns:a16="http://schemas.microsoft.com/office/drawing/2014/main" id="{BC10BA36-642C-D18A-73B5-1652743A0484}"/>
              </a:ext>
            </a:extLst>
          </p:cNvPr>
          <p:cNvSpPr txBox="1"/>
          <p:nvPr userDrawn="1"/>
        </p:nvSpPr>
        <p:spPr>
          <a:xfrm>
            <a:off x="-101600" y="-276999"/>
            <a:ext cx="12192000" cy="461665"/>
          </a:xfrm>
          <a:prstGeom prst="rect">
            <a:avLst/>
          </a:prstGeom>
          <a:noFill/>
        </p:spPr>
        <p:txBody>
          <a:bodyPr wrap="square" rtlCol="0">
            <a:spAutoFit/>
          </a:bodyPr>
          <a:lstStyle/>
          <a:p>
            <a:r>
              <a:rPr lang="fr-FR" sz="1200" dirty="0">
                <a:solidFill>
                  <a:schemeClr val="bg1">
                    <a:lumMod val="50000"/>
                  </a:schemeClr>
                </a:solidFill>
              </a:rPr>
              <a:t>Disposition : Visuel citation</a:t>
            </a:r>
          </a:p>
          <a:p>
            <a:endParaRPr lang="fr-FR" sz="1200" dirty="0">
              <a:solidFill>
                <a:schemeClr val="bg1">
                  <a:lumMod val="50000"/>
                </a:schemeClr>
              </a:solidFill>
            </a:endParaRPr>
          </a:p>
        </p:txBody>
      </p:sp>
      <p:sp>
        <p:nvSpPr>
          <p:cNvPr id="2" name="Titre 1">
            <a:extLst>
              <a:ext uri="{FF2B5EF4-FFF2-40B4-BE49-F238E27FC236}">
                <a16:creationId xmlns:a16="http://schemas.microsoft.com/office/drawing/2014/main" id="{2C297F72-9AE9-FCA1-E35C-172594739B42}"/>
              </a:ext>
            </a:extLst>
          </p:cNvPr>
          <p:cNvSpPr>
            <a:spLocks noGrp="1"/>
          </p:cNvSpPr>
          <p:nvPr>
            <p:ph type="title" hasCustomPrompt="1"/>
          </p:nvPr>
        </p:nvSpPr>
        <p:spPr>
          <a:xfrm>
            <a:off x="1683658" y="1714500"/>
            <a:ext cx="8323941" cy="2857500"/>
          </a:xfrm>
        </p:spPr>
        <p:txBody>
          <a:bodyPr tIns="468000" anchor="b">
            <a:normAutofit/>
          </a:bodyPr>
          <a:lstStyle>
            <a:lvl1pPr marL="571500" indent="-571500">
              <a:buSzPct val="200000"/>
              <a:buFont typeface="Arial Black" panose="020B0A04020102020204" pitchFamily="34" charset="0"/>
              <a:buChar char="“"/>
              <a:defRPr sz="4000">
                <a:solidFill>
                  <a:schemeClr val="bg1"/>
                </a:solidFill>
              </a:defRPr>
            </a:lvl1pPr>
          </a:lstStyle>
          <a:p>
            <a:r>
              <a:rPr lang="fr-FR" dirty="0"/>
              <a:t>Ici votre citation qui peut être sur plusieurs lignes ’’ </a:t>
            </a:r>
          </a:p>
        </p:txBody>
      </p:sp>
      <p:sp>
        <p:nvSpPr>
          <p:cNvPr id="15" name="ZoneTexte 14">
            <a:extLst>
              <a:ext uri="{FF2B5EF4-FFF2-40B4-BE49-F238E27FC236}">
                <a16:creationId xmlns:a16="http://schemas.microsoft.com/office/drawing/2014/main" id="{19AF9AF5-2FC3-0945-F0DB-EE6D50A5F6C8}"/>
              </a:ext>
            </a:extLst>
          </p:cNvPr>
          <p:cNvSpPr txBox="1"/>
          <p:nvPr userDrawn="1"/>
        </p:nvSpPr>
        <p:spPr>
          <a:xfrm>
            <a:off x="-101600" y="6858000"/>
            <a:ext cx="12192000" cy="646331"/>
          </a:xfrm>
          <a:prstGeom prst="rect">
            <a:avLst/>
          </a:prstGeom>
          <a:noFill/>
        </p:spPr>
        <p:txBody>
          <a:bodyPr wrap="square" rtlCol="0">
            <a:spAutoFit/>
          </a:bodyPr>
          <a:lstStyle/>
          <a:p>
            <a:r>
              <a:rPr lang="fr-FR" sz="1200" dirty="0">
                <a:solidFill>
                  <a:schemeClr val="bg1">
                    <a:lumMod val="50000"/>
                  </a:schemeClr>
                </a:solidFill>
              </a:rPr>
              <a:t>Astuce :Pour fermer les guillemets de fin de citation ajoutez 2 apostrophes à la fin de votre texte (touche [4] du clavier)</a:t>
            </a:r>
          </a:p>
          <a:p>
            <a:r>
              <a:rPr lang="fr-FR" sz="1200" dirty="0">
                <a:solidFill>
                  <a:schemeClr val="bg1">
                    <a:lumMod val="50000"/>
                  </a:schemeClr>
                </a:solidFill>
              </a:rPr>
              <a:t>Astuce :Après avoir insérez votre image, placez celle-ci en arrière plan : Clic droit + « Arrière plan »</a:t>
            </a:r>
          </a:p>
          <a:p>
            <a:r>
              <a:rPr lang="fr-FR" sz="1200" dirty="0">
                <a:solidFill>
                  <a:schemeClr val="bg1">
                    <a:lumMod val="50000"/>
                  </a:schemeClr>
                </a:solidFill>
              </a:rPr>
              <a:t>Astuce :Après avoir insérez votre image, adaptez si besoin la couleur du texte en fonction de celle-ci</a:t>
            </a:r>
          </a:p>
        </p:txBody>
      </p:sp>
      <p:sp>
        <p:nvSpPr>
          <p:cNvPr id="11" name="Rectangle 10"/>
          <p:cNvSpPr/>
          <p:nvPr userDrawn="1"/>
        </p:nvSpPr>
        <p:spPr>
          <a:xfrm>
            <a:off x="623888" y="6295812"/>
            <a:ext cx="12198416"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tx2"/>
                </a:solidFill>
              </a:rPr>
              <a:t>CONFIDENTIEL</a:t>
            </a:r>
            <a:r>
              <a:rPr lang="fr-FR" sz="1200" baseline="0" dirty="0">
                <a:solidFill>
                  <a:schemeClr val="tx2"/>
                </a:solidFill>
              </a:rPr>
              <a:t> PROJET </a:t>
            </a:r>
            <a:r>
              <a:rPr lang="fr-FR" sz="1200" dirty="0">
                <a:solidFill>
                  <a:schemeClr val="tx2"/>
                </a:solidFill>
              </a:rPr>
              <a:t>– </a:t>
            </a:r>
            <a:r>
              <a:rPr lang="fr-FR" sz="1100" kern="1200" dirty="0">
                <a:solidFill>
                  <a:schemeClr val="tx2"/>
                </a:solidFill>
                <a:effectLst/>
                <a:latin typeface="+mn-lt"/>
                <a:ea typeface="+mn-ea"/>
                <a:cs typeface="+mn-cs"/>
              </a:rPr>
              <a:t>Ce document est la propriété du CEA et ne peut être utilisé, reproduit ou communiqué en dehors du CEA sans l’accord de son émetteur.</a:t>
            </a:r>
          </a:p>
          <a:p>
            <a:r>
              <a:rPr lang="fr-FR" sz="1200" dirty="0">
                <a:solidFill>
                  <a:schemeClr val="bg1"/>
                </a:solidFill>
              </a:rPr>
              <a:t>Nom Projet - Chrono Livrable (A modifier dans le</a:t>
            </a:r>
            <a:r>
              <a:rPr lang="fr-FR" sz="1200" baseline="0" dirty="0">
                <a:solidFill>
                  <a:schemeClr val="bg1"/>
                </a:solidFill>
              </a:rPr>
              <a:t> mode masque)</a:t>
            </a:r>
            <a:endParaRPr lang="fr-FR" sz="1200" dirty="0">
              <a:solidFill>
                <a:schemeClr val="bg1"/>
              </a:solidFill>
            </a:endParaRPr>
          </a:p>
        </p:txBody>
      </p:sp>
      <p:sp>
        <p:nvSpPr>
          <p:cNvPr id="12" name="ZoneTexte 11"/>
          <p:cNvSpPr txBox="1"/>
          <p:nvPr userDrawn="1"/>
        </p:nvSpPr>
        <p:spPr>
          <a:xfrm>
            <a:off x="4566000" y="0"/>
            <a:ext cx="3060000" cy="360000"/>
          </a:xfrm>
          <a:prstGeom prst="rect">
            <a:avLst/>
          </a:prstGeom>
          <a:solidFill>
            <a:schemeClr val="bg1"/>
          </a:solidFill>
          <a:ln w="28575">
            <a:solidFill>
              <a:schemeClr val="tx2"/>
            </a:solidFill>
          </a:ln>
        </p:spPr>
        <p:txBody>
          <a:bodyPr wrap="square" rtlCol="0">
            <a:spAutoFit/>
          </a:bodyPr>
          <a:lstStyle/>
          <a:p>
            <a:pPr algn="ctr"/>
            <a:r>
              <a:rPr lang="fr-FR" b="1" dirty="0">
                <a:solidFill>
                  <a:schemeClr val="tx2"/>
                </a:solidFill>
              </a:rPr>
              <a:t>CONFIDENTIEL PROJET</a:t>
            </a:r>
          </a:p>
        </p:txBody>
      </p:sp>
    </p:spTree>
    <p:extLst>
      <p:ext uri="{BB962C8B-B14F-4D97-AF65-F5344CB8AC3E}">
        <p14:creationId xmlns:p14="http://schemas.microsoft.com/office/powerpoint/2010/main" val="27875902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Visuel pleine page">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74F437C1-0C37-DF8E-EF64-2BA107BEFB2F}"/>
              </a:ext>
            </a:extLst>
          </p:cNvPr>
          <p:cNvGrpSpPr/>
          <p:nvPr userDrawn="1"/>
        </p:nvGrpSpPr>
        <p:grpSpPr>
          <a:xfrm>
            <a:off x="206373" y="6296024"/>
            <a:ext cx="468000" cy="468000"/>
            <a:chOff x="206373" y="6296024"/>
            <a:chExt cx="468000" cy="468000"/>
          </a:xfrm>
        </p:grpSpPr>
        <p:sp>
          <p:nvSpPr>
            <p:cNvPr id="12" name="Rectangle 11">
              <a:extLst>
                <a:ext uri="{FF2B5EF4-FFF2-40B4-BE49-F238E27FC236}">
                  <a16:creationId xmlns:a16="http://schemas.microsoft.com/office/drawing/2014/main" id="{19AF48E4-0EE8-3CC7-27AA-1591F5F46EA9}"/>
                </a:ext>
              </a:extLst>
            </p:cNvPr>
            <p:cNvSpPr/>
            <p:nvPr userDrawn="1"/>
          </p:nvSpPr>
          <p:spPr>
            <a:xfrm>
              <a:off x="206373" y="6296024"/>
              <a:ext cx="468000" cy="46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08000" rIns="144000" bIns="144000" rtlCol="0" anchor="ctr">
              <a:spAutoFit/>
            </a:bodyPr>
            <a:lstStyle/>
            <a:p>
              <a:pPr algn="ctr"/>
              <a:endParaRPr lang="fr-FR" dirty="0"/>
            </a:p>
          </p:txBody>
        </p:sp>
        <p:pic>
          <p:nvPicPr>
            <p:cNvPr id="13" name="Logo CEA">
              <a:extLst>
                <a:ext uri="{FF2B5EF4-FFF2-40B4-BE49-F238E27FC236}">
                  <a16:creationId xmlns:a16="http://schemas.microsoft.com/office/drawing/2014/main" id="{DFA7C964-126E-3D36-7408-04B6C0889C8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57897" y="6343650"/>
              <a:ext cx="365991" cy="365991"/>
            </a:xfrm>
            <a:prstGeom prst="rect">
              <a:avLst/>
            </a:prstGeom>
          </p:spPr>
        </p:pic>
      </p:grpSp>
      <p:sp>
        <p:nvSpPr>
          <p:cNvPr id="7" name="Espace réservé pour une image  6">
            <a:extLst>
              <a:ext uri="{FF2B5EF4-FFF2-40B4-BE49-F238E27FC236}">
                <a16:creationId xmlns:a16="http://schemas.microsoft.com/office/drawing/2014/main" id="{C5DB15CE-1737-19C7-773E-184AB58648CC}"/>
              </a:ext>
            </a:extLst>
          </p:cNvPr>
          <p:cNvSpPr>
            <a:spLocks noGrp="1"/>
          </p:cNvSpPr>
          <p:nvPr>
            <p:ph type="pic" sz="quarter" idx="13" hasCustomPrompt="1"/>
          </p:nvPr>
        </p:nvSpPr>
        <p:spPr>
          <a:xfrm>
            <a:off x="0" y="0"/>
            <a:ext cx="12192000" cy="6858000"/>
          </a:xfrm>
          <a:custGeom>
            <a:avLst/>
            <a:gdLst>
              <a:gd name="connsiteX0" fmla="*/ 257897 w 12192000"/>
              <a:gd name="connsiteY0" fmla="*/ 6343650 h 6858000"/>
              <a:gd name="connsiteX1" fmla="*/ 257897 w 12192000"/>
              <a:gd name="connsiteY1" fmla="*/ 6707250 h 6858000"/>
              <a:gd name="connsiteX2" fmla="*/ 621497 w 12192000"/>
              <a:gd name="connsiteY2" fmla="*/ 6707250 h 6858000"/>
              <a:gd name="connsiteX3" fmla="*/ 621497 w 12192000"/>
              <a:gd name="connsiteY3" fmla="*/ 6343650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257897" y="6343650"/>
                </a:moveTo>
                <a:lnTo>
                  <a:pt x="257897" y="6707250"/>
                </a:lnTo>
                <a:lnTo>
                  <a:pt x="621497" y="6707250"/>
                </a:lnTo>
                <a:lnTo>
                  <a:pt x="621497" y="6343650"/>
                </a:lnTo>
                <a:close/>
                <a:moveTo>
                  <a:pt x="0" y="0"/>
                </a:moveTo>
                <a:lnTo>
                  <a:pt x="12192000" y="0"/>
                </a:lnTo>
                <a:lnTo>
                  <a:pt x="12192000" y="6858000"/>
                </a:lnTo>
                <a:lnTo>
                  <a:pt x="0" y="6858000"/>
                </a:lnTo>
                <a:close/>
              </a:path>
            </a:pathLst>
          </a:custGeom>
          <a:solidFill>
            <a:schemeClr val="bg1">
              <a:lumMod val="65000"/>
            </a:schemeClr>
          </a:solidFill>
        </p:spPr>
        <p:txBody>
          <a:bodyPr wrap="square" tIns="1872000">
            <a:noAutofit/>
          </a:bodyPr>
          <a:lstStyle>
            <a:lvl1pPr algn="ctr">
              <a:defRPr>
                <a:solidFill>
                  <a:schemeClr val="accent2">
                    <a:lumMod val="40000"/>
                    <a:lumOff val="60000"/>
                  </a:schemeClr>
                </a:solidFill>
              </a:defRPr>
            </a:lvl1pPr>
          </a:lstStyle>
          <a:p>
            <a:r>
              <a:rPr lang="fr-FR" dirty="0"/>
              <a:t>Insérez ou glissez votre image ici, puis placez votre image en arrière plan</a:t>
            </a:r>
          </a:p>
          <a:p>
            <a:endParaRPr lang="fr-FR" dirty="0"/>
          </a:p>
        </p:txBody>
      </p:sp>
      <p:sp>
        <p:nvSpPr>
          <p:cNvPr id="29" name="ZoneTexte 28">
            <a:extLst>
              <a:ext uri="{FF2B5EF4-FFF2-40B4-BE49-F238E27FC236}">
                <a16:creationId xmlns:a16="http://schemas.microsoft.com/office/drawing/2014/main" id="{BC10BA36-642C-D18A-73B5-1652743A0484}"/>
              </a:ext>
            </a:extLst>
          </p:cNvPr>
          <p:cNvSpPr txBox="1"/>
          <p:nvPr userDrawn="1"/>
        </p:nvSpPr>
        <p:spPr>
          <a:xfrm>
            <a:off x="-101600" y="-276999"/>
            <a:ext cx="12192000" cy="461665"/>
          </a:xfrm>
          <a:prstGeom prst="rect">
            <a:avLst/>
          </a:prstGeom>
          <a:noFill/>
        </p:spPr>
        <p:txBody>
          <a:bodyPr wrap="square" rtlCol="0">
            <a:spAutoFit/>
          </a:bodyPr>
          <a:lstStyle/>
          <a:p>
            <a:r>
              <a:rPr lang="fr-FR" sz="1200" dirty="0">
                <a:solidFill>
                  <a:schemeClr val="bg1">
                    <a:lumMod val="50000"/>
                  </a:schemeClr>
                </a:solidFill>
              </a:rPr>
              <a:t>Disposition : Visuel pleine page</a:t>
            </a:r>
          </a:p>
          <a:p>
            <a:endParaRPr lang="fr-FR" sz="1200" dirty="0">
              <a:solidFill>
                <a:schemeClr val="bg1">
                  <a:lumMod val="50000"/>
                </a:schemeClr>
              </a:solidFill>
            </a:endParaRPr>
          </a:p>
        </p:txBody>
      </p:sp>
      <p:sp>
        <p:nvSpPr>
          <p:cNvPr id="15" name="ZoneTexte 14">
            <a:extLst>
              <a:ext uri="{FF2B5EF4-FFF2-40B4-BE49-F238E27FC236}">
                <a16:creationId xmlns:a16="http://schemas.microsoft.com/office/drawing/2014/main" id="{19AF9AF5-2FC3-0945-F0DB-EE6D50A5F6C8}"/>
              </a:ext>
            </a:extLst>
          </p:cNvPr>
          <p:cNvSpPr txBox="1"/>
          <p:nvPr userDrawn="1"/>
        </p:nvSpPr>
        <p:spPr>
          <a:xfrm>
            <a:off x="-101600" y="6858000"/>
            <a:ext cx="12192000" cy="461665"/>
          </a:xfrm>
          <a:prstGeom prst="rect">
            <a:avLst/>
          </a:prstGeom>
          <a:noFill/>
        </p:spPr>
        <p:txBody>
          <a:bodyPr wrap="square" rtlCol="0">
            <a:spAutoFit/>
          </a:bodyPr>
          <a:lstStyle/>
          <a:p>
            <a:r>
              <a:rPr lang="fr-FR" sz="1200" dirty="0">
                <a:solidFill>
                  <a:schemeClr val="bg1">
                    <a:lumMod val="50000"/>
                  </a:schemeClr>
                </a:solidFill>
              </a:rPr>
              <a:t>Astuce :Après avoir insérez votre image, placez celle-ci en arrière plan : Clic droit + « Arrière plan »</a:t>
            </a:r>
          </a:p>
          <a:p>
            <a:endParaRPr lang="fr-FR" sz="1200" dirty="0">
              <a:solidFill>
                <a:schemeClr val="bg1">
                  <a:lumMod val="50000"/>
                </a:schemeClr>
              </a:solidFill>
            </a:endParaRPr>
          </a:p>
        </p:txBody>
      </p:sp>
      <p:sp>
        <p:nvSpPr>
          <p:cNvPr id="9" name="Rectangle 8"/>
          <p:cNvSpPr/>
          <p:nvPr userDrawn="1"/>
        </p:nvSpPr>
        <p:spPr>
          <a:xfrm>
            <a:off x="623888" y="6295812"/>
            <a:ext cx="12198416"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tx2"/>
                </a:solidFill>
              </a:rPr>
              <a:t>CONFIDENTIEL</a:t>
            </a:r>
            <a:r>
              <a:rPr lang="fr-FR" sz="1200" baseline="0" dirty="0">
                <a:solidFill>
                  <a:schemeClr val="tx2"/>
                </a:solidFill>
              </a:rPr>
              <a:t> PROJET </a:t>
            </a:r>
            <a:r>
              <a:rPr lang="fr-FR" sz="1200" dirty="0">
                <a:solidFill>
                  <a:schemeClr val="tx2"/>
                </a:solidFill>
              </a:rPr>
              <a:t>– </a:t>
            </a:r>
            <a:r>
              <a:rPr lang="fr-FR" sz="1100" kern="1200" dirty="0">
                <a:solidFill>
                  <a:schemeClr val="tx2"/>
                </a:solidFill>
                <a:effectLst/>
                <a:latin typeface="+mn-lt"/>
                <a:ea typeface="+mn-ea"/>
                <a:cs typeface="+mn-cs"/>
              </a:rPr>
              <a:t>Ce document est la propriété du CEA et ne peut être utilisé, reproduit ou communiqué en dehors du CEA sans l’accord de son émetteur.</a:t>
            </a:r>
          </a:p>
          <a:p>
            <a:r>
              <a:rPr lang="fr-FR" sz="1200" dirty="0">
                <a:solidFill>
                  <a:schemeClr val="bg1"/>
                </a:solidFill>
              </a:rPr>
              <a:t>Nom Projet - Chrono Livrable (A modifier dans le</a:t>
            </a:r>
            <a:r>
              <a:rPr lang="fr-FR" sz="1200" baseline="0" dirty="0">
                <a:solidFill>
                  <a:schemeClr val="bg1"/>
                </a:solidFill>
              </a:rPr>
              <a:t> mode masque)</a:t>
            </a:r>
            <a:endParaRPr lang="fr-FR" sz="1200" dirty="0">
              <a:solidFill>
                <a:schemeClr val="bg1"/>
              </a:solidFill>
            </a:endParaRPr>
          </a:p>
        </p:txBody>
      </p:sp>
      <p:sp>
        <p:nvSpPr>
          <p:cNvPr id="10" name="ZoneTexte 9"/>
          <p:cNvSpPr txBox="1"/>
          <p:nvPr userDrawn="1"/>
        </p:nvSpPr>
        <p:spPr>
          <a:xfrm>
            <a:off x="4566000" y="0"/>
            <a:ext cx="3060000" cy="360000"/>
          </a:xfrm>
          <a:prstGeom prst="rect">
            <a:avLst/>
          </a:prstGeom>
          <a:solidFill>
            <a:schemeClr val="bg1"/>
          </a:solidFill>
          <a:ln w="28575">
            <a:solidFill>
              <a:schemeClr val="tx2"/>
            </a:solidFill>
          </a:ln>
        </p:spPr>
        <p:txBody>
          <a:bodyPr wrap="square" rtlCol="0">
            <a:spAutoFit/>
          </a:bodyPr>
          <a:lstStyle/>
          <a:p>
            <a:pPr algn="ctr"/>
            <a:r>
              <a:rPr lang="fr-FR" b="1" dirty="0">
                <a:solidFill>
                  <a:schemeClr val="tx2"/>
                </a:solidFill>
              </a:rPr>
              <a:t>CONFIDENTIEL PROJET</a:t>
            </a:r>
          </a:p>
        </p:txBody>
      </p:sp>
    </p:spTree>
    <p:extLst>
      <p:ext uri="{BB962C8B-B14F-4D97-AF65-F5344CB8AC3E}">
        <p14:creationId xmlns:p14="http://schemas.microsoft.com/office/powerpoint/2010/main" val="33464277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Visuel pleine page + texte">
    <p:spTree>
      <p:nvGrpSpPr>
        <p:cNvPr id="1" name=""/>
        <p:cNvGrpSpPr/>
        <p:nvPr/>
      </p:nvGrpSpPr>
      <p:grpSpPr>
        <a:xfrm>
          <a:off x="0" y="0"/>
          <a:ext cx="0" cy="0"/>
          <a:chOff x="0" y="0"/>
          <a:chExt cx="0" cy="0"/>
        </a:xfrm>
      </p:grpSpPr>
      <p:grpSp>
        <p:nvGrpSpPr>
          <p:cNvPr id="10" name="Groupe 9">
            <a:extLst>
              <a:ext uri="{FF2B5EF4-FFF2-40B4-BE49-F238E27FC236}">
                <a16:creationId xmlns:a16="http://schemas.microsoft.com/office/drawing/2014/main" id="{E2FB537C-FD4D-0AEC-C133-0DAF4636E2B9}"/>
              </a:ext>
            </a:extLst>
          </p:cNvPr>
          <p:cNvGrpSpPr/>
          <p:nvPr userDrawn="1"/>
        </p:nvGrpSpPr>
        <p:grpSpPr>
          <a:xfrm>
            <a:off x="206373" y="6296024"/>
            <a:ext cx="468000" cy="468000"/>
            <a:chOff x="206373" y="6296024"/>
            <a:chExt cx="468000" cy="468000"/>
          </a:xfrm>
        </p:grpSpPr>
        <p:sp>
          <p:nvSpPr>
            <p:cNvPr id="12" name="Rectangle 11">
              <a:extLst>
                <a:ext uri="{FF2B5EF4-FFF2-40B4-BE49-F238E27FC236}">
                  <a16:creationId xmlns:a16="http://schemas.microsoft.com/office/drawing/2014/main" id="{D16ABDD6-A390-2C6E-2047-D4A9A9710027}"/>
                </a:ext>
              </a:extLst>
            </p:cNvPr>
            <p:cNvSpPr/>
            <p:nvPr userDrawn="1"/>
          </p:nvSpPr>
          <p:spPr>
            <a:xfrm>
              <a:off x="206373" y="6296024"/>
              <a:ext cx="468000" cy="46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08000" rIns="144000" bIns="144000" rtlCol="0" anchor="ctr">
              <a:spAutoFit/>
            </a:bodyPr>
            <a:lstStyle/>
            <a:p>
              <a:pPr algn="ctr"/>
              <a:endParaRPr lang="fr-FR" dirty="0"/>
            </a:p>
          </p:txBody>
        </p:sp>
        <p:pic>
          <p:nvPicPr>
            <p:cNvPr id="17" name="Logo CEA">
              <a:extLst>
                <a:ext uri="{FF2B5EF4-FFF2-40B4-BE49-F238E27FC236}">
                  <a16:creationId xmlns:a16="http://schemas.microsoft.com/office/drawing/2014/main" id="{B331915A-1A76-4EF6-2A1C-75D200A8FEE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57897" y="6343650"/>
              <a:ext cx="365991" cy="365991"/>
            </a:xfrm>
            <a:prstGeom prst="rect">
              <a:avLst/>
            </a:prstGeom>
          </p:spPr>
        </p:pic>
      </p:grpSp>
      <p:sp>
        <p:nvSpPr>
          <p:cNvPr id="8" name="Espace réservé pour une image  7">
            <a:extLst>
              <a:ext uri="{FF2B5EF4-FFF2-40B4-BE49-F238E27FC236}">
                <a16:creationId xmlns:a16="http://schemas.microsoft.com/office/drawing/2014/main" id="{BB2888C6-4081-3327-01C0-D9EA23523CDB}"/>
              </a:ext>
            </a:extLst>
          </p:cNvPr>
          <p:cNvSpPr>
            <a:spLocks noGrp="1"/>
          </p:cNvSpPr>
          <p:nvPr>
            <p:ph type="pic" sz="quarter" idx="13" hasCustomPrompt="1"/>
          </p:nvPr>
        </p:nvSpPr>
        <p:spPr>
          <a:xfrm>
            <a:off x="0" y="0"/>
            <a:ext cx="12192000" cy="6858000"/>
          </a:xfrm>
          <a:custGeom>
            <a:avLst/>
            <a:gdLst>
              <a:gd name="connsiteX0" fmla="*/ 257897 w 12192000"/>
              <a:gd name="connsiteY0" fmla="*/ 6343650 h 6858000"/>
              <a:gd name="connsiteX1" fmla="*/ 257897 w 12192000"/>
              <a:gd name="connsiteY1" fmla="*/ 6707250 h 6858000"/>
              <a:gd name="connsiteX2" fmla="*/ 621497 w 12192000"/>
              <a:gd name="connsiteY2" fmla="*/ 6707250 h 6858000"/>
              <a:gd name="connsiteX3" fmla="*/ 621497 w 12192000"/>
              <a:gd name="connsiteY3" fmla="*/ 6343650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257897" y="6343650"/>
                </a:moveTo>
                <a:lnTo>
                  <a:pt x="257897" y="6707250"/>
                </a:lnTo>
                <a:lnTo>
                  <a:pt x="621497" y="6707250"/>
                </a:lnTo>
                <a:lnTo>
                  <a:pt x="621497" y="6343650"/>
                </a:lnTo>
                <a:close/>
                <a:moveTo>
                  <a:pt x="0" y="0"/>
                </a:moveTo>
                <a:lnTo>
                  <a:pt x="12192000" y="0"/>
                </a:lnTo>
                <a:lnTo>
                  <a:pt x="12192000" y="6858000"/>
                </a:lnTo>
                <a:lnTo>
                  <a:pt x="0" y="6858000"/>
                </a:lnTo>
                <a:close/>
              </a:path>
            </a:pathLst>
          </a:custGeom>
          <a:solidFill>
            <a:schemeClr val="bg1">
              <a:lumMod val="65000"/>
            </a:schemeClr>
          </a:solidFill>
        </p:spPr>
        <p:txBody>
          <a:bodyPr wrap="square" tIns="1260000">
            <a:noAutofit/>
          </a:bodyPr>
          <a:lstStyle>
            <a:lvl1pPr algn="ctr">
              <a:defRPr>
                <a:solidFill>
                  <a:schemeClr val="accent2">
                    <a:lumMod val="40000"/>
                    <a:lumOff val="60000"/>
                  </a:schemeClr>
                </a:solidFill>
              </a:defRPr>
            </a:lvl1pPr>
          </a:lstStyle>
          <a:p>
            <a:r>
              <a:rPr lang="fr-FR" dirty="0"/>
              <a:t>Insérez ou glissez votre image ici, puis placez votre image en arrière plan</a:t>
            </a:r>
          </a:p>
          <a:p>
            <a:endParaRPr lang="fr-FR" dirty="0"/>
          </a:p>
        </p:txBody>
      </p:sp>
      <p:sp>
        <p:nvSpPr>
          <p:cNvPr id="29" name="ZoneTexte 28">
            <a:extLst>
              <a:ext uri="{FF2B5EF4-FFF2-40B4-BE49-F238E27FC236}">
                <a16:creationId xmlns:a16="http://schemas.microsoft.com/office/drawing/2014/main" id="{BC10BA36-642C-D18A-73B5-1652743A0484}"/>
              </a:ext>
            </a:extLst>
          </p:cNvPr>
          <p:cNvSpPr txBox="1"/>
          <p:nvPr userDrawn="1"/>
        </p:nvSpPr>
        <p:spPr>
          <a:xfrm>
            <a:off x="-101600" y="-276999"/>
            <a:ext cx="12192000" cy="461665"/>
          </a:xfrm>
          <a:prstGeom prst="rect">
            <a:avLst/>
          </a:prstGeom>
          <a:noFill/>
        </p:spPr>
        <p:txBody>
          <a:bodyPr wrap="square" rtlCol="0">
            <a:spAutoFit/>
          </a:bodyPr>
          <a:lstStyle/>
          <a:p>
            <a:r>
              <a:rPr lang="fr-FR" sz="1200" dirty="0">
                <a:solidFill>
                  <a:schemeClr val="bg1">
                    <a:lumMod val="50000"/>
                  </a:schemeClr>
                </a:solidFill>
              </a:rPr>
              <a:t>Disposition : Visuel pleine page + texte</a:t>
            </a:r>
          </a:p>
          <a:p>
            <a:endParaRPr lang="fr-FR" sz="1200" dirty="0">
              <a:solidFill>
                <a:schemeClr val="bg1">
                  <a:lumMod val="50000"/>
                </a:schemeClr>
              </a:solidFill>
            </a:endParaRPr>
          </a:p>
        </p:txBody>
      </p:sp>
      <p:sp>
        <p:nvSpPr>
          <p:cNvPr id="15" name="ZoneTexte 14">
            <a:extLst>
              <a:ext uri="{FF2B5EF4-FFF2-40B4-BE49-F238E27FC236}">
                <a16:creationId xmlns:a16="http://schemas.microsoft.com/office/drawing/2014/main" id="{19AF9AF5-2FC3-0945-F0DB-EE6D50A5F6C8}"/>
              </a:ext>
            </a:extLst>
          </p:cNvPr>
          <p:cNvSpPr txBox="1"/>
          <p:nvPr userDrawn="1"/>
        </p:nvSpPr>
        <p:spPr>
          <a:xfrm>
            <a:off x="-101600" y="6858000"/>
            <a:ext cx="12192000" cy="461665"/>
          </a:xfrm>
          <a:prstGeom prst="rect">
            <a:avLst/>
          </a:prstGeom>
          <a:noFill/>
        </p:spPr>
        <p:txBody>
          <a:bodyPr wrap="square" rtlCol="0">
            <a:spAutoFit/>
          </a:bodyPr>
          <a:lstStyle/>
          <a:p>
            <a:r>
              <a:rPr lang="fr-FR" sz="1200" dirty="0">
                <a:solidFill>
                  <a:schemeClr val="bg1">
                    <a:lumMod val="50000"/>
                  </a:schemeClr>
                </a:solidFill>
              </a:rPr>
              <a:t>Astuce :Après avoir insérez votre image, placez celle-ci en arrière plan : Clic droit + « Arrière plan »</a:t>
            </a:r>
          </a:p>
          <a:p>
            <a:endParaRPr lang="fr-FR" sz="1200" dirty="0">
              <a:solidFill>
                <a:schemeClr val="bg1">
                  <a:lumMod val="50000"/>
                </a:schemeClr>
              </a:solidFill>
            </a:endParaRPr>
          </a:p>
        </p:txBody>
      </p:sp>
      <p:sp>
        <p:nvSpPr>
          <p:cNvPr id="13" name="Espace réservé du texte 12">
            <a:extLst>
              <a:ext uri="{FF2B5EF4-FFF2-40B4-BE49-F238E27FC236}">
                <a16:creationId xmlns:a16="http://schemas.microsoft.com/office/drawing/2014/main" id="{4DB704B1-C9AF-2DEE-2915-BA6F9894D57C}"/>
              </a:ext>
            </a:extLst>
          </p:cNvPr>
          <p:cNvSpPr>
            <a:spLocks noGrp="1"/>
          </p:cNvSpPr>
          <p:nvPr>
            <p:ph type="body" sz="quarter" idx="15" hasCustomPrompt="1"/>
          </p:nvPr>
        </p:nvSpPr>
        <p:spPr>
          <a:xfrm>
            <a:off x="618477" y="1640114"/>
            <a:ext cx="11573522" cy="3439886"/>
          </a:xfrm>
          <a:custGeom>
            <a:avLst/>
            <a:gdLst>
              <a:gd name="connsiteX0" fmla="*/ 388580 w 11573522"/>
              <a:gd name="connsiteY0" fmla="*/ 2811978 h 3439886"/>
              <a:gd name="connsiteX1" fmla="*/ 266084 w 11573522"/>
              <a:gd name="connsiteY1" fmla="*/ 2905253 h 3439886"/>
              <a:gd name="connsiteX2" fmla="*/ 200780 w 11573522"/>
              <a:gd name="connsiteY2" fmla="*/ 2954731 h 3439886"/>
              <a:gd name="connsiteX3" fmla="*/ 388175 w 11573522"/>
              <a:gd name="connsiteY3" fmla="*/ 3100322 h 3439886"/>
              <a:gd name="connsiteX4" fmla="*/ 575977 w 11573522"/>
              <a:gd name="connsiteY4" fmla="*/ 2957569 h 3439886"/>
              <a:gd name="connsiteX5" fmla="*/ 388580 w 11573522"/>
              <a:gd name="connsiteY5" fmla="*/ 2811978 h 3439886"/>
              <a:gd name="connsiteX6" fmla="*/ 386147 w 11573522"/>
              <a:gd name="connsiteY6" fmla="*/ 0 h 3439886"/>
              <a:gd name="connsiteX7" fmla="*/ 392637 w 11573522"/>
              <a:gd name="connsiteY7" fmla="*/ 0 h 3439886"/>
              <a:gd name="connsiteX8" fmla="*/ 392637 w 11573522"/>
              <a:gd name="connsiteY8" fmla="*/ 28893 h 3439886"/>
              <a:gd name="connsiteX9" fmla="*/ 392637 w 11573522"/>
              <a:gd name="connsiteY9" fmla="*/ 131318 h 3439886"/>
              <a:gd name="connsiteX10" fmla="*/ 578816 w 11573522"/>
              <a:gd name="connsiteY10" fmla="*/ 275693 h 3439886"/>
              <a:gd name="connsiteX11" fmla="*/ 578816 w 11573522"/>
              <a:gd name="connsiteY11" fmla="*/ 97658 h 3439886"/>
              <a:gd name="connsiteX12" fmla="*/ 462924 w 11573522"/>
              <a:gd name="connsiteY12" fmla="*/ 7536 h 3439886"/>
              <a:gd name="connsiteX13" fmla="*/ 453234 w 11573522"/>
              <a:gd name="connsiteY13" fmla="*/ 0 h 3439886"/>
              <a:gd name="connsiteX14" fmla="*/ 464209 w 11573522"/>
              <a:gd name="connsiteY14" fmla="*/ 0 h 3439886"/>
              <a:gd name="connsiteX15" fmla="*/ 484510 w 11573522"/>
              <a:gd name="connsiteY15" fmla="*/ 15775 h 3439886"/>
              <a:gd name="connsiteX16" fmla="*/ 582061 w 11573522"/>
              <a:gd name="connsiteY16" fmla="*/ 91574 h 3439886"/>
              <a:gd name="connsiteX17" fmla="*/ 695192 w 11573522"/>
              <a:gd name="connsiteY17" fmla="*/ 5744 h 3439886"/>
              <a:gd name="connsiteX18" fmla="*/ 702764 w 11573522"/>
              <a:gd name="connsiteY18" fmla="*/ 0 h 3439886"/>
              <a:gd name="connsiteX19" fmla="*/ 2758098 w 11573522"/>
              <a:gd name="connsiteY19" fmla="*/ 0 h 3439886"/>
              <a:gd name="connsiteX20" fmla="*/ 2764588 w 11573522"/>
              <a:gd name="connsiteY20" fmla="*/ 0 h 3439886"/>
              <a:gd name="connsiteX21" fmla="*/ 2825185 w 11573522"/>
              <a:gd name="connsiteY21" fmla="*/ 0 h 3439886"/>
              <a:gd name="connsiteX22" fmla="*/ 2836160 w 11573522"/>
              <a:gd name="connsiteY22" fmla="*/ 0 h 3439886"/>
              <a:gd name="connsiteX23" fmla="*/ 3074715 w 11573522"/>
              <a:gd name="connsiteY23" fmla="*/ 0 h 3439886"/>
              <a:gd name="connsiteX24" fmla="*/ 9201571 w 11573522"/>
              <a:gd name="connsiteY24" fmla="*/ 0 h 3439886"/>
              <a:gd name="connsiteX25" fmla="*/ 11573522 w 11573522"/>
              <a:gd name="connsiteY25" fmla="*/ 0 h 3439886"/>
              <a:gd name="connsiteX26" fmla="*/ 11573522 w 11573522"/>
              <a:gd name="connsiteY26" fmla="*/ 3439886 h 3439886"/>
              <a:gd name="connsiteX27" fmla="*/ 962936 w 11573522"/>
              <a:gd name="connsiteY27" fmla="*/ 3439886 h 3439886"/>
              <a:gd name="connsiteX28" fmla="*/ 962936 w 11573522"/>
              <a:gd name="connsiteY28" fmla="*/ 3439632 h 3439886"/>
              <a:gd name="connsiteX29" fmla="*/ 962936 w 11573522"/>
              <a:gd name="connsiteY29" fmla="*/ 3438953 h 3439886"/>
              <a:gd name="connsiteX30" fmla="*/ 776757 w 11573522"/>
              <a:gd name="connsiteY30" fmla="*/ 3294579 h 3439886"/>
              <a:gd name="connsiteX31" fmla="*/ 776757 w 11573522"/>
              <a:gd name="connsiteY31" fmla="*/ 3429148 h 3439886"/>
              <a:gd name="connsiteX32" fmla="*/ 776757 w 11573522"/>
              <a:gd name="connsiteY32" fmla="*/ 3439886 h 3439886"/>
              <a:gd name="connsiteX33" fmla="*/ 769862 w 11573522"/>
              <a:gd name="connsiteY33" fmla="*/ 3439886 h 3439886"/>
              <a:gd name="connsiteX34" fmla="*/ 769862 w 11573522"/>
              <a:gd name="connsiteY34" fmla="*/ 3414403 h 3439886"/>
              <a:gd name="connsiteX35" fmla="*/ 769862 w 11573522"/>
              <a:gd name="connsiteY35" fmla="*/ 3292145 h 3439886"/>
              <a:gd name="connsiteX36" fmla="*/ 629924 w 11573522"/>
              <a:gd name="connsiteY36" fmla="*/ 3183458 h 3439886"/>
              <a:gd name="connsiteX37" fmla="*/ 633168 w 11573522"/>
              <a:gd name="connsiteY37" fmla="*/ 3177375 h 3439886"/>
              <a:gd name="connsiteX38" fmla="*/ 771079 w 11573522"/>
              <a:gd name="connsiteY38" fmla="*/ 3284034 h 3439886"/>
              <a:gd name="connsiteX39" fmla="*/ 771079 w 11573522"/>
              <a:gd name="connsiteY39" fmla="*/ 3105999 h 3439886"/>
              <a:gd name="connsiteX40" fmla="*/ 704963 w 11573522"/>
              <a:gd name="connsiteY40" fmla="*/ 3054900 h 3439886"/>
              <a:gd name="connsiteX41" fmla="*/ 708614 w 11573522"/>
              <a:gd name="connsiteY41" fmla="*/ 3049222 h 3439886"/>
              <a:gd name="connsiteX42" fmla="*/ 774323 w 11573522"/>
              <a:gd name="connsiteY42" fmla="*/ 3100322 h 3439886"/>
              <a:gd name="connsiteX43" fmla="*/ 962125 w 11573522"/>
              <a:gd name="connsiteY43" fmla="*/ 2957569 h 3439886"/>
              <a:gd name="connsiteX44" fmla="*/ 824621 w 11573522"/>
              <a:gd name="connsiteY44" fmla="*/ 2850911 h 3439886"/>
              <a:gd name="connsiteX45" fmla="*/ 828271 w 11573522"/>
              <a:gd name="connsiteY45" fmla="*/ 2844422 h 3439886"/>
              <a:gd name="connsiteX46" fmla="*/ 962936 w 11573522"/>
              <a:gd name="connsiteY46" fmla="*/ 2948647 h 3439886"/>
              <a:gd name="connsiteX47" fmla="*/ 962936 w 11573522"/>
              <a:gd name="connsiteY47" fmla="*/ 2770612 h 3439886"/>
              <a:gd name="connsiteX48" fmla="*/ 900065 w 11573522"/>
              <a:gd name="connsiteY48" fmla="*/ 2721947 h 3439886"/>
              <a:gd name="connsiteX49" fmla="*/ 903716 w 11573522"/>
              <a:gd name="connsiteY49" fmla="*/ 2715864 h 3439886"/>
              <a:gd name="connsiteX50" fmla="*/ 966181 w 11573522"/>
              <a:gd name="connsiteY50" fmla="*/ 2764529 h 3439886"/>
              <a:gd name="connsiteX51" fmla="*/ 1153982 w 11573522"/>
              <a:gd name="connsiteY51" fmla="*/ 2621777 h 3439886"/>
              <a:gd name="connsiteX52" fmla="*/ 969021 w 11573522"/>
              <a:gd name="connsiteY52" fmla="*/ 2478619 h 3439886"/>
              <a:gd name="connsiteX53" fmla="*/ 781219 w 11573522"/>
              <a:gd name="connsiteY53" fmla="*/ 2621371 h 3439886"/>
              <a:gd name="connsiteX54" fmla="*/ 903310 w 11573522"/>
              <a:gd name="connsiteY54" fmla="*/ 2715864 h 3439886"/>
              <a:gd name="connsiteX55" fmla="*/ 900065 w 11573522"/>
              <a:gd name="connsiteY55" fmla="*/ 2721542 h 3439886"/>
              <a:gd name="connsiteX56" fmla="*/ 776757 w 11573522"/>
              <a:gd name="connsiteY56" fmla="*/ 2626238 h 3439886"/>
              <a:gd name="connsiteX57" fmla="*/ 776757 w 11573522"/>
              <a:gd name="connsiteY57" fmla="*/ 2804273 h 3439886"/>
              <a:gd name="connsiteX58" fmla="*/ 828271 w 11573522"/>
              <a:gd name="connsiteY58" fmla="*/ 2844017 h 3439886"/>
              <a:gd name="connsiteX59" fmla="*/ 824215 w 11573522"/>
              <a:gd name="connsiteY59" fmla="*/ 2850506 h 3439886"/>
              <a:gd name="connsiteX60" fmla="*/ 774729 w 11573522"/>
              <a:gd name="connsiteY60" fmla="*/ 2811978 h 3439886"/>
              <a:gd name="connsiteX61" fmla="*/ 586928 w 11573522"/>
              <a:gd name="connsiteY61" fmla="*/ 2954731 h 3439886"/>
              <a:gd name="connsiteX62" fmla="*/ 708208 w 11573522"/>
              <a:gd name="connsiteY62" fmla="*/ 3048817 h 3439886"/>
              <a:gd name="connsiteX63" fmla="*/ 704963 w 11573522"/>
              <a:gd name="connsiteY63" fmla="*/ 3054900 h 3439886"/>
              <a:gd name="connsiteX64" fmla="*/ 584900 w 11573522"/>
              <a:gd name="connsiteY64" fmla="*/ 2961625 h 3439886"/>
              <a:gd name="connsiteX65" fmla="*/ 584900 w 11573522"/>
              <a:gd name="connsiteY65" fmla="*/ 3140065 h 3439886"/>
              <a:gd name="connsiteX66" fmla="*/ 633168 w 11573522"/>
              <a:gd name="connsiteY66" fmla="*/ 3177375 h 3439886"/>
              <a:gd name="connsiteX67" fmla="*/ 629518 w 11573522"/>
              <a:gd name="connsiteY67" fmla="*/ 3183052 h 3439886"/>
              <a:gd name="connsiteX68" fmla="*/ 582872 w 11573522"/>
              <a:gd name="connsiteY68" fmla="*/ 3146960 h 3439886"/>
              <a:gd name="connsiteX69" fmla="*/ 388175 w 11573522"/>
              <a:gd name="connsiteY69" fmla="*/ 3295390 h 3439886"/>
              <a:gd name="connsiteX70" fmla="*/ 191856 w 11573522"/>
              <a:gd name="connsiteY70" fmla="*/ 3143310 h 3439886"/>
              <a:gd name="connsiteX71" fmla="*/ 191856 w 11573522"/>
              <a:gd name="connsiteY71" fmla="*/ 3082477 h 3439886"/>
              <a:gd name="connsiteX72" fmla="*/ 198752 w 11573522"/>
              <a:gd name="connsiteY72" fmla="*/ 3085316 h 3439886"/>
              <a:gd name="connsiteX73" fmla="*/ 198752 w 11573522"/>
              <a:gd name="connsiteY73" fmla="*/ 3140065 h 3439886"/>
              <a:gd name="connsiteX74" fmla="*/ 384930 w 11573522"/>
              <a:gd name="connsiteY74" fmla="*/ 3284034 h 3439886"/>
              <a:gd name="connsiteX75" fmla="*/ 384930 w 11573522"/>
              <a:gd name="connsiteY75" fmla="*/ 3105999 h 3439886"/>
              <a:gd name="connsiteX76" fmla="*/ 198752 w 11573522"/>
              <a:gd name="connsiteY76" fmla="*/ 2961625 h 3439886"/>
              <a:gd name="connsiteX77" fmla="*/ 198752 w 11573522"/>
              <a:gd name="connsiteY77" fmla="*/ 3084911 h 3439886"/>
              <a:gd name="connsiteX78" fmla="*/ 191856 w 11573522"/>
              <a:gd name="connsiteY78" fmla="*/ 3082072 h 3439886"/>
              <a:gd name="connsiteX79" fmla="*/ 191856 w 11573522"/>
              <a:gd name="connsiteY79" fmla="*/ 2953108 h 3439886"/>
              <a:gd name="connsiteX80" fmla="*/ 259189 w 11573522"/>
              <a:gd name="connsiteY80" fmla="*/ 2902009 h 3439886"/>
              <a:gd name="connsiteX81" fmla="*/ 383713 w 11573522"/>
              <a:gd name="connsiteY81" fmla="*/ 2807517 h 3439886"/>
              <a:gd name="connsiteX82" fmla="*/ 383713 w 11573522"/>
              <a:gd name="connsiteY82" fmla="*/ 2715053 h 3439886"/>
              <a:gd name="connsiteX83" fmla="*/ 390609 w 11573522"/>
              <a:gd name="connsiteY83" fmla="*/ 2716269 h 3439886"/>
              <a:gd name="connsiteX84" fmla="*/ 390609 w 11573522"/>
              <a:gd name="connsiteY84" fmla="*/ 2804273 h 3439886"/>
              <a:gd name="connsiteX85" fmla="*/ 576788 w 11573522"/>
              <a:gd name="connsiteY85" fmla="*/ 2948647 h 3439886"/>
              <a:gd name="connsiteX86" fmla="*/ 576788 w 11573522"/>
              <a:gd name="connsiteY86" fmla="*/ 2770612 h 3439886"/>
              <a:gd name="connsiteX87" fmla="*/ 489174 w 11573522"/>
              <a:gd name="connsiteY87" fmla="*/ 2702481 h 3439886"/>
              <a:gd name="connsiteX88" fmla="*/ 492825 w 11573522"/>
              <a:gd name="connsiteY88" fmla="*/ 2697209 h 3439886"/>
              <a:gd name="connsiteX89" fmla="*/ 580033 w 11573522"/>
              <a:gd name="connsiteY89" fmla="*/ 2764529 h 3439886"/>
              <a:gd name="connsiteX90" fmla="*/ 767834 w 11573522"/>
              <a:gd name="connsiteY90" fmla="*/ 2621777 h 3439886"/>
              <a:gd name="connsiteX91" fmla="*/ 626679 w 11573522"/>
              <a:gd name="connsiteY91" fmla="*/ 2512280 h 3439886"/>
              <a:gd name="connsiteX92" fmla="*/ 630735 w 11573522"/>
              <a:gd name="connsiteY92" fmla="*/ 2507007 h 3439886"/>
              <a:gd name="connsiteX93" fmla="*/ 771079 w 11573522"/>
              <a:gd name="connsiteY93" fmla="*/ 2615693 h 3439886"/>
              <a:gd name="connsiteX94" fmla="*/ 771079 w 11573522"/>
              <a:gd name="connsiteY94" fmla="*/ 2437659 h 3439886"/>
              <a:gd name="connsiteX95" fmla="*/ 713481 w 11573522"/>
              <a:gd name="connsiteY95" fmla="*/ 2392644 h 3439886"/>
              <a:gd name="connsiteX96" fmla="*/ 717131 w 11573522"/>
              <a:gd name="connsiteY96" fmla="*/ 2387372 h 3439886"/>
              <a:gd name="connsiteX97" fmla="*/ 774323 w 11573522"/>
              <a:gd name="connsiteY97" fmla="*/ 2431576 h 3439886"/>
              <a:gd name="connsiteX98" fmla="*/ 962125 w 11573522"/>
              <a:gd name="connsiteY98" fmla="*/ 2288824 h 3439886"/>
              <a:gd name="connsiteX99" fmla="*/ 774729 w 11573522"/>
              <a:gd name="connsiteY99" fmla="*/ 2143638 h 3439886"/>
              <a:gd name="connsiteX100" fmla="*/ 586928 w 11573522"/>
              <a:gd name="connsiteY100" fmla="*/ 2286391 h 3439886"/>
              <a:gd name="connsiteX101" fmla="*/ 717131 w 11573522"/>
              <a:gd name="connsiteY101" fmla="*/ 2387372 h 3439886"/>
              <a:gd name="connsiteX102" fmla="*/ 713075 w 11573522"/>
              <a:gd name="connsiteY102" fmla="*/ 2392644 h 3439886"/>
              <a:gd name="connsiteX103" fmla="*/ 584900 w 11573522"/>
              <a:gd name="connsiteY103" fmla="*/ 2293285 h 3439886"/>
              <a:gd name="connsiteX104" fmla="*/ 584900 w 11573522"/>
              <a:gd name="connsiteY104" fmla="*/ 2471319 h 3439886"/>
              <a:gd name="connsiteX105" fmla="*/ 630329 w 11573522"/>
              <a:gd name="connsiteY105" fmla="*/ 2506602 h 3439886"/>
              <a:gd name="connsiteX106" fmla="*/ 626679 w 11573522"/>
              <a:gd name="connsiteY106" fmla="*/ 2512280 h 3439886"/>
              <a:gd name="connsiteX107" fmla="*/ 582872 w 11573522"/>
              <a:gd name="connsiteY107" fmla="*/ 2478619 h 3439886"/>
              <a:gd name="connsiteX108" fmla="*/ 395071 w 11573522"/>
              <a:gd name="connsiteY108" fmla="*/ 2621371 h 3439886"/>
              <a:gd name="connsiteX109" fmla="*/ 492825 w 11573522"/>
              <a:gd name="connsiteY109" fmla="*/ 2696804 h 3439886"/>
              <a:gd name="connsiteX110" fmla="*/ 488769 w 11573522"/>
              <a:gd name="connsiteY110" fmla="*/ 2702481 h 3439886"/>
              <a:gd name="connsiteX111" fmla="*/ 390609 w 11573522"/>
              <a:gd name="connsiteY111" fmla="*/ 2626238 h 3439886"/>
              <a:gd name="connsiteX112" fmla="*/ 390609 w 11573522"/>
              <a:gd name="connsiteY112" fmla="*/ 2715864 h 3439886"/>
              <a:gd name="connsiteX113" fmla="*/ 383713 w 11573522"/>
              <a:gd name="connsiteY113" fmla="*/ 2714647 h 3439886"/>
              <a:gd name="connsiteX114" fmla="*/ 383713 w 11573522"/>
              <a:gd name="connsiteY114" fmla="*/ 2623399 h 3439886"/>
              <a:gd name="connsiteX115" fmla="*/ 375601 w 11573522"/>
              <a:gd name="connsiteY115" fmla="*/ 2616910 h 3439886"/>
              <a:gd name="connsiteX116" fmla="*/ 375601 w 11573522"/>
              <a:gd name="connsiteY116" fmla="*/ 2608394 h 3439886"/>
              <a:gd name="connsiteX117" fmla="*/ 384930 w 11573522"/>
              <a:gd name="connsiteY117" fmla="*/ 2615693 h 3439886"/>
              <a:gd name="connsiteX118" fmla="*/ 384930 w 11573522"/>
              <a:gd name="connsiteY118" fmla="*/ 2437659 h 3439886"/>
              <a:gd name="connsiteX119" fmla="*/ 375601 w 11573522"/>
              <a:gd name="connsiteY119" fmla="*/ 2430360 h 3439886"/>
              <a:gd name="connsiteX120" fmla="*/ 375601 w 11573522"/>
              <a:gd name="connsiteY120" fmla="*/ 2421843 h 3439886"/>
              <a:gd name="connsiteX121" fmla="*/ 388175 w 11573522"/>
              <a:gd name="connsiteY121" fmla="*/ 2431576 h 3439886"/>
              <a:gd name="connsiteX122" fmla="*/ 575977 w 11573522"/>
              <a:gd name="connsiteY122" fmla="*/ 2288824 h 3439886"/>
              <a:gd name="connsiteX123" fmla="*/ 388580 w 11573522"/>
              <a:gd name="connsiteY123" fmla="*/ 2143638 h 3439886"/>
              <a:gd name="connsiteX124" fmla="*/ 200780 w 11573522"/>
              <a:gd name="connsiteY124" fmla="*/ 2286391 h 3439886"/>
              <a:gd name="connsiteX125" fmla="*/ 375195 w 11573522"/>
              <a:gd name="connsiteY125" fmla="*/ 2421843 h 3439886"/>
              <a:gd name="connsiteX126" fmla="*/ 375195 w 11573522"/>
              <a:gd name="connsiteY126" fmla="*/ 2429954 h 3439886"/>
              <a:gd name="connsiteX127" fmla="*/ 198752 w 11573522"/>
              <a:gd name="connsiteY127" fmla="*/ 2293285 h 3439886"/>
              <a:gd name="connsiteX128" fmla="*/ 198752 w 11573522"/>
              <a:gd name="connsiteY128" fmla="*/ 2471319 h 3439886"/>
              <a:gd name="connsiteX129" fmla="*/ 375195 w 11573522"/>
              <a:gd name="connsiteY129" fmla="*/ 2608394 h 3439886"/>
              <a:gd name="connsiteX130" fmla="*/ 375195 w 11573522"/>
              <a:gd name="connsiteY130" fmla="*/ 2616910 h 3439886"/>
              <a:gd name="connsiteX131" fmla="*/ 191856 w 11573522"/>
              <a:gd name="connsiteY131" fmla="*/ 2474563 h 3439886"/>
              <a:gd name="connsiteX132" fmla="*/ 191856 w 11573522"/>
              <a:gd name="connsiteY132" fmla="*/ 2284768 h 3439886"/>
              <a:gd name="connsiteX133" fmla="*/ 383713 w 11573522"/>
              <a:gd name="connsiteY133" fmla="*/ 2138772 h 3439886"/>
              <a:gd name="connsiteX134" fmla="*/ 383713 w 11573522"/>
              <a:gd name="connsiteY134" fmla="*/ 1959926 h 3439886"/>
              <a:gd name="connsiteX135" fmla="*/ 390609 w 11573522"/>
              <a:gd name="connsiteY135" fmla="*/ 1965198 h 3439886"/>
              <a:gd name="connsiteX136" fmla="*/ 390609 w 11573522"/>
              <a:gd name="connsiteY136" fmla="*/ 2136339 h 3439886"/>
              <a:gd name="connsiteX137" fmla="*/ 576788 w 11573522"/>
              <a:gd name="connsiteY137" fmla="*/ 2280307 h 3439886"/>
              <a:gd name="connsiteX138" fmla="*/ 576788 w 11573522"/>
              <a:gd name="connsiteY138" fmla="*/ 2102272 h 3439886"/>
              <a:gd name="connsiteX139" fmla="*/ 390609 w 11573522"/>
              <a:gd name="connsiteY139" fmla="*/ 1957898 h 3439886"/>
              <a:gd name="connsiteX140" fmla="*/ 390609 w 11573522"/>
              <a:gd name="connsiteY140" fmla="*/ 1964792 h 3439886"/>
              <a:gd name="connsiteX141" fmla="*/ 383713 w 11573522"/>
              <a:gd name="connsiteY141" fmla="*/ 1959520 h 3439886"/>
              <a:gd name="connsiteX142" fmla="*/ 383713 w 11573522"/>
              <a:gd name="connsiteY142" fmla="*/ 1949382 h 3439886"/>
              <a:gd name="connsiteX143" fmla="*/ 569487 w 11573522"/>
              <a:gd name="connsiteY143" fmla="*/ 1808251 h 3439886"/>
              <a:gd name="connsiteX144" fmla="*/ 575166 w 11573522"/>
              <a:gd name="connsiteY144" fmla="*/ 1812307 h 3439886"/>
              <a:gd name="connsiteX145" fmla="*/ 392637 w 11573522"/>
              <a:gd name="connsiteY145" fmla="*/ 1951004 h 3439886"/>
              <a:gd name="connsiteX146" fmla="*/ 580033 w 11573522"/>
              <a:gd name="connsiteY146" fmla="*/ 2096594 h 3439886"/>
              <a:gd name="connsiteX147" fmla="*/ 767834 w 11573522"/>
              <a:gd name="connsiteY147" fmla="*/ 1953437 h 3439886"/>
              <a:gd name="connsiteX148" fmla="*/ 580438 w 11573522"/>
              <a:gd name="connsiteY148" fmla="*/ 1808251 h 3439886"/>
              <a:gd name="connsiteX149" fmla="*/ 575166 w 11573522"/>
              <a:gd name="connsiteY149" fmla="*/ 1812307 h 3439886"/>
              <a:gd name="connsiteX150" fmla="*/ 569893 w 11573522"/>
              <a:gd name="connsiteY150" fmla="*/ 1807846 h 3439886"/>
              <a:gd name="connsiteX151" fmla="*/ 578005 w 11573522"/>
              <a:gd name="connsiteY151" fmla="*/ 1801763 h 3439886"/>
              <a:gd name="connsiteX152" fmla="*/ 578005 w 11573522"/>
              <a:gd name="connsiteY152" fmla="*/ 1795679 h 3439886"/>
              <a:gd name="connsiteX153" fmla="*/ 584900 w 11573522"/>
              <a:gd name="connsiteY153" fmla="*/ 1795679 h 3439886"/>
              <a:gd name="connsiteX154" fmla="*/ 584900 w 11573522"/>
              <a:gd name="connsiteY154" fmla="*/ 1802168 h 3439886"/>
              <a:gd name="connsiteX155" fmla="*/ 771079 w 11573522"/>
              <a:gd name="connsiteY155" fmla="*/ 1946137 h 3439886"/>
              <a:gd name="connsiteX156" fmla="*/ 771079 w 11573522"/>
              <a:gd name="connsiteY156" fmla="*/ 1783107 h 3439886"/>
              <a:gd name="connsiteX157" fmla="*/ 771079 w 11573522"/>
              <a:gd name="connsiteY157" fmla="*/ 1768508 h 3439886"/>
              <a:gd name="connsiteX158" fmla="*/ 584900 w 11573522"/>
              <a:gd name="connsiteY158" fmla="*/ 1624133 h 3439886"/>
              <a:gd name="connsiteX159" fmla="*/ 584900 w 11573522"/>
              <a:gd name="connsiteY159" fmla="*/ 1785541 h 3439886"/>
              <a:gd name="connsiteX160" fmla="*/ 584900 w 11573522"/>
              <a:gd name="connsiteY160" fmla="*/ 1795274 h 3439886"/>
              <a:gd name="connsiteX161" fmla="*/ 578005 w 11573522"/>
              <a:gd name="connsiteY161" fmla="*/ 1795274 h 3439886"/>
              <a:gd name="connsiteX162" fmla="*/ 578005 w 11573522"/>
              <a:gd name="connsiteY162" fmla="*/ 1621294 h 3439886"/>
              <a:gd name="connsiteX163" fmla="*/ 437661 w 11573522"/>
              <a:gd name="connsiteY163" fmla="*/ 1512608 h 3439886"/>
              <a:gd name="connsiteX164" fmla="*/ 441312 w 11573522"/>
              <a:gd name="connsiteY164" fmla="*/ 1506930 h 3439886"/>
              <a:gd name="connsiteX165" fmla="*/ 578816 w 11573522"/>
              <a:gd name="connsiteY165" fmla="*/ 1613589 h 3439886"/>
              <a:gd name="connsiteX166" fmla="*/ 578816 w 11573522"/>
              <a:gd name="connsiteY166" fmla="*/ 1435555 h 3439886"/>
              <a:gd name="connsiteX167" fmla="*/ 513106 w 11573522"/>
              <a:gd name="connsiteY167" fmla="*/ 1384456 h 3439886"/>
              <a:gd name="connsiteX168" fmla="*/ 516350 w 11573522"/>
              <a:gd name="connsiteY168" fmla="*/ 1378372 h 3439886"/>
              <a:gd name="connsiteX169" fmla="*/ 582061 w 11573522"/>
              <a:gd name="connsiteY169" fmla="*/ 1429472 h 3439886"/>
              <a:gd name="connsiteX170" fmla="*/ 769862 w 11573522"/>
              <a:gd name="connsiteY170" fmla="*/ 1286719 h 3439886"/>
              <a:gd name="connsiteX171" fmla="*/ 632763 w 11573522"/>
              <a:gd name="connsiteY171" fmla="*/ 1180060 h 3439886"/>
              <a:gd name="connsiteX172" fmla="*/ 636413 w 11573522"/>
              <a:gd name="connsiteY172" fmla="*/ 1173571 h 3439886"/>
              <a:gd name="connsiteX173" fmla="*/ 771079 w 11573522"/>
              <a:gd name="connsiteY173" fmla="*/ 1278203 h 3439886"/>
              <a:gd name="connsiteX174" fmla="*/ 771079 w 11573522"/>
              <a:gd name="connsiteY174" fmla="*/ 1099762 h 3439886"/>
              <a:gd name="connsiteX175" fmla="*/ 708208 w 11573522"/>
              <a:gd name="connsiteY175" fmla="*/ 1051096 h 3439886"/>
              <a:gd name="connsiteX176" fmla="*/ 711453 w 11573522"/>
              <a:gd name="connsiteY176" fmla="*/ 1045419 h 3439886"/>
              <a:gd name="connsiteX177" fmla="*/ 774323 w 11573522"/>
              <a:gd name="connsiteY177" fmla="*/ 1094085 h 3439886"/>
              <a:gd name="connsiteX178" fmla="*/ 962125 w 11573522"/>
              <a:gd name="connsiteY178" fmla="*/ 951332 h 3439886"/>
              <a:gd name="connsiteX179" fmla="*/ 777163 w 11573522"/>
              <a:gd name="connsiteY179" fmla="*/ 807769 h 3439886"/>
              <a:gd name="connsiteX180" fmla="*/ 589362 w 11573522"/>
              <a:gd name="connsiteY180" fmla="*/ 950521 h 3439886"/>
              <a:gd name="connsiteX181" fmla="*/ 711453 w 11573522"/>
              <a:gd name="connsiteY181" fmla="*/ 1045013 h 3439886"/>
              <a:gd name="connsiteX182" fmla="*/ 707802 w 11573522"/>
              <a:gd name="connsiteY182" fmla="*/ 1051096 h 3439886"/>
              <a:gd name="connsiteX183" fmla="*/ 584900 w 11573522"/>
              <a:gd name="connsiteY183" fmla="*/ 955388 h 3439886"/>
              <a:gd name="connsiteX184" fmla="*/ 584900 w 11573522"/>
              <a:gd name="connsiteY184" fmla="*/ 1133828 h 3439886"/>
              <a:gd name="connsiteX185" fmla="*/ 636008 w 11573522"/>
              <a:gd name="connsiteY185" fmla="*/ 1173571 h 3439886"/>
              <a:gd name="connsiteX186" fmla="*/ 632357 w 11573522"/>
              <a:gd name="connsiteY186" fmla="*/ 1180060 h 3439886"/>
              <a:gd name="connsiteX187" fmla="*/ 582872 w 11573522"/>
              <a:gd name="connsiteY187" fmla="*/ 1141534 h 3439886"/>
              <a:gd name="connsiteX188" fmla="*/ 395071 w 11573522"/>
              <a:gd name="connsiteY188" fmla="*/ 1284286 h 3439886"/>
              <a:gd name="connsiteX189" fmla="*/ 516350 w 11573522"/>
              <a:gd name="connsiteY189" fmla="*/ 1378372 h 3439886"/>
              <a:gd name="connsiteX190" fmla="*/ 512700 w 11573522"/>
              <a:gd name="connsiteY190" fmla="*/ 1384050 h 3439886"/>
              <a:gd name="connsiteX191" fmla="*/ 392637 w 11573522"/>
              <a:gd name="connsiteY191" fmla="*/ 1291180 h 3439886"/>
              <a:gd name="connsiteX192" fmla="*/ 392637 w 11573522"/>
              <a:gd name="connsiteY192" fmla="*/ 1469214 h 3439886"/>
              <a:gd name="connsiteX193" fmla="*/ 440906 w 11573522"/>
              <a:gd name="connsiteY193" fmla="*/ 1506525 h 3439886"/>
              <a:gd name="connsiteX194" fmla="*/ 437661 w 11573522"/>
              <a:gd name="connsiteY194" fmla="*/ 1512608 h 3439886"/>
              <a:gd name="connsiteX195" fmla="*/ 391015 w 11573522"/>
              <a:gd name="connsiteY195" fmla="*/ 1476514 h 3439886"/>
              <a:gd name="connsiteX196" fmla="*/ 195912 w 11573522"/>
              <a:gd name="connsiteY196" fmla="*/ 1624539 h 3439886"/>
              <a:gd name="connsiteX197" fmla="*/ 0 w 11573522"/>
              <a:gd name="connsiteY197" fmla="*/ 1472459 h 3439886"/>
              <a:gd name="connsiteX198" fmla="*/ 0 w 11573522"/>
              <a:gd name="connsiteY198" fmla="*/ 1412033 h 3439886"/>
              <a:gd name="connsiteX199" fmla="*/ 6490 w 11573522"/>
              <a:gd name="connsiteY199" fmla="*/ 1414872 h 3439886"/>
              <a:gd name="connsiteX200" fmla="*/ 6490 w 11573522"/>
              <a:gd name="connsiteY200" fmla="*/ 1469214 h 3439886"/>
              <a:gd name="connsiteX201" fmla="*/ 192668 w 11573522"/>
              <a:gd name="connsiteY201" fmla="*/ 1613589 h 3439886"/>
              <a:gd name="connsiteX202" fmla="*/ 192668 w 11573522"/>
              <a:gd name="connsiteY202" fmla="*/ 1435555 h 3439886"/>
              <a:gd name="connsiteX203" fmla="*/ 6490 w 11573522"/>
              <a:gd name="connsiteY203" fmla="*/ 1291180 h 3439886"/>
              <a:gd name="connsiteX204" fmla="*/ 6490 w 11573522"/>
              <a:gd name="connsiteY204" fmla="*/ 1414466 h 3439886"/>
              <a:gd name="connsiteX205" fmla="*/ 0 w 11573522"/>
              <a:gd name="connsiteY205" fmla="*/ 1411627 h 3439886"/>
              <a:gd name="connsiteX206" fmla="*/ 0 w 11573522"/>
              <a:gd name="connsiteY206" fmla="*/ 1282664 h 3439886"/>
              <a:gd name="connsiteX207" fmla="*/ 66926 w 11573522"/>
              <a:gd name="connsiteY207" fmla="*/ 1231565 h 3439886"/>
              <a:gd name="connsiteX208" fmla="*/ 73821 w 11573522"/>
              <a:gd name="connsiteY208" fmla="*/ 1234809 h 3439886"/>
              <a:gd name="connsiteX209" fmla="*/ 8924 w 11573522"/>
              <a:gd name="connsiteY209" fmla="*/ 1284286 h 3439886"/>
              <a:gd name="connsiteX210" fmla="*/ 196318 w 11573522"/>
              <a:gd name="connsiteY210" fmla="*/ 1429472 h 3439886"/>
              <a:gd name="connsiteX211" fmla="*/ 384119 w 11573522"/>
              <a:gd name="connsiteY211" fmla="*/ 1286719 h 3439886"/>
              <a:gd name="connsiteX212" fmla="*/ 196724 w 11573522"/>
              <a:gd name="connsiteY212" fmla="*/ 1141534 h 3439886"/>
              <a:gd name="connsiteX213" fmla="*/ 74227 w 11573522"/>
              <a:gd name="connsiteY213" fmla="*/ 1234403 h 3439886"/>
              <a:gd name="connsiteX214" fmla="*/ 67332 w 11573522"/>
              <a:gd name="connsiteY214" fmla="*/ 1231159 h 3439886"/>
              <a:gd name="connsiteX215" fmla="*/ 191856 w 11573522"/>
              <a:gd name="connsiteY215" fmla="*/ 1136667 h 3439886"/>
              <a:gd name="connsiteX216" fmla="*/ 191856 w 11573522"/>
              <a:gd name="connsiteY216" fmla="*/ 1044607 h 3439886"/>
              <a:gd name="connsiteX217" fmla="*/ 198752 w 11573522"/>
              <a:gd name="connsiteY217" fmla="*/ 1045419 h 3439886"/>
              <a:gd name="connsiteX218" fmla="*/ 198752 w 11573522"/>
              <a:gd name="connsiteY218" fmla="*/ 1133828 h 3439886"/>
              <a:gd name="connsiteX219" fmla="*/ 384524 w 11573522"/>
              <a:gd name="connsiteY219" fmla="*/ 1278203 h 3439886"/>
              <a:gd name="connsiteX220" fmla="*/ 384524 w 11573522"/>
              <a:gd name="connsiteY220" fmla="*/ 1099762 h 3439886"/>
              <a:gd name="connsiteX221" fmla="*/ 296912 w 11573522"/>
              <a:gd name="connsiteY221" fmla="*/ 1032037 h 3439886"/>
              <a:gd name="connsiteX222" fmla="*/ 300968 w 11573522"/>
              <a:gd name="connsiteY222" fmla="*/ 1026359 h 3439886"/>
              <a:gd name="connsiteX223" fmla="*/ 388175 w 11573522"/>
              <a:gd name="connsiteY223" fmla="*/ 1094085 h 3439886"/>
              <a:gd name="connsiteX224" fmla="*/ 575977 w 11573522"/>
              <a:gd name="connsiteY224" fmla="*/ 951332 h 3439886"/>
              <a:gd name="connsiteX225" fmla="*/ 434822 w 11573522"/>
              <a:gd name="connsiteY225" fmla="*/ 841835 h 3439886"/>
              <a:gd name="connsiteX226" fmla="*/ 438878 w 11573522"/>
              <a:gd name="connsiteY226" fmla="*/ 836158 h 3439886"/>
              <a:gd name="connsiteX227" fmla="*/ 578816 w 11573522"/>
              <a:gd name="connsiteY227" fmla="*/ 944843 h 3439886"/>
              <a:gd name="connsiteX228" fmla="*/ 578816 w 11573522"/>
              <a:gd name="connsiteY228" fmla="*/ 766808 h 3439886"/>
              <a:gd name="connsiteX229" fmla="*/ 521218 w 11573522"/>
              <a:gd name="connsiteY229" fmla="*/ 722199 h 3439886"/>
              <a:gd name="connsiteX230" fmla="*/ 525274 w 11573522"/>
              <a:gd name="connsiteY230" fmla="*/ 716927 h 3439886"/>
              <a:gd name="connsiteX231" fmla="*/ 582061 w 11573522"/>
              <a:gd name="connsiteY231" fmla="*/ 761131 h 3439886"/>
              <a:gd name="connsiteX232" fmla="*/ 769862 w 11573522"/>
              <a:gd name="connsiteY232" fmla="*/ 618379 h 3439886"/>
              <a:gd name="connsiteX233" fmla="*/ 582872 w 11573522"/>
              <a:gd name="connsiteY233" fmla="*/ 472787 h 3439886"/>
              <a:gd name="connsiteX234" fmla="*/ 395071 w 11573522"/>
              <a:gd name="connsiteY234" fmla="*/ 615540 h 3439886"/>
              <a:gd name="connsiteX235" fmla="*/ 524868 w 11573522"/>
              <a:gd name="connsiteY235" fmla="*/ 716521 h 3439886"/>
              <a:gd name="connsiteX236" fmla="*/ 521218 w 11573522"/>
              <a:gd name="connsiteY236" fmla="*/ 722199 h 3439886"/>
              <a:gd name="connsiteX237" fmla="*/ 392637 w 11573522"/>
              <a:gd name="connsiteY237" fmla="*/ 622434 h 3439886"/>
              <a:gd name="connsiteX238" fmla="*/ 392637 w 11573522"/>
              <a:gd name="connsiteY238" fmla="*/ 800875 h 3439886"/>
              <a:gd name="connsiteX239" fmla="*/ 438472 w 11573522"/>
              <a:gd name="connsiteY239" fmla="*/ 836158 h 3439886"/>
              <a:gd name="connsiteX240" fmla="*/ 434416 w 11573522"/>
              <a:gd name="connsiteY240" fmla="*/ 841430 h 3439886"/>
              <a:gd name="connsiteX241" fmla="*/ 391015 w 11573522"/>
              <a:gd name="connsiteY241" fmla="*/ 807769 h 3439886"/>
              <a:gd name="connsiteX242" fmla="*/ 203214 w 11573522"/>
              <a:gd name="connsiteY242" fmla="*/ 950521 h 3439886"/>
              <a:gd name="connsiteX243" fmla="*/ 300968 w 11573522"/>
              <a:gd name="connsiteY243" fmla="*/ 1026359 h 3439886"/>
              <a:gd name="connsiteX244" fmla="*/ 296912 w 11573522"/>
              <a:gd name="connsiteY244" fmla="*/ 1031630 h 3439886"/>
              <a:gd name="connsiteX245" fmla="*/ 198752 w 11573522"/>
              <a:gd name="connsiteY245" fmla="*/ 955388 h 3439886"/>
              <a:gd name="connsiteX246" fmla="*/ 198752 w 11573522"/>
              <a:gd name="connsiteY246" fmla="*/ 1045013 h 3439886"/>
              <a:gd name="connsiteX247" fmla="*/ 191856 w 11573522"/>
              <a:gd name="connsiteY247" fmla="*/ 1044202 h 3439886"/>
              <a:gd name="connsiteX248" fmla="*/ 191856 w 11573522"/>
              <a:gd name="connsiteY248" fmla="*/ 952954 h 3439886"/>
              <a:gd name="connsiteX249" fmla="*/ 183744 w 11573522"/>
              <a:gd name="connsiteY249" fmla="*/ 946465 h 3439886"/>
              <a:gd name="connsiteX250" fmla="*/ 183744 w 11573522"/>
              <a:gd name="connsiteY250" fmla="*/ 937949 h 3439886"/>
              <a:gd name="connsiteX251" fmla="*/ 192668 w 11573522"/>
              <a:gd name="connsiteY251" fmla="*/ 944843 h 3439886"/>
              <a:gd name="connsiteX252" fmla="*/ 192668 w 11573522"/>
              <a:gd name="connsiteY252" fmla="*/ 766808 h 3439886"/>
              <a:gd name="connsiteX253" fmla="*/ 183744 w 11573522"/>
              <a:gd name="connsiteY253" fmla="*/ 759914 h 3439886"/>
              <a:gd name="connsiteX254" fmla="*/ 183744 w 11573522"/>
              <a:gd name="connsiteY254" fmla="*/ 751398 h 3439886"/>
              <a:gd name="connsiteX255" fmla="*/ 196318 w 11573522"/>
              <a:gd name="connsiteY255" fmla="*/ 761131 h 3439886"/>
              <a:gd name="connsiteX256" fmla="*/ 384119 w 11573522"/>
              <a:gd name="connsiteY256" fmla="*/ 618379 h 3439886"/>
              <a:gd name="connsiteX257" fmla="*/ 196724 w 11573522"/>
              <a:gd name="connsiteY257" fmla="*/ 472787 h 3439886"/>
              <a:gd name="connsiteX258" fmla="*/ 8924 w 11573522"/>
              <a:gd name="connsiteY258" fmla="*/ 615540 h 3439886"/>
              <a:gd name="connsiteX259" fmla="*/ 183339 w 11573522"/>
              <a:gd name="connsiteY259" fmla="*/ 750992 h 3439886"/>
              <a:gd name="connsiteX260" fmla="*/ 183339 w 11573522"/>
              <a:gd name="connsiteY260" fmla="*/ 759508 h 3439886"/>
              <a:gd name="connsiteX261" fmla="*/ 6490 w 11573522"/>
              <a:gd name="connsiteY261" fmla="*/ 622434 h 3439886"/>
              <a:gd name="connsiteX262" fmla="*/ 6490 w 11573522"/>
              <a:gd name="connsiteY262" fmla="*/ 800875 h 3439886"/>
              <a:gd name="connsiteX263" fmla="*/ 183339 w 11573522"/>
              <a:gd name="connsiteY263" fmla="*/ 937544 h 3439886"/>
              <a:gd name="connsiteX264" fmla="*/ 183339 w 11573522"/>
              <a:gd name="connsiteY264" fmla="*/ 946060 h 3439886"/>
              <a:gd name="connsiteX265" fmla="*/ 0 w 11573522"/>
              <a:gd name="connsiteY265" fmla="*/ 804119 h 3439886"/>
              <a:gd name="connsiteX266" fmla="*/ 0 w 11573522"/>
              <a:gd name="connsiteY266" fmla="*/ 613917 h 3439886"/>
              <a:gd name="connsiteX267" fmla="*/ 191856 w 11573522"/>
              <a:gd name="connsiteY267" fmla="*/ 468327 h 3439886"/>
              <a:gd name="connsiteX268" fmla="*/ 191856 w 11573522"/>
              <a:gd name="connsiteY268" fmla="*/ 289076 h 3439886"/>
              <a:gd name="connsiteX269" fmla="*/ 198752 w 11573522"/>
              <a:gd name="connsiteY269" fmla="*/ 294348 h 3439886"/>
              <a:gd name="connsiteX270" fmla="*/ 198752 w 11573522"/>
              <a:gd name="connsiteY270" fmla="*/ 465488 h 3439886"/>
              <a:gd name="connsiteX271" fmla="*/ 384524 w 11573522"/>
              <a:gd name="connsiteY271" fmla="*/ 609862 h 3439886"/>
              <a:gd name="connsiteX272" fmla="*/ 384524 w 11573522"/>
              <a:gd name="connsiteY272" fmla="*/ 431828 h 3439886"/>
              <a:gd name="connsiteX273" fmla="*/ 198752 w 11573522"/>
              <a:gd name="connsiteY273" fmla="*/ 287453 h 3439886"/>
              <a:gd name="connsiteX274" fmla="*/ 198752 w 11573522"/>
              <a:gd name="connsiteY274" fmla="*/ 293942 h 3439886"/>
              <a:gd name="connsiteX275" fmla="*/ 191856 w 11573522"/>
              <a:gd name="connsiteY275" fmla="*/ 288670 h 3439886"/>
              <a:gd name="connsiteX276" fmla="*/ 191856 w 11573522"/>
              <a:gd name="connsiteY276" fmla="*/ 278937 h 3439886"/>
              <a:gd name="connsiteX277" fmla="*/ 377629 w 11573522"/>
              <a:gd name="connsiteY277" fmla="*/ 137401 h 3439886"/>
              <a:gd name="connsiteX278" fmla="*/ 383308 w 11573522"/>
              <a:gd name="connsiteY278" fmla="*/ 141862 h 3439886"/>
              <a:gd name="connsiteX279" fmla="*/ 200780 w 11573522"/>
              <a:gd name="connsiteY279" fmla="*/ 280559 h 3439886"/>
              <a:gd name="connsiteX280" fmla="*/ 388175 w 11573522"/>
              <a:gd name="connsiteY280" fmla="*/ 425745 h 3439886"/>
              <a:gd name="connsiteX281" fmla="*/ 575977 w 11573522"/>
              <a:gd name="connsiteY281" fmla="*/ 282993 h 3439886"/>
              <a:gd name="connsiteX282" fmla="*/ 388580 w 11573522"/>
              <a:gd name="connsiteY282" fmla="*/ 137807 h 3439886"/>
              <a:gd name="connsiteX283" fmla="*/ 383308 w 11573522"/>
              <a:gd name="connsiteY283" fmla="*/ 141862 h 3439886"/>
              <a:gd name="connsiteX284" fmla="*/ 378035 w 11573522"/>
              <a:gd name="connsiteY284" fmla="*/ 137401 h 3439886"/>
              <a:gd name="connsiteX285" fmla="*/ 386147 w 11573522"/>
              <a:gd name="connsiteY285" fmla="*/ 131318 h 3439886"/>
              <a:gd name="connsiteX286" fmla="*/ 386147 w 11573522"/>
              <a:gd name="connsiteY286" fmla="*/ 1350 h 3439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Lst>
            <a:rect l="l" t="t" r="r" b="b"/>
            <a:pathLst>
              <a:path w="11573522" h="3439886">
                <a:moveTo>
                  <a:pt x="388580" y="2811978"/>
                </a:moveTo>
                <a:cubicBezTo>
                  <a:pt x="266084" y="2905253"/>
                  <a:pt x="266084" y="2905253"/>
                  <a:pt x="266084" y="2905253"/>
                </a:cubicBezTo>
                <a:cubicBezTo>
                  <a:pt x="200780" y="2954731"/>
                  <a:pt x="200780" y="2954731"/>
                  <a:pt x="200780" y="2954731"/>
                </a:cubicBezTo>
                <a:cubicBezTo>
                  <a:pt x="388175" y="3100322"/>
                  <a:pt x="388175" y="3100322"/>
                  <a:pt x="388175" y="3100322"/>
                </a:cubicBezTo>
                <a:cubicBezTo>
                  <a:pt x="575977" y="2957569"/>
                  <a:pt x="575977" y="2957569"/>
                  <a:pt x="575977" y="2957569"/>
                </a:cubicBezTo>
                <a:cubicBezTo>
                  <a:pt x="388580" y="2811978"/>
                  <a:pt x="388580" y="2811978"/>
                  <a:pt x="388580" y="2811978"/>
                </a:cubicBezTo>
                <a:close/>
                <a:moveTo>
                  <a:pt x="386147" y="0"/>
                </a:moveTo>
                <a:lnTo>
                  <a:pt x="392637" y="0"/>
                </a:lnTo>
                <a:lnTo>
                  <a:pt x="392637" y="28893"/>
                </a:lnTo>
                <a:cubicBezTo>
                  <a:pt x="392637" y="131318"/>
                  <a:pt x="392637" y="131318"/>
                  <a:pt x="392637" y="131318"/>
                </a:cubicBezTo>
                <a:cubicBezTo>
                  <a:pt x="578816" y="275693"/>
                  <a:pt x="578816" y="275693"/>
                  <a:pt x="578816" y="275693"/>
                </a:cubicBezTo>
                <a:cubicBezTo>
                  <a:pt x="578816" y="97658"/>
                  <a:pt x="578816" y="97658"/>
                  <a:pt x="578816" y="97658"/>
                </a:cubicBezTo>
                <a:cubicBezTo>
                  <a:pt x="521320" y="52946"/>
                  <a:pt x="485384" y="25001"/>
                  <a:pt x="462924" y="7536"/>
                </a:cubicBezTo>
                <a:lnTo>
                  <a:pt x="453234" y="0"/>
                </a:lnTo>
                <a:lnTo>
                  <a:pt x="464209" y="0"/>
                </a:lnTo>
                <a:lnTo>
                  <a:pt x="484510" y="15775"/>
                </a:lnTo>
                <a:cubicBezTo>
                  <a:pt x="582061" y="91574"/>
                  <a:pt x="582061" y="91574"/>
                  <a:pt x="582061" y="91574"/>
                </a:cubicBezTo>
                <a:cubicBezTo>
                  <a:pt x="638188" y="48992"/>
                  <a:pt x="673267" y="22378"/>
                  <a:pt x="695192" y="5744"/>
                </a:cubicBezTo>
                <a:lnTo>
                  <a:pt x="702764" y="0"/>
                </a:lnTo>
                <a:lnTo>
                  <a:pt x="2758098" y="0"/>
                </a:lnTo>
                <a:lnTo>
                  <a:pt x="2764588" y="0"/>
                </a:lnTo>
                <a:lnTo>
                  <a:pt x="2825185" y="0"/>
                </a:lnTo>
                <a:lnTo>
                  <a:pt x="2836160" y="0"/>
                </a:lnTo>
                <a:lnTo>
                  <a:pt x="3074715" y="0"/>
                </a:lnTo>
                <a:lnTo>
                  <a:pt x="9201571" y="0"/>
                </a:lnTo>
                <a:lnTo>
                  <a:pt x="11573522" y="0"/>
                </a:lnTo>
                <a:lnTo>
                  <a:pt x="11573522" y="3439886"/>
                </a:lnTo>
                <a:lnTo>
                  <a:pt x="962936" y="3439886"/>
                </a:lnTo>
                <a:lnTo>
                  <a:pt x="962936" y="3439632"/>
                </a:lnTo>
                <a:cubicBezTo>
                  <a:pt x="962936" y="3438953"/>
                  <a:pt x="962936" y="3438953"/>
                  <a:pt x="962936" y="3438953"/>
                </a:cubicBezTo>
                <a:cubicBezTo>
                  <a:pt x="776757" y="3294579"/>
                  <a:pt x="776757" y="3294579"/>
                  <a:pt x="776757" y="3294579"/>
                </a:cubicBezTo>
                <a:cubicBezTo>
                  <a:pt x="776757" y="3361342"/>
                  <a:pt x="776757" y="3403069"/>
                  <a:pt x="776757" y="3429148"/>
                </a:cubicBezTo>
                <a:lnTo>
                  <a:pt x="776757" y="3439886"/>
                </a:lnTo>
                <a:lnTo>
                  <a:pt x="769862" y="3439886"/>
                </a:lnTo>
                <a:lnTo>
                  <a:pt x="769862" y="3414403"/>
                </a:lnTo>
                <a:cubicBezTo>
                  <a:pt x="769862" y="3292145"/>
                  <a:pt x="769862" y="3292145"/>
                  <a:pt x="769862" y="3292145"/>
                </a:cubicBezTo>
                <a:cubicBezTo>
                  <a:pt x="629924" y="3183458"/>
                  <a:pt x="629924" y="3183458"/>
                  <a:pt x="629924" y="3183458"/>
                </a:cubicBezTo>
                <a:cubicBezTo>
                  <a:pt x="633168" y="3177375"/>
                  <a:pt x="633168" y="3177375"/>
                  <a:pt x="633168" y="3177375"/>
                </a:cubicBezTo>
                <a:cubicBezTo>
                  <a:pt x="771079" y="3284034"/>
                  <a:pt x="771079" y="3284034"/>
                  <a:pt x="771079" y="3284034"/>
                </a:cubicBezTo>
                <a:cubicBezTo>
                  <a:pt x="771079" y="3105999"/>
                  <a:pt x="771079" y="3105999"/>
                  <a:pt x="771079" y="3105999"/>
                </a:cubicBezTo>
                <a:cubicBezTo>
                  <a:pt x="704963" y="3054900"/>
                  <a:pt x="704963" y="3054900"/>
                  <a:pt x="704963" y="3054900"/>
                </a:cubicBezTo>
                <a:cubicBezTo>
                  <a:pt x="708614" y="3049222"/>
                  <a:pt x="708614" y="3049222"/>
                  <a:pt x="708614" y="3049222"/>
                </a:cubicBezTo>
                <a:cubicBezTo>
                  <a:pt x="774323" y="3100322"/>
                  <a:pt x="774323" y="3100322"/>
                  <a:pt x="774323" y="3100322"/>
                </a:cubicBezTo>
                <a:cubicBezTo>
                  <a:pt x="962125" y="2957569"/>
                  <a:pt x="962125" y="2957569"/>
                  <a:pt x="962125" y="2957569"/>
                </a:cubicBezTo>
                <a:cubicBezTo>
                  <a:pt x="824621" y="2850911"/>
                  <a:pt x="824621" y="2850911"/>
                  <a:pt x="824621" y="2850911"/>
                </a:cubicBezTo>
                <a:cubicBezTo>
                  <a:pt x="828271" y="2844422"/>
                  <a:pt x="828271" y="2844422"/>
                  <a:pt x="828271" y="2844422"/>
                </a:cubicBezTo>
                <a:cubicBezTo>
                  <a:pt x="962936" y="2948647"/>
                  <a:pt x="962936" y="2948647"/>
                  <a:pt x="962936" y="2948647"/>
                </a:cubicBezTo>
                <a:cubicBezTo>
                  <a:pt x="962936" y="2770612"/>
                  <a:pt x="962936" y="2770612"/>
                  <a:pt x="962936" y="2770612"/>
                </a:cubicBezTo>
                <a:cubicBezTo>
                  <a:pt x="900065" y="2721947"/>
                  <a:pt x="900065" y="2721947"/>
                  <a:pt x="900065" y="2721947"/>
                </a:cubicBezTo>
                <a:cubicBezTo>
                  <a:pt x="903716" y="2715864"/>
                  <a:pt x="903716" y="2715864"/>
                  <a:pt x="903716" y="2715864"/>
                </a:cubicBezTo>
                <a:cubicBezTo>
                  <a:pt x="966181" y="2764529"/>
                  <a:pt x="966181" y="2764529"/>
                  <a:pt x="966181" y="2764529"/>
                </a:cubicBezTo>
                <a:cubicBezTo>
                  <a:pt x="1153982" y="2621777"/>
                  <a:pt x="1153982" y="2621777"/>
                  <a:pt x="1153982" y="2621777"/>
                </a:cubicBezTo>
                <a:cubicBezTo>
                  <a:pt x="969021" y="2478619"/>
                  <a:pt x="969021" y="2478619"/>
                  <a:pt x="969021" y="2478619"/>
                </a:cubicBezTo>
                <a:cubicBezTo>
                  <a:pt x="781219" y="2621371"/>
                  <a:pt x="781219" y="2621371"/>
                  <a:pt x="781219" y="2621371"/>
                </a:cubicBezTo>
                <a:cubicBezTo>
                  <a:pt x="903310" y="2715864"/>
                  <a:pt x="903310" y="2715864"/>
                  <a:pt x="903310" y="2715864"/>
                </a:cubicBezTo>
                <a:cubicBezTo>
                  <a:pt x="900065" y="2721542"/>
                  <a:pt x="900065" y="2721542"/>
                  <a:pt x="900065" y="2721542"/>
                </a:cubicBezTo>
                <a:cubicBezTo>
                  <a:pt x="776757" y="2626238"/>
                  <a:pt x="776757" y="2626238"/>
                  <a:pt x="776757" y="2626238"/>
                </a:cubicBezTo>
                <a:cubicBezTo>
                  <a:pt x="776757" y="2804273"/>
                  <a:pt x="776757" y="2804273"/>
                  <a:pt x="776757" y="2804273"/>
                </a:cubicBezTo>
                <a:cubicBezTo>
                  <a:pt x="828271" y="2844017"/>
                  <a:pt x="828271" y="2844017"/>
                  <a:pt x="828271" y="2844017"/>
                </a:cubicBezTo>
                <a:cubicBezTo>
                  <a:pt x="824215" y="2850506"/>
                  <a:pt x="824215" y="2850506"/>
                  <a:pt x="824215" y="2850506"/>
                </a:cubicBezTo>
                <a:cubicBezTo>
                  <a:pt x="774729" y="2811978"/>
                  <a:pt x="774729" y="2811978"/>
                  <a:pt x="774729" y="2811978"/>
                </a:cubicBezTo>
                <a:cubicBezTo>
                  <a:pt x="586928" y="2954731"/>
                  <a:pt x="586928" y="2954731"/>
                  <a:pt x="586928" y="2954731"/>
                </a:cubicBezTo>
                <a:cubicBezTo>
                  <a:pt x="708208" y="3048817"/>
                  <a:pt x="708208" y="3048817"/>
                  <a:pt x="708208" y="3048817"/>
                </a:cubicBezTo>
                <a:cubicBezTo>
                  <a:pt x="704963" y="3054900"/>
                  <a:pt x="704963" y="3054900"/>
                  <a:pt x="704963" y="3054900"/>
                </a:cubicBezTo>
                <a:cubicBezTo>
                  <a:pt x="584900" y="2961625"/>
                  <a:pt x="584900" y="2961625"/>
                  <a:pt x="584900" y="2961625"/>
                </a:cubicBezTo>
                <a:cubicBezTo>
                  <a:pt x="584900" y="3140065"/>
                  <a:pt x="584900" y="3140065"/>
                  <a:pt x="584900" y="3140065"/>
                </a:cubicBezTo>
                <a:cubicBezTo>
                  <a:pt x="633168" y="3177375"/>
                  <a:pt x="633168" y="3177375"/>
                  <a:pt x="633168" y="3177375"/>
                </a:cubicBezTo>
                <a:cubicBezTo>
                  <a:pt x="629518" y="3183052"/>
                  <a:pt x="629518" y="3183052"/>
                  <a:pt x="629518" y="3183052"/>
                </a:cubicBezTo>
                <a:cubicBezTo>
                  <a:pt x="582872" y="3146960"/>
                  <a:pt x="582872" y="3146960"/>
                  <a:pt x="582872" y="3146960"/>
                </a:cubicBezTo>
                <a:cubicBezTo>
                  <a:pt x="388175" y="3295390"/>
                  <a:pt x="388175" y="3295390"/>
                  <a:pt x="388175" y="3295390"/>
                </a:cubicBezTo>
                <a:cubicBezTo>
                  <a:pt x="191856" y="3143310"/>
                  <a:pt x="191856" y="3143310"/>
                  <a:pt x="191856" y="3143310"/>
                </a:cubicBezTo>
                <a:cubicBezTo>
                  <a:pt x="191856" y="3082477"/>
                  <a:pt x="191856" y="3082477"/>
                  <a:pt x="191856" y="3082477"/>
                </a:cubicBezTo>
                <a:cubicBezTo>
                  <a:pt x="198752" y="3085316"/>
                  <a:pt x="198752" y="3085316"/>
                  <a:pt x="198752" y="3085316"/>
                </a:cubicBezTo>
                <a:cubicBezTo>
                  <a:pt x="198752" y="3140065"/>
                  <a:pt x="198752" y="3140065"/>
                  <a:pt x="198752" y="3140065"/>
                </a:cubicBezTo>
                <a:cubicBezTo>
                  <a:pt x="384930" y="3284034"/>
                  <a:pt x="384930" y="3284034"/>
                  <a:pt x="384930" y="3284034"/>
                </a:cubicBezTo>
                <a:cubicBezTo>
                  <a:pt x="384930" y="3105999"/>
                  <a:pt x="384930" y="3105999"/>
                  <a:pt x="384930" y="3105999"/>
                </a:cubicBezTo>
                <a:cubicBezTo>
                  <a:pt x="198752" y="2961625"/>
                  <a:pt x="198752" y="2961625"/>
                  <a:pt x="198752" y="2961625"/>
                </a:cubicBezTo>
                <a:cubicBezTo>
                  <a:pt x="198752" y="3084911"/>
                  <a:pt x="198752" y="3084911"/>
                  <a:pt x="198752" y="3084911"/>
                </a:cubicBezTo>
                <a:cubicBezTo>
                  <a:pt x="191856" y="3082072"/>
                  <a:pt x="191856" y="3082072"/>
                  <a:pt x="191856" y="3082072"/>
                </a:cubicBezTo>
                <a:cubicBezTo>
                  <a:pt x="191856" y="2953108"/>
                  <a:pt x="191856" y="2953108"/>
                  <a:pt x="191856" y="2953108"/>
                </a:cubicBezTo>
                <a:cubicBezTo>
                  <a:pt x="259189" y="2902009"/>
                  <a:pt x="259189" y="2902009"/>
                  <a:pt x="259189" y="2902009"/>
                </a:cubicBezTo>
                <a:cubicBezTo>
                  <a:pt x="383713" y="2807517"/>
                  <a:pt x="383713" y="2807517"/>
                  <a:pt x="383713" y="2807517"/>
                </a:cubicBezTo>
                <a:cubicBezTo>
                  <a:pt x="383713" y="2715053"/>
                  <a:pt x="383713" y="2715053"/>
                  <a:pt x="383713" y="2715053"/>
                </a:cubicBezTo>
                <a:cubicBezTo>
                  <a:pt x="390609" y="2716269"/>
                  <a:pt x="390609" y="2716269"/>
                  <a:pt x="390609" y="2716269"/>
                </a:cubicBezTo>
                <a:cubicBezTo>
                  <a:pt x="390609" y="2804273"/>
                  <a:pt x="390609" y="2804273"/>
                  <a:pt x="390609" y="2804273"/>
                </a:cubicBezTo>
                <a:cubicBezTo>
                  <a:pt x="576788" y="2948647"/>
                  <a:pt x="576788" y="2948647"/>
                  <a:pt x="576788" y="2948647"/>
                </a:cubicBezTo>
                <a:cubicBezTo>
                  <a:pt x="576788" y="2770612"/>
                  <a:pt x="576788" y="2770612"/>
                  <a:pt x="576788" y="2770612"/>
                </a:cubicBezTo>
                <a:cubicBezTo>
                  <a:pt x="489174" y="2702481"/>
                  <a:pt x="489174" y="2702481"/>
                  <a:pt x="489174" y="2702481"/>
                </a:cubicBezTo>
                <a:cubicBezTo>
                  <a:pt x="492825" y="2697209"/>
                  <a:pt x="492825" y="2697209"/>
                  <a:pt x="492825" y="2697209"/>
                </a:cubicBezTo>
                <a:cubicBezTo>
                  <a:pt x="580033" y="2764529"/>
                  <a:pt x="580033" y="2764529"/>
                  <a:pt x="580033" y="2764529"/>
                </a:cubicBezTo>
                <a:cubicBezTo>
                  <a:pt x="767834" y="2621777"/>
                  <a:pt x="767834" y="2621777"/>
                  <a:pt x="767834" y="2621777"/>
                </a:cubicBezTo>
                <a:cubicBezTo>
                  <a:pt x="626679" y="2512280"/>
                  <a:pt x="626679" y="2512280"/>
                  <a:pt x="626679" y="2512280"/>
                </a:cubicBezTo>
                <a:cubicBezTo>
                  <a:pt x="630735" y="2507007"/>
                  <a:pt x="630735" y="2507007"/>
                  <a:pt x="630735" y="2507007"/>
                </a:cubicBezTo>
                <a:cubicBezTo>
                  <a:pt x="771079" y="2615693"/>
                  <a:pt x="771079" y="2615693"/>
                  <a:pt x="771079" y="2615693"/>
                </a:cubicBezTo>
                <a:cubicBezTo>
                  <a:pt x="771079" y="2437659"/>
                  <a:pt x="771079" y="2437659"/>
                  <a:pt x="771079" y="2437659"/>
                </a:cubicBezTo>
                <a:cubicBezTo>
                  <a:pt x="713481" y="2392644"/>
                  <a:pt x="713481" y="2392644"/>
                  <a:pt x="713481" y="2392644"/>
                </a:cubicBezTo>
                <a:cubicBezTo>
                  <a:pt x="717131" y="2387372"/>
                  <a:pt x="717131" y="2387372"/>
                  <a:pt x="717131" y="2387372"/>
                </a:cubicBezTo>
                <a:cubicBezTo>
                  <a:pt x="774323" y="2431576"/>
                  <a:pt x="774323" y="2431576"/>
                  <a:pt x="774323" y="2431576"/>
                </a:cubicBezTo>
                <a:cubicBezTo>
                  <a:pt x="962125" y="2288824"/>
                  <a:pt x="962125" y="2288824"/>
                  <a:pt x="962125" y="2288824"/>
                </a:cubicBezTo>
                <a:cubicBezTo>
                  <a:pt x="774729" y="2143638"/>
                  <a:pt x="774729" y="2143638"/>
                  <a:pt x="774729" y="2143638"/>
                </a:cubicBezTo>
                <a:cubicBezTo>
                  <a:pt x="586928" y="2286391"/>
                  <a:pt x="586928" y="2286391"/>
                  <a:pt x="586928" y="2286391"/>
                </a:cubicBezTo>
                <a:cubicBezTo>
                  <a:pt x="717131" y="2387372"/>
                  <a:pt x="717131" y="2387372"/>
                  <a:pt x="717131" y="2387372"/>
                </a:cubicBezTo>
                <a:cubicBezTo>
                  <a:pt x="713075" y="2392644"/>
                  <a:pt x="713075" y="2392644"/>
                  <a:pt x="713075" y="2392644"/>
                </a:cubicBezTo>
                <a:cubicBezTo>
                  <a:pt x="584900" y="2293285"/>
                  <a:pt x="584900" y="2293285"/>
                  <a:pt x="584900" y="2293285"/>
                </a:cubicBezTo>
                <a:cubicBezTo>
                  <a:pt x="584900" y="2471319"/>
                  <a:pt x="584900" y="2471319"/>
                  <a:pt x="584900" y="2471319"/>
                </a:cubicBezTo>
                <a:cubicBezTo>
                  <a:pt x="630329" y="2506602"/>
                  <a:pt x="630329" y="2506602"/>
                  <a:pt x="630329" y="2506602"/>
                </a:cubicBezTo>
                <a:cubicBezTo>
                  <a:pt x="626679" y="2512280"/>
                  <a:pt x="626679" y="2512280"/>
                  <a:pt x="626679" y="2512280"/>
                </a:cubicBezTo>
                <a:cubicBezTo>
                  <a:pt x="582872" y="2478619"/>
                  <a:pt x="582872" y="2478619"/>
                  <a:pt x="582872" y="2478619"/>
                </a:cubicBezTo>
                <a:cubicBezTo>
                  <a:pt x="395071" y="2621371"/>
                  <a:pt x="395071" y="2621371"/>
                  <a:pt x="395071" y="2621371"/>
                </a:cubicBezTo>
                <a:cubicBezTo>
                  <a:pt x="492825" y="2696804"/>
                  <a:pt x="492825" y="2696804"/>
                  <a:pt x="492825" y="2696804"/>
                </a:cubicBezTo>
                <a:cubicBezTo>
                  <a:pt x="488769" y="2702481"/>
                  <a:pt x="488769" y="2702481"/>
                  <a:pt x="488769" y="2702481"/>
                </a:cubicBezTo>
                <a:cubicBezTo>
                  <a:pt x="390609" y="2626238"/>
                  <a:pt x="390609" y="2626238"/>
                  <a:pt x="390609" y="2626238"/>
                </a:cubicBezTo>
                <a:cubicBezTo>
                  <a:pt x="390609" y="2715864"/>
                  <a:pt x="390609" y="2715864"/>
                  <a:pt x="390609" y="2715864"/>
                </a:cubicBezTo>
                <a:cubicBezTo>
                  <a:pt x="383713" y="2714647"/>
                  <a:pt x="383713" y="2714647"/>
                  <a:pt x="383713" y="2714647"/>
                </a:cubicBezTo>
                <a:cubicBezTo>
                  <a:pt x="383713" y="2623399"/>
                  <a:pt x="383713" y="2623399"/>
                  <a:pt x="383713" y="2623399"/>
                </a:cubicBezTo>
                <a:cubicBezTo>
                  <a:pt x="375601" y="2616910"/>
                  <a:pt x="375601" y="2616910"/>
                  <a:pt x="375601" y="2616910"/>
                </a:cubicBezTo>
                <a:cubicBezTo>
                  <a:pt x="375601" y="2608394"/>
                  <a:pt x="375601" y="2608394"/>
                  <a:pt x="375601" y="2608394"/>
                </a:cubicBezTo>
                <a:cubicBezTo>
                  <a:pt x="384930" y="2615693"/>
                  <a:pt x="384930" y="2615693"/>
                  <a:pt x="384930" y="2615693"/>
                </a:cubicBezTo>
                <a:cubicBezTo>
                  <a:pt x="384930" y="2437659"/>
                  <a:pt x="384930" y="2437659"/>
                  <a:pt x="384930" y="2437659"/>
                </a:cubicBezTo>
                <a:cubicBezTo>
                  <a:pt x="375601" y="2430360"/>
                  <a:pt x="375601" y="2430360"/>
                  <a:pt x="375601" y="2430360"/>
                </a:cubicBezTo>
                <a:cubicBezTo>
                  <a:pt x="375601" y="2421843"/>
                  <a:pt x="375601" y="2421843"/>
                  <a:pt x="375601" y="2421843"/>
                </a:cubicBezTo>
                <a:cubicBezTo>
                  <a:pt x="388175" y="2431576"/>
                  <a:pt x="388175" y="2431576"/>
                  <a:pt x="388175" y="2431576"/>
                </a:cubicBezTo>
                <a:cubicBezTo>
                  <a:pt x="575977" y="2288824"/>
                  <a:pt x="575977" y="2288824"/>
                  <a:pt x="575977" y="2288824"/>
                </a:cubicBezTo>
                <a:cubicBezTo>
                  <a:pt x="388580" y="2143638"/>
                  <a:pt x="388580" y="2143638"/>
                  <a:pt x="388580" y="2143638"/>
                </a:cubicBezTo>
                <a:cubicBezTo>
                  <a:pt x="200780" y="2286391"/>
                  <a:pt x="200780" y="2286391"/>
                  <a:pt x="200780" y="2286391"/>
                </a:cubicBezTo>
                <a:cubicBezTo>
                  <a:pt x="375195" y="2421843"/>
                  <a:pt x="375195" y="2421843"/>
                  <a:pt x="375195" y="2421843"/>
                </a:cubicBezTo>
                <a:cubicBezTo>
                  <a:pt x="375195" y="2429954"/>
                  <a:pt x="375195" y="2429954"/>
                  <a:pt x="375195" y="2429954"/>
                </a:cubicBezTo>
                <a:cubicBezTo>
                  <a:pt x="198752" y="2293285"/>
                  <a:pt x="198752" y="2293285"/>
                  <a:pt x="198752" y="2293285"/>
                </a:cubicBezTo>
                <a:cubicBezTo>
                  <a:pt x="198752" y="2471319"/>
                  <a:pt x="198752" y="2471319"/>
                  <a:pt x="198752" y="2471319"/>
                </a:cubicBezTo>
                <a:cubicBezTo>
                  <a:pt x="375195" y="2608394"/>
                  <a:pt x="375195" y="2608394"/>
                  <a:pt x="375195" y="2608394"/>
                </a:cubicBezTo>
                <a:cubicBezTo>
                  <a:pt x="375195" y="2616910"/>
                  <a:pt x="375195" y="2616910"/>
                  <a:pt x="375195" y="2616910"/>
                </a:cubicBezTo>
                <a:cubicBezTo>
                  <a:pt x="191856" y="2474563"/>
                  <a:pt x="191856" y="2474563"/>
                  <a:pt x="191856" y="2474563"/>
                </a:cubicBezTo>
                <a:cubicBezTo>
                  <a:pt x="191856" y="2284768"/>
                  <a:pt x="191856" y="2284768"/>
                  <a:pt x="191856" y="2284768"/>
                </a:cubicBezTo>
                <a:cubicBezTo>
                  <a:pt x="383713" y="2138772"/>
                  <a:pt x="383713" y="2138772"/>
                  <a:pt x="383713" y="2138772"/>
                </a:cubicBezTo>
                <a:cubicBezTo>
                  <a:pt x="383713" y="1959926"/>
                  <a:pt x="383713" y="1959926"/>
                  <a:pt x="383713" y="1959926"/>
                </a:cubicBezTo>
                <a:cubicBezTo>
                  <a:pt x="390609" y="1965198"/>
                  <a:pt x="390609" y="1965198"/>
                  <a:pt x="390609" y="1965198"/>
                </a:cubicBezTo>
                <a:cubicBezTo>
                  <a:pt x="390609" y="2136339"/>
                  <a:pt x="390609" y="2136339"/>
                  <a:pt x="390609" y="2136339"/>
                </a:cubicBezTo>
                <a:cubicBezTo>
                  <a:pt x="576788" y="2280307"/>
                  <a:pt x="576788" y="2280307"/>
                  <a:pt x="576788" y="2280307"/>
                </a:cubicBezTo>
                <a:cubicBezTo>
                  <a:pt x="576788" y="2102272"/>
                  <a:pt x="576788" y="2102272"/>
                  <a:pt x="576788" y="2102272"/>
                </a:cubicBezTo>
                <a:cubicBezTo>
                  <a:pt x="390609" y="1957898"/>
                  <a:pt x="390609" y="1957898"/>
                  <a:pt x="390609" y="1957898"/>
                </a:cubicBezTo>
                <a:cubicBezTo>
                  <a:pt x="390609" y="1964792"/>
                  <a:pt x="390609" y="1964792"/>
                  <a:pt x="390609" y="1964792"/>
                </a:cubicBezTo>
                <a:cubicBezTo>
                  <a:pt x="383713" y="1959520"/>
                  <a:pt x="383713" y="1959520"/>
                  <a:pt x="383713" y="1959520"/>
                </a:cubicBezTo>
                <a:cubicBezTo>
                  <a:pt x="383713" y="1949382"/>
                  <a:pt x="383713" y="1949382"/>
                  <a:pt x="383713" y="1949382"/>
                </a:cubicBezTo>
                <a:cubicBezTo>
                  <a:pt x="569487" y="1808251"/>
                  <a:pt x="569487" y="1808251"/>
                  <a:pt x="569487" y="1808251"/>
                </a:cubicBezTo>
                <a:cubicBezTo>
                  <a:pt x="575166" y="1812307"/>
                  <a:pt x="575166" y="1812307"/>
                  <a:pt x="575166" y="1812307"/>
                </a:cubicBezTo>
                <a:cubicBezTo>
                  <a:pt x="392637" y="1951004"/>
                  <a:pt x="392637" y="1951004"/>
                  <a:pt x="392637" y="1951004"/>
                </a:cubicBezTo>
                <a:cubicBezTo>
                  <a:pt x="580033" y="2096594"/>
                  <a:pt x="580033" y="2096594"/>
                  <a:pt x="580033" y="2096594"/>
                </a:cubicBezTo>
                <a:cubicBezTo>
                  <a:pt x="767834" y="1953437"/>
                  <a:pt x="767834" y="1953437"/>
                  <a:pt x="767834" y="1953437"/>
                </a:cubicBezTo>
                <a:cubicBezTo>
                  <a:pt x="580438" y="1808251"/>
                  <a:pt x="580438" y="1808251"/>
                  <a:pt x="580438" y="1808251"/>
                </a:cubicBezTo>
                <a:cubicBezTo>
                  <a:pt x="575166" y="1812307"/>
                  <a:pt x="575166" y="1812307"/>
                  <a:pt x="575166" y="1812307"/>
                </a:cubicBezTo>
                <a:cubicBezTo>
                  <a:pt x="569893" y="1807846"/>
                  <a:pt x="569893" y="1807846"/>
                  <a:pt x="569893" y="1807846"/>
                </a:cubicBezTo>
                <a:cubicBezTo>
                  <a:pt x="578005" y="1801763"/>
                  <a:pt x="578005" y="1801763"/>
                  <a:pt x="578005" y="1801763"/>
                </a:cubicBezTo>
                <a:cubicBezTo>
                  <a:pt x="578005" y="1795679"/>
                  <a:pt x="578005" y="1795679"/>
                  <a:pt x="578005" y="1795679"/>
                </a:cubicBezTo>
                <a:cubicBezTo>
                  <a:pt x="584900" y="1795679"/>
                  <a:pt x="584900" y="1795679"/>
                  <a:pt x="584900" y="1795679"/>
                </a:cubicBezTo>
                <a:cubicBezTo>
                  <a:pt x="584900" y="1802168"/>
                  <a:pt x="584900" y="1802168"/>
                  <a:pt x="584900" y="1802168"/>
                </a:cubicBezTo>
                <a:cubicBezTo>
                  <a:pt x="771079" y="1946137"/>
                  <a:pt x="771079" y="1946137"/>
                  <a:pt x="771079" y="1946137"/>
                </a:cubicBezTo>
                <a:cubicBezTo>
                  <a:pt x="771079" y="1783107"/>
                  <a:pt x="771079" y="1783107"/>
                  <a:pt x="771079" y="1783107"/>
                </a:cubicBezTo>
                <a:cubicBezTo>
                  <a:pt x="771079" y="1768508"/>
                  <a:pt x="771079" y="1768508"/>
                  <a:pt x="771079" y="1768508"/>
                </a:cubicBezTo>
                <a:cubicBezTo>
                  <a:pt x="584900" y="1624133"/>
                  <a:pt x="584900" y="1624133"/>
                  <a:pt x="584900" y="1624133"/>
                </a:cubicBezTo>
                <a:cubicBezTo>
                  <a:pt x="584900" y="1785541"/>
                  <a:pt x="584900" y="1785541"/>
                  <a:pt x="584900" y="1785541"/>
                </a:cubicBezTo>
                <a:cubicBezTo>
                  <a:pt x="584900" y="1795274"/>
                  <a:pt x="584900" y="1795274"/>
                  <a:pt x="584900" y="1795274"/>
                </a:cubicBezTo>
                <a:cubicBezTo>
                  <a:pt x="578005" y="1795274"/>
                  <a:pt x="578005" y="1795274"/>
                  <a:pt x="578005" y="1795274"/>
                </a:cubicBezTo>
                <a:cubicBezTo>
                  <a:pt x="578005" y="1621294"/>
                  <a:pt x="578005" y="1621294"/>
                  <a:pt x="578005" y="1621294"/>
                </a:cubicBezTo>
                <a:cubicBezTo>
                  <a:pt x="437661" y="1512608"/>
                  <a:pt x="437661" y="1512608"/>
                  <a:pt x="437661" y="1512608"/>
                </a:cubicBezTo>
                <a:cubicBezTo>
                  <a:pt x="441312" y="1506930"/>
                  <a:pt x="441312" y="1506930"/>
                  <a:pt x="441312" y="1506930"/>
                </a:cubicBezTo>
                <a:cubicBezTo>
                  <a:pt x="578816" y="1613589"/>
                  <a:pt x="578816" y="1613589"/>
                  <a:pt x="578816" y="1613589"/>
                </a:cubicBezTo>
                <a:cubicBezTo>
                  <a:pt x="578816" y="1435555"/>
                  <a:pt x="578816" y="1435555"/>
                  <a:pt x="578816" y="1435555"/>
                </a:cubicBezTo>
                <a:cubicBezTo>
                  <a:pt x="513106" y="1384456"/>
                  <a:pt x="513106" y="1384456"/>
                  <a:pt x="513106" y="1384456"/>
                </a:cubicBezTo>
                <a:cubicBezTo>
                  <a:pt x="516350" y="1378372"/>
                  <a:pt x="516350" y="1378372"/>
                  <a:pt x="516350" y="1378372"/>
                </a:cubicBezTo>
                <a:cubicBezTo>
                  <a:pt x="582061" y="1429472"/>
                  <a:pt x="582061" y="1429472"/>
                  <a:pt x="582061" y="1429472"/>
                </a:cubicBezTo>
                <a:cubicBezTo>
                  <a:pt x="769862" y="1286719"/>
                  <a:pt x="769862" y="1286719"/>
                  <a:pt x="769862" y="1286719"/>
                </a:cubicBezTo>
                <a:cubicBezTo>
                  <a:pt x="632763" y="1180060"/>
                  <a:pt x="632763" y="1180060"/>
                  <a:pt x="632763" y="1180060"/>
                </a:cubicBezTo>
                <a:cubicBezTo>
                  <a:pt x="636413" y="1173571"/>
                  <a:pt x="636413" y="1173571"/>
                  <a:pt x="636413" y="1173571"/>
                </a:cubicBezTo>
                <a:cubicBezTo>
                  <a:pt x="771079" y="1278203"/>
                  <a:pt x="771079" y="1278203"/>
                  <a:pt x="771079" y="1278203"/>
                </a:cubicBezTo>
                <a:cubicBezTo>
                  <a:pt x="771079" y="1099762"/>
                  <a:pt x="771079" y="1099762"/>
                  <a:pt x="771079" y="1099762"/>
                </a:cubicBezTo>
                <a:cubicBezTo>
                  <a:pt x="708208" y="1051096"/>
                  <a:pt x="708208" y="1051096"/>
                  <a:pt x="708208" y="1051096"/>
                </a:cubicBezTo>
                <a:cubicBezTo>
                  <a:pt x="711453" y="1045419"/>
                  <a:pt x="711453" y="1045419"/>
                  <a:pt x="711453" y="1045419"/>
                </a:cubicBezTo>
                <a:cubicBezTo>
                  <a:pt x="774323" y="1094085"/>
                  <a:pt x="774323" y="1094085"/>
                  <a:pt x="774323" y="1094085"/>
                </a:cubicBezTo>
                <a:cubicBezTo>
                  <a:pt x="962125" y="951332"/>
                  <a:pt x="962125" y="951332"/>
                  <a:pt x="962125" y="951332"/>
                </a:cubicBezTo>
                <a:cubicBezTo>
                  <a:pt x="777163" y="807769"/>
                  <a:pt x="777163" y="807769"/>
                  <a:pt x="777163" y="807769"/>
                </a:cubicBezTo>
                <a:cubicBezTo>
                  <a:pt x="589362" y="950521"/>
                  <a:pt x="589362" y="950521"/>
                  <a:pt x="589362" y="950521"/>
                </a:cubicBezTo>
                <a:cubicBezTo>
                  <a:pt x="711453" y="1045013"/>
                  <a:pt x="711453" y="1045013"/>
                  <a:pt x="711453" y="1045013"/>
                </a:cubicBezTo>
                <a:cubicBezTo>
                  <a:pt x="707802" y="1051096"/>
                  <a:pt x="707802" y="1051096"/>
                  <a:pt x="707802" y="1051096"/>
                </a:cubicBezTo>
                <a:cubicBezTo>
                  <a:pt x="584900" y="955388"/>
                  <a:pt x="584900" y="955388"/>
                  <a:pt x="584900" y="955388"/>
                </a:cubicBezTo>
                <a:cubicBezTo>
                  <a:pt x="584900" y="1133828"/>
                  <a:pt x="584900" y="1133828"/>
                  <a:pt x="584900" y="1133828"/>
                </a:cubicBezTo>
                <a:cubicBezTo>
                  <a:pt x="636008" y="1173571"/>
                  <a:pt x="636008" y="1173571"/>
                  <a:pt x="636008" y="1173571"/>
                </a:cubicBezTo>
                <a:cubicBezTo>
                  <a:pt x="632357" y="1180060"/>
                  <a:pt x="632357" y="1180060"/>
                  <a:pt x="632357" y="1180060"/>
                </a:cubicBezTo>
                <a:cubicBezTo>
                  <a:pt x="582872" y="1141534"/>
                  <a:pt x="582872" y="1141534"/>
                  <a:pt x="582872" y="1141534"/>
                </a:cubicBezTo>
                <a:cubicBezTo>
                  <a:pt x="395071" y="1284286"/>
                  <a:pt x="395071" y="1284286"/>
                  <a:pt x="395071" y="1284286"/>
                </a:cubicBezTo>
                <a:cubicBezTo>
                  <a:pt x="516350" y="1378372"/>
                  <a:pt x="516350" y="1378372"/>
                  <a:pt x="516350" y="1378372"/>
                </a:cubicBezTo>
                <a:cubicBezTo>
                  <a:pt x="512700" y="1384050"/>
                  <a:pt x="512700" y="1384050"/>
                  <a:pt x="512700" y="1384050"/>
                </a:cubicBezTo>
                <a:cubicBezTo>
                  <a:pt x="392637" y="1291180"/>
                  <a:pt x="392637" y="1291180"/>
                  <a:pt x="392637" y="1291180"/>
                </a:cubicBezTo>
                <a:cubicBezTo>
                  <a:pt x="392637" y="1469214"/>
                  <a:pt x="392637" y="1469214"/>
                  <a:pt x="392637" y="1469214"/>
                </a:cubicBezTo>
                <a:cubicBezTo>
                  <a:pt x="440906" y="1506525"/>
                  <a:pt x="440906" y="1506525"/>
                  <a:pt x="440906" y="1506525"/>
                </a:cubicBezTo>
                <a:cubicBezTo>
                  <a:pt x="437661" y="1512608"/>
                  <a:pt x="437661" y="1512608"/>
                  <a:pt x="437661" y="1512608"/>
                </a:cubicBezTo>
                <a:cubicBezTo>
                  <a:pt x="391015" y="1476514"/>
                  <a:pt x="391015" y="1476514"/>
                  <a:pt x="391015" y="1476514"/>
                </a:cubicBezTo>
                <a:cubicBezTo>
                  <a:pt x="195912" y="1624539"/>
                  <a:pt x="195912" y="1624539"/>
                  <a:pt x="195912" y="1624539"/>
                </a:cubicBezTo>
                <a:cubicBezTo>
                  <a:pt x="0" y="1472459"/>
                  <a:pt x="0" y="1472459"/>
                  <a:pt x="0" y="1472459"/>
                </a:cubicBezTo>
                <a:cubicBezTo>
                  <a:pt x="0" y="1412033"/>
                  <a:pt x="0" y="1412033"/>
                  <a:pt x="0" y="1412033"/>
                </a:cubicBezTo>
                <a:cubicBezTo>
                  <a:pt x="6490" y="1414872"/>
                  <a:pt x="6490" y="1414872"/>
                  <a:pt x="6490" y="1414872"/>
                </a:cubicBezTo>
                <a:cubicBezTo>
                  <a:pt x="6490" y="1469214"/>
                  <a:pt x="6490" y="1469214"/>
                  <a:pt x="6490" y="1469214"/>
                </a:cubicBezTo>
                <a:cubicBezTo>
                  <a:pt x="192668" y="1613589"/>
                  <a:pt x="192668" y="1613589"/>
                  <a:pt x="192668" y="1613589"/>
                </a:cubicBezTo>
                <a:cubicBezTo>
                  <a:pt x="192668" y="1435555"/>
                  <a:pt x="192668" y="1435555"/>
                  <a:pt x="192668" y="1435555"/>
                </a:cubicBezTo>
                <a:cubicBezTo>
                  <a:pt x="6490" y="1291180"/>
                  <a:pt x="6490" y="1291180"/>
                  <a:pt x="6490" y="1291180"/>
                </a:cubicBezTo>
                <a:cubicBezTo>
                  <a:pt x="6490" y="1414466"/>
                  <a:pt x="6490" y="1414466"/>
                  <a:pt x="6490" y="1414466"/>
                </a:cubicBezTo>
                <a:cubicBezTo>
                  <a:pt x="0" y="1411627"/>
                  <a:pt x="0" y="1411627"/>
                  <a:pt x="0" y="1411627"/>
                </a:cubicBezTo>
                <a:cubicBezTo>
                  <a:pt x="0" y="1282664"/>
                  <a:pt x="0" y="1282664"/>
                  <a:pt x="0" y="1282664"/>
                </a:cubicBezTo>
                <a:cubicBezTo>
                  <a:pt x="66926" y="1231565"/>
                  <a:pt x="66926" y="1231565"/>
                  <a:pt x="66926" y="1231565"/>
                </a:cubicBezTo>
                <a:cubicBezTo>
                  <a:pt x="73821" y="1234809"/>
                  <a:pt x="73821" y="1234809"/>
                  <a:pt x="73821" y="1234809"/>
                </a:cubicBezTo>
                <a:cubicBezTo>
                  <a:pt x="8924" y="1284286"/>
                  <a:pt x="8924" y="1284286"/>
                  <a:pt x="8924" y="1284286"/>
                </a:cubicBezTo>
                <a:cubicBezTo>
                  <a:pt x="196318" y="1429472"/>
                  <a:pt x="196318" y="1429472"/>
                  <a:pt x="196318" y="1429472"/>
                </a:cubicBezTo>
                <a:cubicBezTo>
                  <a:pt x="384119" y="1286719"/>
                  <a:pt x="384119" y="1286719"/>
                  <a:pt x="384119" y="1286719"/>
                </a:cubicBezTo>
                <a:cubicBezTo>
                  <a:pt x="196724" y="1141534"/>
                  <a:pt x="196724" y="1141534"/>
                  <a:pt x="196724" y="1141534"/>
                </a:cubicBezTo>
                <a:cubicBezTo>
                  <a:pt x="74227" y="1234403"/>
                  <a:pt x="74227" y="1234403"/>
                  <a:pt x="74227" y="1234403"/>
                </a:cubicBezTo>
                <a:cubicBezTo>
                  <a:pt x="67332" y="1231159"/>
                  <a:pt x="67332" y="1231159"/>
                  <a:pt x="67332" y="1231159"/>
                </a:cubicBezTo>
                <a:cubicBezTo>
                  <a:pt x="191856" y="1136667"/>
                  <a:pt x="191856" y="1136667"/>
                  <a:pt x="191856" y="1136667"/>
                </a:cubicBezTo>
                <a:cubicBezTo>
                  <a:pt x="191856" y="1044607"/>
                  <a:pt x="191856" y="1044607"/>
                  <a:pt x="191856" y="1044607"/>
                </a:cubicBezTo>
                <a:cubicBezTo>
                  <a:pt x="198752" y="1045419"/>
                  <a:pt x="198752" y="1045419"/>
                  <a:pt x="198752" y="1045419"/>
                </a:cubicBezTo>
                <a:cubicBezTo>
                  <a:pt x="198752" y="1133828"/>
                  <a:pt x="198752" y="1133828"/>
                  <a:pt x="198752" y="1133828"/>
                </a:cubicBezTo>
                <a:cubicBezTo>
                  <a:pt x="384524" y="1278203"/>
                  <a:pt x="384524" y="1278203"/>
                  <a:pt x="384524" y="1278203"/>
                </a:cubicBezTo>
                <a:cubicBezTo>
                  <a:pt x="384524" y="1099762"/>
                  <a:pt x="384524" y="1099762"/>
                  <a:pt x="384524" y="1099762"/>
                </a:cubicBezTo>
                <a:cubicBezTo>
                  <a:pt x="296912" y="1032037"/>
                  <a:pt x="296912" y="1032037"/>
                  <a:pt x="296912" y="1032037"/>
                </a:cubicBezTo>
                <a:cubicBezTo>
                  <a:pt x="300968" y="1026359"/>
                  <a:pt x="300968" y="1026359"/>
                  <a:pt x="300968" y="1026359"/>
                </a:cubicBezTo>
                <a:cubicBezTo>
                  <a:pt x="388175" y="1094085"/>
                  <a:pt x="388175" y="1094085"/>
                  <a:pt x="388175" y="1094085"/>
                </a:cubicBezTo>
                <a:cubicBezTo>
                  <a:pt x="575977" y="951332"/>
                  <a:pt x="575977" y="951332"/>
                  <a:pt x="575977" y="951332"/>
                </a:cubicBezTo>
                <a:cubicBezTo>
                  <a:pt x="434822" y="841835"/>
                  <a:pt x="434822" y="841835"/>
                  <a:pt x="434822" y="841835"/>
                </a:cubicBezTo>
                <a:cubicBezTo>
                  <a:pt x="438878" y="836158"/>
                  <a:pt x="438878" y="836158"/>
                  <a:pt x="438878" y="836158"/>
                </a:cubicBezTo>
                <a:cubicBezTo>
                  <a:pt x="578816" y="944843"/>
                  <a:pt x="578816" y="944843"/>
                  <a:pt x="578816" y="944843"/>
                </a:cubicBezTo>
                <a:cubicBezTo>
                  <a:pt x="578816" y="766808"/>
                  <a:pt x="578816" y="766808"/>
                  <a:pt x="578816" y="766808"/>
                </a:cubicBezTo>
                <a:cubicBezTo>
                  <a:pt x="521218" y="722199"/>
                  <a:pt x="521218" y="722199"/>
                  <a:pt x="521218" y="722199"/>
                </a:cubicBezTo>
                <a:cubicBezTo>
                  <a:pt x="525274" y="716927"/>
                  <a:pt x="525274" y="716927"/>
                  <a:pt x="525274" y="716927"/>
                </a:cubicBezTo>
                <a:cubicBezTo>
                  <a:pt x="582061" y="761131"/>
                  <a:pt x="582061" y="761131"/>
                  <a:pt x="582061" y="761131"/>
                </a:cubicBezTo>
                <a:cubicBezTo>
                  <a:pt x="769862" y="618379"/>
                  <a:pt x="769862" y="618379"/>
                  <a:pt x="769862" y="618379"/>
                </a:cubicBezTo>
                <a:cubicBezTo>
                  <a:pt x="582872" y="472787"/>
                  <a:pt x="582872" y="472787"/>
                  <a:pt x="582872" y="472787"/>
                </a:cubicBezTo>
                <a:cubicBezTo>
                  <a:pt x="395071" y="615540"/>
                  <a:pt x="395071" y="615540"/>
                  <a:pt x="395071" y="615540"/>
                </a:cubicBezTo>
                <a:cubicBezTo>
                  <a:pt x="524868" y="716521"/>
                  <a:pt x="524868" y="716521"/>
                  <a:pt x="524868" y="716521"/>
                </a:cubicBezTo>
                <a:cubicBezTo>
                  <a:pt x="521218" y="722199"/>
                  <a:pt x="521218" y="722199"/>
                  <a:pt x="521218" y="722199"/>
                </a:cubicBezTo>
                <a:cubicBezTo>
                  <a:pt x="392637" y="622434"/>
                  <a:pt x="392637" y="622434"/>
                  <a:pt x="392637" y="622434"/>
                </a:cubicBezTo>
                <a:cubicBezTo>
                  <a:pt x="392637" y="800875"/>
                  <a:pt x="392637" y="800875"/>
                  <a:pt x="392637" y="800875"/>
                </a:cubicBezTo>
                <a:cubicBezTo>
                  <a:pt x="438472" y="836158"/>
                  <a:pt x="438472" y="836158"/>
                  <a:pt x="438472" y="836158"/>
                </a:cubicBezTo>
                <a:cubicBezTo>
                  <a:pt x="434416" y="841430"/>
                  <a:pt x="434416" y="841430"/>
                  <a:pt x="434416" y="841430"/>
                </a:cubicBezTo>
                <a:cubicBezTo>
                  <a:pt x="391015" y="807769"/>
                  <a:pt x="391015" y="807769"/>
                  <a:pt x="391015" y="807769"/>
                </a:cubicBezTo>
                <a:cubicBezTo>
                  <a:pt x="203214" y="950521"/>
                  <a:pt x="203214" y="950521"/>
                  <a:pt x="203214" y="950521"/>
                </a:cubicBezTo>
                <a:cubicBezTo>
                  <a:pt x="300968" y="1026359"/>
                  <a:pt x="300968" y="1026359"/>
                  <a:pt x="300968" y="1026359"/>
                </a:cubicBezTo>
                <a:cubicBezTo>
                  <a:pt x="296912" y="1031630"/>
                  <a:pt x="296912" y="1031630"/>
                  <a:pt x="296912" y="1031630"/>
                </a:cubicBezTo>
                <a:cubicBezTo>
                  <a:pt x="198752" y="955388"/>
                  <a:pt x="198752" y="955388"/>
                  <a:pt x="198752" y="955388"/>
                </a:cubicBezTo>
                <a:cubicBezTo>
                  <a:pt x="198752" y="1045013"/>
                  <a:pt x="198752" y="1045013"/>
                  <a:pt x="198752" y="1045013"/>
                </a:cubicBezTo>
                <a:cubicBezTo>
                  <a:pt x="191856" y="1044202"/>
                  <a:pt x="191856" y="1044202"/>
                  <a:pt x="191856" y="1044202"/>
                </a:cubicBezTo>
                <a:cubicBezTo>
                  <a:pt x="191856" y="952954"/>
                  <a:pt x="191856" y="952954"/>
                  <a:pt x="191856" y="952954"/>
                </a:cubicBezTo>
                <a:cubicBezTo>
                  <a:pt x="183744" y="946465"/>
                  <a:pt x="183744" y="946465"/>
                  <a:pt x="183744" y="946465"/>
                </a:cubicBezTo>
                <a:cubicBezTo>
                  <a:pt x="183744" y="937949"/>
                  <a:pt x="183744" y="937949"/>
                  <a:pt x="183744" y="937949"/>
                </a:cubicBezTo>
                <a:cubicBezTo>
                  <a:pt x="192668" y="944843"/>
                  <a:pt x="192668" y="944843"/>
                  <a:pt x="192668" y="944843"/>
                </a:cubicBezTo>
                <a:cubicBezTo>
                  <a:pt x="192668" y="766808"/>
                  <a:pt x="192668" y="766808"/>
                  <a:pt x="192668" y="766808"/>
                </a:cubicBezTo>
                <a:cubicBezTo>
                  <a:pt x="183744" y="759914"/>
                  <a:pt x="183744" y="759914"/>
                  <a:pt x="183744" y="759914"/>
                </a:cubicBezTo>
                <a:cubicBezTo>
                  <a:pt x="183744" y="751398"/>
                  <a:pt x="183744" y="751398"/>
                  <a:pt x="183744" y="751398"/>
                </a:cubicBezTo>
                <a:cubicBezTo>
                  <a:pt x="196318" y="761131"/>
                  <a:pt x="196318" y="761131"/>
                  <a:pt x="196318" y="761131"/>
                </a:cubicBezTo>
                <a:cubicBezTo>
                  <a:pt x="384119" y="618379"/>
                  <a:pt x="384119" y="618379"/>
                  <a:pt x="384119" y="618379"/>
                </a:cubicBezTo>
                <a:cubicBezTo>
                  <a:pt x="196724" y="472787"/>
                  <a:pt x="196724" y="472787"/>
                  <a:pt x="196724" y="472787"/>
                </a:cubicBezTo>
                <a:cubicBezTo>
                  <a:pt x="8924" y="615540"/>
                  <a:pt x="8924" y="615540"/>
                  <a:pt x="8924" y="615540"/>
                </a:cubicBezTo>
                <a:cubicBezTo>
                  <a:pt x="183339" y="750992"/>
                  <a:pt x="183339" y="750992"/>
                  <a:pt x="183339" y="750992"/>
                </a:cubicBezTo>
                <a:cubicBezTo>
                  <a:pt x="183339" y="759508"/>
                  <a:pt x="183339" y="759508"/>
                  <a:pt x="183339" y="759508"/>
                </a:cubicBezTo>
                <a:cubicBezTo>
                  <a:pt x="6490" y="622434"/>
                  <a:pt x="6490" y="622434"/>
                  <a:pt x="6490" y="622434"/>
                </a:cubicBezTo>
                <a:cubicBezTo>
                  <a:pt x="6490" y="800875"/>
                  <a:pt x="6490" y="800875"/>
                  <a:pt x="6490" y="800875"/>
                </a:cubicBezTo>
                <a:lnTo>
                  <a:pt x="183339" y="937544"/>
                </a:lnTo>
                <a:cubicBezTo>
                  <a:pt x="183339" y="946060"/>
                  <a:pt x="183339" y="946060"/>
                  <a:pt x="183339" y="946060"/>
                </a:cubicBezTo>
                <a:cubicBezTo>
                  <a:pt x="0" y="804119"/>
                  <a:pt x="0" y="804119"/>
                  <a:pt x="0" y="804119"/>
                </a:cubicBezTo>
                <a:cubicBezTo>
                  <a:pt x="0" y="613917"/>
                  <a:pt x="0" y="613917"/>
                  <a:pt x="0" y="613917"/>
                </a:cubicBezTo>
                <a:cubicBezTo>
                  <a:pt x="191856" y="468327"/>
                  <a:pt x="191856" y="468327"/>
                  <a:pt x="191856" y="468327"/>
                </a:cubicBezTo>
                <a:cubicBezTo>
                  <a:pt x="191856" y="289076"/>
                  <a:pt x="191856" y="289076"/>
                  <a:pt x="191856" y="289076"/>
                </a:cubicBezTo>
                <a:cubicBezTo>
                  <a:pt x="198752" y="294348"/>
                  <a:pt x="198752" y="294348"/>
                  <a:pt x="198752" y="294348"/>
                </a:cubicBezTo>
                <a:cubicBezTo>
                  <a:pt x="198752" y="465488"/>
                  <a:pt x="198752" y="465488"/>
                  <a:pt x="198752" y="465488"/>
                </a:cubicBezTo>
                <a:cubicBezTo>
                  <a:pt x="384524" y="609862"/>
                  <a:pt x="384524" y="609862"/>
                  <a:pt x="384524" y="609862"/>
                </a:cubicBezTo>
                <a:cubicBezTo>
                  <a:pt x="384524" y="431828"/>
                  <a:pt x="384524" y="431828"/>
                  <a:pt x="384524" y="431828"/>
                </a:cubicBezTo>
                <a:cubicBezTo>
                  <a:pt x="198752" y="287453"/>
                  <a:pt x="198752" y="287453"/>
                  <a:pt x="198752" y="287453"/>
                </a:cubicBezTo>
                <a:cubicBezTo>
                  <a:pt x="198752" y="293942"/>
                  <a:pt x="198752" y="293942"/>
                  <a:pt x="198752" y="293942"/>
                </a:cubicBezTo>
                <a:cubicBezTo>
                  <a:pt x="191856" y="288670"/>
                  <a:pt x="191856" y="288670"/>
                  <a:pt x="191856" y="288670"/>
                </a:cubicBezTo>
                <a:cubicBezTo>
                  <a:pt x="191856" y="278937"/>
                  <a:pt x="191856" y="278937"/>
                  <a:pt x="191856" y="278937"/>
                </a:cubicBezTo>
                <a:cubicBezTo>
                  <a:pt x="377629" y="137401"/>
                  <a:pt x="377629" y="137401"/>
                  <a:pt x="377629" y="137401"/>
                </a:cubicBezTo>
                <a:cubicBezTo>
                  <a:pt x="383308" y="141862"/>
                  <a:pt x="383308" y="141862"/>
                  <a:pt x="383308" y="141862"/>
                </a:cubicBezTo>
                <a:cubicBezTo>
                  <a:pt x="200780" y="280559"/>
                  <a:pt x="200780" y="280559"/>
                  <a:pt x="200780" y="280559"/>
                </a:cubicBezTo>
                <a:cubicBezTo>
                  <a:pt x="388175" y="425745"/>
                  <a:pt x="388175" y="425745"/>
                  <a:pt x="388175" y="425745"/>
                </a:cubicBezTo>
                <a:cubicBezTo>
                  <a:pt x="575977" y="282993"/>
                  <a:pt x="575977" y="282993"/>
                  <a:pt x="575977" y="282993"/>
                </a:cubicBezTo>
                <a:cubicBezTo>
                  <a:pt x="388580" y="137807"/>
                  <a:pt x="388580" y="137807"/>
                  <a:pt x="388580" y="137807"/>
                </a:cubicBezTo>
                <a:cubicBezTo>
                  <a:pt x="383308" y="141862"/>
                  <a:pt x="383308" y="141862"/>
                  <a:pt x="383308" y="141862"/>
                </a:cubicBezTo>
                <a:cubicBezTo>
                  <a:pt x="378035" y="137401"/>
                  <a:pt x="378035" y="137401"/>
                  <a:pt x="378035" y="137401"/>
                </a:cubicBezTo>
                <a:cubicBezTo>
                  <a:pt x="386147" y="131318"/>
                  <a:pt x="386147" y="131318"/>
                  <a:pt x="386147" y="131318"/>
                </a:cubicBezTo>
                <a:cubicBezTo>
                  <a:pt x="386147" y="59650"/>
                  <a:pt x="386147" y="21577"/>
                  <a:pt x="386147" y="1350"/>
                </a:cubicBezTo>
                <a:close/>
              </a:path>
            </a:pathLst>
          </a:custGeom>
          <a:gradFill flip="none" rotWithShape="1">
            <a:gsLst>
              <a:gs pos="7000">
                <a:schemeClr val="bg1"/>
              </a:gs>
              <a:gs pos="26000">
                <a:schemeClr val="bg1">
                  <a:alpha val="80000"/>
                </a:schemeClr>
              </a:gs>
            </a:gsLst>
            <a:lin ang="0" scaled="1"/>
            <a:tileRect/>
          </a:gradFill>
        </p:spPr>
        <p:txBody>
          <a:bodyPr wrap="square" lIns="2160000" rIns="756000" anchor="ctr">
            <a:noAutofit/>
          </a:bodyPr>
          <a:lstStyle>
            <a:lvl1pPr>
              <a:defRPr/>
            </a:lvl1pPr>
          </a:lstStyle>
          <a:p>
            <a:pPr lvl="0"/>
            <a:r>
              <a:rPr lang="fr-FR" dirty="0"/>
              <a:t>Cliquez pour modifier les styles du texte du masque  </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4" name="Titre 13">
            <a:extLst>
              <a:ext uri="{FF2B5EF4-FFF2-40B4-BE49-F238E27FC236}">
                <a16:creationId xmlns:a16="http://schemas.microsoft.com/office/drawing/2014/main" id="{B62CD770-3131-7686-5D22-0AC580D9B1B1}"/>
              </a:ext>
            </a:extLst>
          </p:cNvPr>
          <p:cNvSpPr>
            <a:spLocks noGrp="1"/>
          </p:cNvSpPr>
          <p:nvPr>
            <p:ph type="title"/>
          </p:nvPr>
        </p:nvSpPr>
        <p:spPr/>
        <p:txBody>
          <a:bodyPr/>
          <a:lstStyle>
            <a:lvl1pPr>
              <a:defRPr>
                <a:solidFill>
                  <a:schemeClr val="bg1"/>
                </a:solidFill>
              </a:defRPr>
            </a:lvl1pPr>
          </a:lstStyle>
          <a:p>
            <a:r>
              <a:rPr lang="fr-FR"/>
              <a:t>Modifiez le style du titre</a:t>
            </a:r>
            <a:endParaRPr lang="fr-FR" dirty="0"/>
          </a:p>
        </p:txBody>
      </p:sp>
      <p:sp>
        <p:nvSpPr>
          <p:cNvPr id="16" name="Rectangle 15"/>
          <p:cNvSpPr/>
          <p:nvPr userDrawn="1"/>
        </p:nvSpPr>
        <p:spPr>
          <a:xfrm>
            <a:off x="623888" y="6295812"/>
            <a:ext cx="12198416"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tx2"/>
                </a:solidFill>
              </a:rPr>
              <a:t>CONFIDENTIEL</a:t>
            </a:r>
            <a:r>
              <a:rPr lang="fr-FR" sz="1200" baseline="0" dirty="0">
                <a:solidFill>
                  <a:schemeClr val="tx2"/>
                </a:solidFill>
              </a:rPr>
              <a:t> PROJET </a:t>
            </a:r>
            <a:r>
              <a:rPr lang="fr-FR" sz="1200" dirty="0">
                <a:solidFill>
                  <a:schemeClr val="tx2"/>
                </a:solidFill>
              </a:rPr>
              <a:t>– </a:t>
            </a:r>
            <a:r>
              <a:rPr lang="fr-FR" sz="1100" kern="1200" dirty="0">
                <a:solidFill>
                  <a:schemeClr val="tx2"/>
                </a:solidFill>
                <a:effectLst/>
                <a:latin typeface="+mn-lt"/>
                <a:ea typeface="+mn-ea"/>
                <a:cs typeface="+mn-cs"/>
              </a:rPr>
              <a:t>Ce document est la propriété du CEA et ne peut être utilisé, reproduit ou communiqué en dehors du CEA sans l’accord de son émetteur.</a:t>
            </a:r>
          </a:p>
          <a:p>
            <a:r>
              <a:rPr lang="fr-FR" sz="1200" dirty="0">
                <a:solidFill>
                  <a:schemeClr val="bg1"/>
                </a:solidFill>
              </a:rPr>
              <a:t>Nom Projet - Chrono Livrable (A modifier dans le</a:t>
            </a:r>
            <a:r>
              <a:rPr lang="fr-FR" sz="1200" baseline="0" dirty="0">
                <a:solidFill>
                  <a:schemeClr val="bg1"/>
                </a:solidFill>
              </a:rPr>
              <a:t> mode masque)</a:t>
            </a:r>
            <a:endParaRPr lang="fr-FR" sz="1200" dirty="0">
              <a:solidFill>
                <a:schemeClr val="bg1"/>
              </a:solidFill>
            </a:endParaRPr>
          </a:p>
        </p:txBody>
      </p:sp>
      <p:sp>
        <p:nvSpPr>
          <p:cNvPr id="11" name="ZoneTexte 10"/>
          <p:cNvSpPr txBox="1"/>
          <p:nvPr userDrawn="1"/>
        </p:nvSpPr>
        <p:spPr>
          <a:xfrm>
            <a:off x="4566000" y="0"/>
            <a:ext cx="3060000" cy="360000"/>
          </a:xfrm>
          <a:prstGeom prst="rect">
            <a:avLst/>
          </a:prstGeom>
          <a:solidFill>
            <a:schemeClr val="bg1"/>
          </a:solidFill>
          <a:ln w="28575">
            <a:solidFill>
              <a:schemeClr val="tx2"/>
            </a:solidFill>
          </a:ln>
        </p:spPr>
        <p:txBody>
          <a:bodyPr wrap="square" rtlCol="0">
            <a:spAutoFit/>
          </a:bodyPr>
          <a:lstStyle/>
          <a:p>
            <a:pPr algn="ctr"/>
            <a:r>
              <a:rPr lang="fr-FR" b="1" dirty="0">
                <a:solidFill>
                  <a:schemeClr val="tx2"/>
                </a:solidFill>
              </a:rPr>
              <a:t>CONFIDENTIEL PROJET</a:t>
            </a:r>
          </a:p>
        </p:txBody>
      </p:sp>
    </p:spTree>
    <p:extLst>
      <p:ext uri="{BB962C8B-B14F-4D97-AF65-F5344CB8AC3E}">
        <p14:creationId xmlns:p14="http://schemas.microsoft.com/office/powerpoint/2010/main" val="4127250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rocess">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1FD8FB8A-BB4D-ADF0-708B-34954439AF19}"/>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Process</a:t>
            </a:r>
          </a:p>
        </p:txBody>
      </p:sp>
      <p:sp>
        <p:nvSpPr>
          <p:cNvPr id="12" name="Espace réservé du texte 11">
            <a:extLst>
              <a:ext uri="{FF2B5EF4-FFF2-40B4-BE49-F238E27FC236}">
                <a16:creationId xmlns:a16="http://schemas.microsoft.com/office/drawing/2014/main" id="{D8A6D559-B5F2-C10A-5216-55551821C047}"/>
              </a:ext>
            </a:extLst>
          </p:cNvPr>
          <p:cNvSpPr>
            <a:spLocks noGrp="1" noChangeAspect="1"/>
          </p:cNvSpPr>
          <p:nvPr>
            <p:ph type="body" sz="quarter" idx="13" hasCustomPrompt="1"/>
          </p:nvPr>
        </p:nvSpPr>
        <p:spPr>
          <a:xfrm>
            <a:off x="909039" y="1866901"/>
            <a:ext cx="1409699" cy="1409700"/>
          </a:xfrm>
          <a:solidFill>
            <a:srgbClr val="000000"/>
          </a:solidFill>
        </p:spPr>
        <p:txBody>
          <a:bodyPr lIns="36000" tIns="36000" rIns="36000" bIns="36000" anchor="ctr">
            <a:normAutofit/>
          </a:bodyPr>
          <a:lstStyle>
            <a:lvl1pPr algn="ctr">
              <a:lnSpc>
                <a:spcPct val="90000"/>
              </a:lnSpc>
              <a:defRPr sz="1400">
                <a:solidFill>
                  <a:schemeClr val="bg1"/>
                </a:solidFill>
              </a:defRPr>
            </a:lvl1pPr>
            <a:lvl2pPr marL="0" indent="0" algn="ctr">
              <a:lnSpc>
                <a:spcPct val="90000"/>
              </a:lnSpc>
              <a:buNone/>
              <a:defRPr sz="4000" b="1">
                <a:solidFill>
                  <a:schemeClr val="bg1"/>
                </a:solidFill>
                <a:latin typeface="+mj-lt"/>
              </a:defRPr>
            </a:lvl2pPr>
          </a:lstStyle>
          <a:p>
            <a:pPr lvl="0"/>
            <a:r>
              <a:rPr lang="fr-FR" dirty="0"/>
              <a:t>Item</a:t>
            </a:r>
          </a:p>
          <a:p>
            <a:pPr lvl="1"/>
            <a:r>
              <a:rPr lang="fr-FR" dirty="0"/>
              <a:t>0</a:t>
            </a:r>
          </a:p>
        </p:txBody>
      </p:sp>
      <p:sp>
        <p:nvSpPr>
          <p:cNvPr id="15" name="Espace réservé du texte 14">
            <a:extLst>
              <a:ext uri="{FF2B5EF4-FFF2-40B4-BE49-F238E27FC236}">
                <a16:creationId xmlns:a16="http://schemas.microsoft.com/office/drawing/2014/main" id="{7A89DC66-E329-2BA7-093B-F605D23EBEA2}"/>
              </a:ext>
            </a:extLst>
          </p:cNvPr>
          <p:cNvSpPr>
            <a:spLocks noGrp="1"/>
          </p:cNvSpPr>
          <p:nvPr>
            <p:ph type="body" sz="quarter" idx="14" hasCustomPrompt="1"/>
          </p:nvPr>
        </p:nvSpPr>
        <p:spPr>
          <a:xfrm>
            <a:off x="623888" y="3527424"/>
            <a:ext cx="1980000" cy="2386013"/>
          </a:xfrm>
        </p:spPr>
        <p:txBody>
          <a:bodyPr lIns="0" rIns="0"/>
          <a:lstStyle>
            <a:lvl1pPr algn="ctr">
              <a:defRPr/>
            </a:lvl1pPr>
            <a:lvl2pPr algn="l">
              <a:defRPr/>
            </a:lvl2pPr>
            <a:lvl3pPr algn="l">
              <a:defRPr/>
            </a:lvl3pPr>
            <a:lvl4pPr algn="l">
              <a:defRPr/>
            </a:lvl4pPr>
            <a:lvl5pPr algn="l">
              <a:defRPr/>
            </a:lvl5pPr>
          </a:lstStyle>
          <a:p>
            <a:pPr lvl="0"/>
            <a:r>
              <a:rPr lang="fr-FR" dirty="0"/>
              <a:t>Modifier les styles du texte du masque</a:t>
            </a:r>
          </a:p>
        </p:txBody>
      </p:sp>
      <p:sp>
        <p:nvSpPr>
          <p:cNvPr id="22" name="Espace réservé du texte 11">
            <a:extLst>
              <a:ext uri="{FF2B5EF4-FFF2-40B4-BE49-F238E27FC236}">
                <a16:creationId xmlns:a16="http://schemas.microsoft.com/office/drawing/2014/main" id="{6EBAB840-A288-E4AE-DD2B-ABD52849168F}"/>
              </a:ext>
            </a:extLst>
          </p:cNvPr>
          <p:cNvSpPr>
            <a:spLocks noGrp="1" noChangeAspect="1"/>
          </p:cNvSpPr>
          <p:nvPr>
            <p:ph type="body" sz="quarter" idx="15" hasCustomPrompt="1"/>
          </p:nvPr>
        </p:nvSpPr>
        <p:spPr>
          <a:xfrm>
            <a:off x="3123108" y="1866901"/>
            <a:ext cx="1409699" cy="1409700"/>
          </a:xfrm>
          <a:solidFill>
            <a:schemeClr val="tx2"/>
          </a:solidFill>
        </p:spPr>
        <p:txBody>
          <a:bodyPr lIns="36000" tIns="36000" rIns="36000" bIns="36000" anchor="ctr">
            <a:normAutofit/>
          </a:bodyPr>
          <a:lstStyle>
            <a:lvl1pPr algn="ctr">
              <a:lnSpc>
                <a:spcPct val="90000"/>
              </a:lnSpc>
              <a:defRPr sz="1400">
                <a:solidFill>
                  <a:schemeClr val="bg1"/>
                </a:solidFill>
              </a:defRPr>
            </a:lvl1pPr>
            <a:lvl2pPr marL="0" indent="0" algn="ctr">
              <a:lnSpc>
                <a:spcPct val="90000"/>
              </a:lnSpc>
              <a:buNone/>
              <a:defRPr sz="4000" b="1">
                <a:solidFill>
                  <a:schemeClr val="bg1"/>
                </a:solidFill>
                <a:latin typeface="+mj-lt"/>
              </a:defRPr>
            </a:lvl2pPr>
          </a:lstStyle>
          <a:p>
            <a:pPr lvl="0"/>
            <a:r>
              <a:rPr lang="fr-FR" dirty="0"/>
              <a:t>Item</a:t>
            </a:r>
          </a:p>
          <a:p>
            <a:pPr lvl="1"/>
            <a:r>
              <a:rPr lang="fr-FR" dirty="0"/>
              <a:t>0</a:t>
            </a:r>
          </a:p>
        </p:txBody>
      </p:sp>
      <p:sp>
        <p:nvSpPr>
          <p:cNvPr id="23" name="Espace réservé du texte 14">
            <a:extLst>
              <a:ext uri="{FF2B5EF4-FFF2-40B4-BE49-F238E27FC236}">
                <a16:creationId xmlns:a16="http://schemas.microsoft.com/office/drawing/2014/main" id="{3E9C6ABE-0C15-ECEA-4B26-53769D8EAC57}"/>
              </a:ext>
            </a:extLst>
          </p:cNvPr>
          <p:cNvSpPr>
            <a:spLocks noGrp="1"/>
          </p:cNvSpPr>
          <p:nvPr>
            <p:ph type="body" sz="quarter" idx="16" hasCustomPrompt="1"/>
          </p:nvPr>
        </p:nvSpPr>
        <p:spPr>
          <a:xfrm>
            <a:off x="2837957" y="3527424"/>
            <a:ext cx="1980000" cy="2386013"/>
          </a:xfrm>
        </p:spPr>
        <p:txBody>
          <a:bodyPr lIns="0" rIns="0"/>
          <a:lstStyle>
            <a:lvl1pPr algn="ctr">
              <a:defRPr/>
            </a:lvl1pPr>
            <a:lvl2pPr algn="l">
              <a:defRPr/>
            </a:lvl2pPr>
            <a:lvl3pPr algn="l">
              <a:defRPr/>
            </a:lvl3pPr>
            <a:lvl4pPr algn="l">
              <a:defRPr/>
            </a:lvl4pPr>
            <a:lvl5pPr algn="l">
              <a:defRPr/>
            </a:lvl5pPr>
          </a:lstStyle>
          <a:p>
            <a:pPr lvl="0"/>
            <a:r>
              <a:rPr lang="fr-FR" dirty="0"/>
              <a:t>Modifier les styles du texte du masque</a:t>
            </a:r>
          </a:p>
        </p:txBody>
      </p:sp>
      <p:sp>
        <p:nvSpPr>
          <p:cNvPr id="24" name="Espace réservé du texte 11">
            <a:extLst>
              <a:ext uri="{FF2B5EF4-FFF2-40B4-BE49-F238E27FC236}">
                <a16:creationId xmlns:a16="http://schemas.microsoft.com/office/drawing/2014/main" id="{24B29917-CE4F-A965-FAA6-E3B453333B7E}"/>
              </a:ext>
            </a:extLst>
          </p:cNvPr>
          <p:cNvSpPr>
            <a:spLocks noGrp="1" noChangeAspect="1"/>
          </p:cNvSpPr>
          <p:nvPr>
            <p:ph type="body" sz="quarter" idx="17" hasCustomPrompt="1"/>
          </p:nvPr>
        </p:nvSpPr>
        <p:spPr>
          <a:xfrm>
            <a:off x="5337177" y="1866901"/>
            <a:ext cx="1409699" cy="1409700"/>
          </a:xfrm>
          <a:solidFill>
            <a:schemeClr val="tx2"/>
          </a:solidFill>
        </p:spPr>
        <p:txBody>
          <a:bodyPr lIns="36000" tIns="36000" rIns="36000" bIns="36000" anchor="ctr">
            <a:normAutofit/>
          </a:bodyPr>
          <a:lstStyle>
            <a:lvl1pPr algn="ctr">
              <a:lnSpc>
                <a:spcPct val="90000"/>
              </a:lnSpc>
              <a:defRPr sz="1400">
                <a:solidFill>
                  <a:schemeClr val="bg1"/>
                </a:solidFill>
              </a:defRPr>
            </a:lvl1pPr>
            <a:lvl2pPr marL="0" indent="0" algn="ctr">
              <a:lnSpc>
                <a:spcPct val="90000"/>
              </a:lnSpc>
              <a:buNone/>
              <a:defRPr sz="4000" b="1">
                <a:solidFill>
                  <a:schemeClr val="bg1"/>
                </a:solidFill>
                <a:latin typeface="+mj-lt"/>
              </a:defRPr>
            </a:lvl2pPr>
          </a:lstStyle>
          <a:p>
            <a:pPr lvl="0"/>
            <a:r>
              <a:rPr lang="fr-FR" dirty="0"/>
              <a:t>Item</a:t>
            </a:r>
          </a:p>
          <a:p>
            <a:pPr lvl="1"/>
            <a:r>
              <a:rPr lang="fr-FR" dirty="0"/>
              <a:t>0</a:t>
            </a:r>
          </a:p>
        </p:txBody>
      </p:sp>
      <p:sp>
        <p:nvSpPr>
          <p:cNvPr id="25" name="Espace réservé du texte 14">
            <a:extLst>
              <a:ext uri="{FF2B5EF4-FFF2-40B4-BE49-F238E27FC236}">
                <a16:creationId xmlns:a16="http://schemas.microsoft.com/office/drawing/2014/main" id="{6F1352A1-512B-F388-3483-16D51BDD2D42}"/>
              </a:ext>
            </a:extLst>
          </p:cNvPr>
          <p:cNvSpPr>
            <a:spLocks noGrp="1"/>
          </p:cNvSpPr>
          <p:nvPr>
            <p:ph type="body" sz="quarter" idx="18" hasCustomPrompt="1"/>
          </p:nvPr>
        </p:nvSpPr>
        <p:spPr>
          <a:xfrm>
            <a:off x="5052026" y="3527424"/>
            <a:ext cx="1980000" cy="2386013"/>
          </a:xfrm>
        </p:spPr>
        <p:txBody>
          <a:bodyPr lIns="0" rIns="0"/>
          <a:lstStyle>
            <a:lvl1pPr algn="ctr">
              <a:defRPr/>
            </a:lvl1pPr>
            <a:lvl2pPr algn="l">
              <a:defRPr/>
            </a:lvl2pPr>
            <a:lvl3pPr algn="l">
              <a:defRPr/>
            </a:lvl3pPr>
            <a:lvl4pPr algn="l">
              <a:defRPr/>
            </a:lvl4pPr>
            <a:lvl5pPr algn="l">
              <a:defRPr/>
            </a:lvl5pPr>
          </a:lstStyle>
          <a:p>
            <a:pPr lvl="0"/>
            <a:r>
              <a:rPr lang="fr-FR"/>
              <a:t>Modifier les styles du texte du masque</a:t>
            </a:r>
          </a:p>
        </p:txBody>
      </p:sp>
      <p:sp>
        <p:nvSpPr>
          <p:cNvPr id="26" name="Espace réservé du texte 11">
            <a:extLst>
              <a:ext uri="{FF2B5EF4-FFF2-40B4-BE49-F238E27FC236}">
                <a16:creationId xmlns:a16="http://schemas.microsoft.com/office/drawing/2014/main" id="{C4BAD260-C56B-B79F-C093-46D3C16BCC87}"/>
              </a:ext>
            </a:extLst>
          </p:cNvPr>
          <p:cNvSpPr>
            <a:spLocks noGrp="1" noChangeAspect="1"/>
          </p:cNvSpPr>
          <p:nvPr>
            <p:ph type="body" sz="quarter" idx="19" hasCustomPrompt="1"/>
          </p:nvPr>
        </p:nvSpPr>
        <p:spPr>
          <a:xfrm>
            <a:off x="7551246" y="1866901"/>
            <a:ext cx="1409699" cy="1409700"/>
          </a:xfrm>
          <a:solidFill>
            <a:schemeClr val="tx2"/>
          </a:solidFill>
        </p:spPr>
        <p:txBody>
          <a:bodyPr lIns="36000" tIns="36000" rIns="36000" bIns="36000" anchor="ctr">
            <a:normAutofit/>
          </a:bodyPr>
          <a:lstStyle>
            <a:lvl1pPr algn="ctr">
              <a:lnSpc>
                <a:spcPct val="90000"/>
              </a:lnSpc>
              <a:defRPr sz="1400">
                <a:solidFill>
                  <a:schemeClr val="bg1"/>
                </a:solidFill>
              </a:defRPr>
            </a:lvl1pPr>
            <a:lvl2pPr marL="0" indent="0" algn="ctr">
              <a:lnSpc>
                <a:spcPct val="90000"/>
              </a:lnSpc>
              <a:buNone/>
              <a:defRPr sz="4000" b="1">
                <a:solidFill>
                  <a:schemeClr val="bg1"/>
                </a:solidFill>
                <a:latin typeface="+mj-lt"/>
              </a:defRPr>
            </a:lvl2pPr>
          </a:lstStyle>
          <a:p>
            <a:pPr lvl="0"/>
            <a:r>
              <a:rPr lang="fr-FR" dirty="0"/>
              <a:t>Item</a:t>
            </a:r>
          </a:p>
          <a:p>
            <a:pPr lvl="1"/>
            <a:r>
              <a:rPr lang="fr-FR" dirty="0"/>
              <a:t>0</a:t>
            </a:r>
          </a:p>
        </p:txBody>
      </p:sp>
      <p:sp>
        <p:nvSpPr>
          <p:cNvPr id="27" name="Espace réservé du texte 14">
            <a:extLst>
              <a:ext uri="{FF2B5EF4-FFF2-40B4-BE49-F238E27FC236}">
                <a16:creationId xmlns:a16="http://schemas.microsoft.com/office/drawing/2014/main" id="{E3294DD8-C0C7-7FF7-2AF0-2A6B1C786177}"/>
              </a:ext>
            </a:extLst>
          </p:cNvPr>
          <p:cNvSpPr>
            <a:spLocks noGrp="1"/>
          </p:cNvSpPr>
          <p:nvPr>
            <p:ph type="body" sz="quarter" idx="20" hasCustomPrompt="1"/>
          </p:nvPr>
        </p:nvSpPr>
        <p:spPr>
          <a:xfrm>
            <a:off x="7266095" y="3527424"/>
            <a:ext cx="1980000" cy="2386013"/>
          </a:xfrm>
        </p:spPr>
        <p:txBody>
          <a:bodyPr lIns="0" rIns="0"/>
          <a:lstStyle>
            <a:lvl1pPr algn="ctr">
              <a:defRPr/>
            </a:lvl1pPr>
            <a:lvl2pPr algn="l">
              <a:defRPr/>
            </a:lvl2pPr>
            <a:lvl3pPr algn="l">
              <a:defRPr/>
            </a:lvl3pPr>
            <a:lvl4pPr algn="l">
              <a:defRPr/>
            </a:lvl4pPr>
            <a:lvl5pPr algn="l">
              <a:defRPr/>
            </a:lvl5pPr>
          </a:lstStyle>
          <a:p>
            <a:pPr lvl="0"/>
            <a:r>
              <a:rPr lang="fr-FR"/>
              <a:t>Modifier les styles du texte du masque</a:t>
            </a:r>
          </a:p>
        </p:txBody>
      </p:sp>
      <p:sp>
        <p:nvSpPr>
          <p:cNvPr id="28" name="Espace réservé du texte 11">
            <a:extLst>
              <a:ext uri="{FF2B5EF4-FFF2-40B4-BE49-F238E27FC236}">
                <a16:creationId xmlns:a16="http://schemas.microsoft.com/office/drawing/2014/main" id="{043259EC-B8D8-255D-A2B2-B6984873CA66}"/>
              </a:ext>
            </a:extLst>
          </p:cNvPr>
          <p:cNvSpPr>
            <a:spLocks noGrp="1" noChangeAspect="1"/>
          </p:cNvSpPr>
          <p:nvPr>
            <p:ph type="body" sz="quarter" idx="21" hasCustomPrompt="1"/>
          </p:nvPr>
        </p:nvSpPr>
        <p:spPr>
          <a:xfrm>
            <a:off x="9765314" y="1866901"/>
            <a:ext cx="1409699" cy="1409700"/>
          </a:xfrm>
          <a:solidFill>
            <a:schemeClr val="tx2"/>
          </a:solidFill>
        </p:spPr>
        <p:txBody>
          <a:bodyPr lIns="36000" tIns="36000" rIns="36000" bIns="36000" anchor="ctr">
            <a:normAutofit/>
          </a:bodyPr>
          <a:lstStyle>
            <a:lvl1pPr algn="ctr">
              <a:lnSpc>
                <a:spcPct val="90000"/>
              </a:lnSpc>
              <a:defRPr sz="1400">
                <a:solidFill>
                  <a:schemeClr val="bg1"/>
                </a:solidFill>
              </a:defRPr>
            </a:lvl1pPr>
            <a:lvl2pPr marL="0" indent="0" algn="ctr">
              <a:lnSpc>
                <a:spcPct val="90000"/>
              </a:lnSpc>
              <a:buNone/>
              <a:defRPr sz="4000" b="1">
                <a:solidFill>
                  <a:schemeClr val="bg1"/>
                </a:solidFill>
                <a:latin typeface="+mj-lt"/>
              </a:defRPr>
            </a:lvl2pPr>
          </a:lstStyle>
          <a:p>
            <a:pPr lvl="0"/>
            <a:r>
              <a:rPr lang="fr-FR" dirty="0"/>
              <a:t>Item</a:t>
            </a:r>
          </a:p>
          <a:p>
            <a:pPr lvl="1"/>
            <a:r>
              <a:rPr lang="fr-FR" dirty="0"/>
              <a:t>0</a:t>
            </a:r>
          </a:p>
        </p:txBody>
      </p:sp>
      <p:sp>
        <p:nvSpPr>
          <p:cNvPr id="29" name="Espace réservé du texte 14">
            <a:extLst>
              <a:ext uri="{FF2B5EF4-FFF2-40B4-BE49-F238E27FC236}">
                <a16:creationId xmlns:a16="http://schemas.microsoft.com/office/drawing/2014/main" id="{24D806FB-89F5-15B1-42D4-FB45DB6CC61B}"/>
              </a:ext>
            </a:extLst>
          </p:cNvPr>
          <p:cNvSpPr>
            <a:spLocks noGrp="1"/>
          </p:cNvSpPr>
          <p:nvPr>
            <p:ph type="body" sz="quarter" idx="22" hasCustomPrompt="1"/>
          </p:nvPr>
        </p:nvSpPr>
        <p:spPr>
          <a:xfrm>
            <a:off x="9480163" y="3527424"/>
            <a:ext cx="1980000" cy="2386013"/>
          </a:xfrm>
        </p:spPr>
        <p:txBody>
          <a:bodyPr lIns="0" rIns="0"/>
          <a:lstStyle>
            <a:lvl1pPr algn="ctr">
              <a:defRPr/>
            </a:lvl1pPr>
            <a:lvl2pPr algn="l">
              <a:defRPr/>
            </a:lvl2pPr>
            <a:lvl3pPr algn="l">
              <a:defRPr/>
            </a:lvl3pPr>
            <a:lvl4pPr algn="l">
              <a:defRPr/>
            </a:lvl4pPr>
            <a:lvl5pPr algn="l">
              <a:defRPr/>
            </a:lvl5pPr>
          </a:lstStyle>
          <a:p>
            <a:pPr lvl="0"/>
            <a:r>
              <a:rPr lang="fr-FR"/>
              <a:t>Modifier les styles du texte du masque</a:t>
            </a:r>
          </a:p>
        </p:txBody>
      </p:sp>
      <p:sp>
        <p:nvSpPr>
          <p:cNvPr id="30" name="ZoneTexte 29">
            <a:extLst>
              <a:ext uri="{FF2B5EF4-FFF2-40B4-BE49-F238E27FC236}">
                <a16:creationId xmlns:a16="http://schemas.microsoft.com/office/drawing/2014/main" id="{58DC98BA-7572-A388-C6B4-862306EE47DA}"/>
              </a:ext>
            </a:extLst>
          </p:cNvPr>
          <p:cNvSpPr txBox="1"/>
          <p:nvPr userDrawn="1"/>
        </p:nvSpPr>
        <p:spPr>
          <a:xfrm>
            <a:off x="-101600" y="6858000"/>
            <a:ext cx="12192000" cy="646331"/>
          </a:xfrm>
          <a:prstGeom prst="rect">
            <a:avLst/>
          </a:prstGeom>
          <a:noFill/>
        </p:spPr>
        <p:txBody>
          <a:bodyPr wrap="square" rtlCol="0">
            <a:spAutoFit/>
          </a:bodyPr>
          <a:lstStyle/>
          <a:p>
            <a:r>
              <a:rPr lang="fr-FR" sz="1200" dirty="0">
                <a:solidFill>
                  <a:schemeClr val="bg1">
                    <a:lumMod val="50000"/>
                  </a:schemeClr>
                </a:solidFill>
              </a:rPr>
              <a:t>Astuce : 2 niveaux de textes sont utilisés dans le carré de couleur, le 2</a:t>
            </a:r>
            <a:r>
              <a:rPr lang="fr-FR" sz="1200" baseline="30000" dirty="0">
                <a:solidFill>
                  <a:schemeClr val="bg1">
                    <a:lumMod val="50000"/>
                  </a:schemeClr>
                </a:solidFill>
              </a:rPr>
              <a:t>ème</a:t>
            </a:r>
            <a:r>
              <a:rPr lang="fr-FR" sz="1200" dirty="0">
                <a:solidFill>
                  <a:schemeClr val="bg1">
                    <a:lumMod val="50000"/>
                  </a:schemeClr>
                </a:solidFill>
              </a:rPr>
              <a:t> niveau est réservé au chiffre</a:t>
            </a:r>
          </a:p>
          <a:p>
            <a:r>
              <a:rPr lang="fr-FR" sz="1200" dirty="0">
                <a:solidFill>
                  <a:schemeClr val="bg1">
                    <a:lumMod val="50000"/>
                  </a:schemeClr>
                </a:solidFill>
              </a:rPr>
              <a:t>Astuce : A tout moment vous pouvez changer la couleur de 1 ou plusieurs carré(s) : « Format de la forme » / « Remplissage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bg1">
                    <a:lumMod val="50000"/>
                  </a:schemeClr>
                </a:solidFill>
              </a:rPr>
              <a:t>Astuce : A tout moment vous pouvez supprimer ou dupliquer une des étapes</a:t>
            </a:r>
          </a:p>
        </p:txBody>
      </p:sp>
      <p:pic>
        <p:nvPicPr>
          <p:cNvPr id="19" name="PATTERN CARRE DECAL">
            <a:extLst>
              <a:ext uri="{FF2B5EF4-FFF2-40B4-BE49-F238E27FC236}">
                <a16:creationId xmlns:a16="http://schemas.microsoft.com/office/drawing/2014/main" id="{0BAAE597-7E43-80FB-78E3-011B878772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7494" t="76060" r="18770" b="-33262"/>
          <a:stretch/>
        </p:blipFill>
        <p:spPr>
          <a:xfrm>
            <a:off x="9626600" y="-1"/>
            <a:ext cx="2565400" cy="1515209"/>
          </a:xfrm>
          <a:prstGeom prst="rect">
            <a:avLst/>
          </a:prstGeom>
        </p:spPr>
      </p:pic>
      <p:sp>
        <p:nvSpPr>
          <p:cNvPr id="2" name="Titre 1">
            <a:extLst>
              <a:ext uri="{FF2B5EF4-FFF2-40B4-BE49-F238E27FC236}">
                <a16:creationId xmlns:a16="http://schemas.microsoft.com/office/drawing/2014/main" id="{0501BFA8-B9A9-BC60-9090-AC04B424FC41}"/>
              </a:ext>
            </a:extLst>
          </p:cNvPr>
          <p:cNvSpPr>
            <a:spLocks noGrp="1"/>
          </p:cNvSpPr>
          <p:nvPr>
            <p:ph type="title"/>
          </p:nvPr>
        </p:nvSpPr>
        <p:spPr/>
        <p:txBody>
          <a:bodyPr/>
          <a:lstStyle>
            <a:lvl1pPr>
              <a:defRPr>
                <a:solidFill>
                  <a:schemeClr val="tx1"/>
                </a:solidFill>
              </a:defRPr>
            </a:lvl1pPr>
          </a:lstStyle>
          <a:p>
            <a:r>
              <a:rPr lang="fr-FR"/>
              <a:t>Modifiez le style du titre</a:t>
            </a:r>
          </a:p>
        </p:txBody>
      </p:sp>
    </p:spTree>
    <p:extLst>
      <p:ext uri="{BB962C8B-B14F-4D97-AF65-F5344CB8AC3E}">
        <p14:creationId xmlns:p14="http://schemas.microsoft.com/office/powerpoint/2010/main" val="4001606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cess 2">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1FD8FB8A-BB4D-ADF0-708B-34954439AF19}"/>
              </a:ext>
            </a:extLst>
          </p:cNvPr>
          <p:cNvSpPr txBox="1"/>
          <p:nvPr userDrawn="1"/>
        </p:nvSpPr>
        <p:spPr>
          <a:xfrm>
            <a:off x="-101600" y="-276999"/>
            <a:ext cx="12192000" cy="461665"/>
          </a:xfrm>
          <a:prstGeom prst="rect">
            <a:avLst/>
          </a:prstGeom>
          <a:noFill/>
        </p:spPr>
        <p:txBody>
          <a:bodyPr wrap="square" rtlCol="0">
            <a:spAutoFit/>
          </a:bodyPr>
          <a:lstStyle/>
          <a:p>
            <a:r>
              <a:rPr lang="fr-FR" sz="1200" dirty="0">
                <a:solidFill>
                  <a:schemeClr val="bg1">
                    <a:lumMod val="50000"/>
                  </a:schemeClr>
                </a:solidFill>
              </a:rPr>
              <a:t>Disposition : Process 2</a:t>
            </a:r>
          </a:p>
          <a:p>
            <a:endParaRPr lang="fr-FR" sz="1200" dirty="0">
              <a:solidFill>
                <a:schemeClr val="bg1">
                  <a:lumMod val="50000"/>
                </a:schemeClr>
              </a:solidFill>
            </a:endParaRPr>
          </a:p>
        </p:txBody>
      </p:sp>
      <p:sp>
        <p:nvSpPr>
          <p:cNvPr id="9" name="Espace réservé du texte 8">
            <a:extLst>
              <a:ext uri="{FF2B5EF4-FFF2-40B4-BE49-F238E27FC236}">
                <a16:creationId xmlns:a16="http://schemas.microsoft.com/office/drawing/2014/main" id="{80E4F447-1473-CEC3-0C4B-859E1566BDE9}"/>
              </a:ext>
            </a:extLst>
          </p:cNvPr>
          <p:cNvSpPr>
            <a:spLocks noGrp="1" noChangeAspect="1"/>
          </p:cNvSpPr>
          <p:nvPr>
            <p:ph type="body" sz="quarter" idx="13" hasCustomPrompt="1"/>
          </p:nvPr>
        </p:nvSpPr>
        <p:spPr>
          <a:xfrm>
            <a:off x="731838" y="1583490"/>
            <a:ext cx="2160000" cy="1651398"/>
          </a:xfrm>
          <a:custGeom>
            <a:avLst/>
            <a:gdLst>
              <a:gd name="connsiteX0" fmla="*/ 0 w 1843864"/>
              <a:gd name="connsiteY0" fmla="*/ 0 h 1409700"/>
              <a:gd name="connsiteX1" fmla="*/ 1409699 w 1843864"/>
              <a:gd name="connsiteY1" fmla="*/ 0 h 1409700"/>
              <a:gd name="connsiteX2" fmla="*/ 1409699 w 1843864"/>
              <a:gd name="connsiteY2" fmla="*/ 471941 h 1409700"/>
              <a:gd name="connsiteX3" fmla="*/ 1535357 w 1843864"/>
              <a:gd name="connsiteY3" fmla="*/ 471941 h 1409700"/>
              <a:gd name="connsiteX4" fmla="*/ 1535357 w 1843864"/>
              <a:gd name="connsiteY4" fmla="*/ 239032 h 1409700"/>
              <a:gd name="connsiteX5" fmla="*/ 1843864 w 1843864"/>
              <a:gd name="connsiteY5" fmla="*/ 704851 h 1409700"/>
              <a:gd name="connsiteX6" fmla="*/ 1535357 w 1843864"/>
              <a:gd name="connsiteY6" fmla="*/ 1170669 h 1409700"/>
              <a:gd name="connsiteX7" fmla="*/ 1535357 w 1843864"/>
              <a:gd name="connsiteY7" fmla="*/ 937760 h 1409700"/>
              <a:gd name="connsiteX8" fmla="*/ 1409699 w 1843864"/>
              <a:gd name="connsiteY8" fmla="*/ 937760 h 1409700"/>
              <a:gd name="connsiteX9" fmla="*/ 1409699 w 1843864"/>
              <a:gd name="connsiteY9" fmla="*/ 1409700 h 1409700"/>
              <a:gd name="connsiteX10" fmla="*/ 0 w 1843864"/>
              <a:gd name="connsiteY10" fmla="*/ 1409700 h 140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43864" h="1409700">
                <a:moveTo>
                  <a:pt x="0" y="0"/>
                </a:moveTo>
                <a:lnTo>
                  <a:pt x="1409699" y="0"/>
                </a:lnTo>
                <a:lnTo>
                  <a:pt x="1409699" y="471941"/>
                </a:lnTo>
                <a:lnTo>
                  <a:pt x="1535357" y="471941"/>
                </a:lnTo>
                <a:lnTo>
                  <a:pt x="1535357" y="239032"/>
                </a:lnTo>
                <a:lnTo>
                  <a:pt x="1843864" y="704851"/>
                </a:lnTo>
                <a:lnTo>
                  <a:pt x="1535357" y="1170669"/>
                </a:lnTo>
                <a:lnTo>
                  <a:pt x="1535357" y="937760"/>
                </a:lnTo>
                <a:lnTo>
                  <a:pt x="1409699" y="937760"/>
                </a:lnTo>
                <a:lnTo>
                  <a:pt x="1409699" y="1409700"/>
                </a:lnTo>
                <a:lnTo>
                  <a:pt x="0" y="1409700"/>
                </a:lnTo>
                <a:close/>
              </a:path>
            </a:pathLst>
          </a:custGeom>
          <a:solidFill>
            <a:schemeClr val="tx1"/>
          </a:solidFill>
        </p:spPr>
        <p:txBody>
          <a:bodyPr wrap="square" lIns="36000" tIns="36000" rIns="468000" bIns="36000" anchor="ctr">
            <a:noAutofit/>
          </a:bodyPr>
          <a:lstStyle>
            <a:lvl1pPr algn="ctr">
              <a:lnSpc>
                <a:spcPct val="90000"/>
              </a:lnSpc>
              <a:defRPr sz="1400">
                <a:solidFill>
                  <a:schemeClr val="bg1"/>
                </a:solidFill>
              </a:defRPr>
            </a:lvl1pPr>
            <a:lvl2pPr marL="0" indent="0" algn="ctr">
              <a:lnSpc>
                <a:spcPct val="90000"/>
              </a:lnSpc>
              <a:buNone/>
              <a:defRPr sz="4000" b="1">
                <a:solidFill>
                  <a:schemeClr val="bg1"/>
                </a:solidFill>
                <a:latin typeface="+mj-lt"/>
              </a:defRPr>
            </a:lvl2pPr>
          </a:lstStyle>
          <a:p>
            <a:pPr lvl="0"/>
            <a:r>
              <a:rPr lang="fr-FR" dirty="0"/>
              <a:t>Item</a:t>
            </a:r>
          </a:p>
          <a:p>
            <a:pPr lvl="1"/>
            <a:r>
              <a:rPr lang="fr-FR" dirty="0"/>
              <a:t>0</a:t>
            </a:r>
          </a:p>
        </p:txBody>
      </p:sp>
      <p:sp>
        <p:nvSpPr>
          <p:cNvPr id="30" name="ZoneTexte 29">
            <a:extLst>
              <a:ext uri="{FF2B5EF4-FFF2-40B4-BE49-F238E27FC236}">
                <a16:creationId xmlns:a16="http://schemas.microsoft.com/office/drawing/2014/main" id="{58DC98BA-7572-A388-C6B4-862306EE47DA}"/>
              </a:ext>
            </a:extLst>
          </p:cNvPr>
          <p:cNvSpPr txBox="1"/>
          <p:nvPr userDrawn="1"/>
        </p:nvSpPr>
        <p:spPr>
          <a:xfrm>
            <a:off x="-101600" y="6858000"/>
            <a:ext cx="12192000" cy="646331"/>
          </a:xfrm>
          <a:prstGeom prst="rect">
            <a:avLst/>
          </a:prstGeom>
          <a:noFill/>
        </p:spPr>
        <p:txBody>
          <a:bodyPr wrap="square" rtlCol="0">
            <a:spAutoFit/>
          </a:bodyPr>
          <a:lstStyle/>
          <a:p>
            <a:r>
              <a:rPr lang="fr-FR" sz="1200" dirty="0">
                <a:solidFill>
                  <a:schemeClr val="bg1">
                    <a:lumMod val="50000"/>
                  </a:schemeClr>
                </a:solidFill>
              </a:rPr>
              <a:t>Astuce : 2 niveaux de textes sont utilisés dans le carré de couleur, le 2</a:t>
            </a:r>
            <a:r>
              <a:rPr lang="fr-FR" sz="1200" baseline="30000" dirty="0">
                <a:solidFill>
                  <a:schemeClr val="bg1">
                    <a:lumMod val="50000"/>
                  </a:schemeClr>
                </a:solidFill>
              </a:rPr>
              <a:t>ème</a:t>
            </a:r>
            <a:r>
              <a:rPr lang="fr-FR" sz="1200" dirty="0">
                <a:solidFill>
                  <a:schemeClr val="bg1">
                    <a:lumMod val="50000"/>
                  </a:schemeClr>
                </a:solidFill>
              </a:rPr>
              <a:t> niveau est réservé au chiffre</a:t>
            </a:r>
          </a:p>
          <a:p>
            <a:r>
              <a:rPr lang="fr-FR" sz="1200" dirty="0">
                <a:solidFill>
                  <a:schemeClr val="bg1">
                    <a:lumMod val="50000"/>
                  </a:schemeClr>
                </a:solidFill>
              </a:rPr>
              <a:t>Astuce : A tout moment vous pouvez changer la couleur de 1 ou plusieurs carré(s) : « Format de la forme » / « Remplissage »</a:t>
            </a:r>
          </a:p>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bg1">
                    <a:lumMod val="50000"/>
                  </a:schemeClr>
                </a:solidFill>
              </a:rPr>
              <a:t>Astuce : A tout moment vous pouvez supprimer ou dupliquer une des étapes</a:t>
            </a:r>
          </a:p>
        </p:txBody>
      </p:sp>
      <p:sp>
        <p:nvSpPr>
          <p:cNvPr id="20" name="Espace réservé du texte 14">
            <a:extLst>
              <a:ext uri="{FF2B5EF4-FFF2-40B4-BE49-F238E27FC236}">
                <a16:creationId xmlns:a16="http://schemas.microsoft.com/office/drawing/2014/main" id="{7F676C8B-EE69-3CAC-C9F6-BFDEFD05279B}"/>
              </a:ext>
            </a:extLst>
          </p:cNvPr>
          <p:cNvSpPr>
            <a:spLocks noGrp="1"/>
          </p:cNvSpPr>
          <p:nvPr>
            <p:ph type="body" sz="quarter" idx="14"/>
          </p:nvPr>
        </p:nvSpPr>
        <p:spPr>
          <a:xfrm>
            <a:off x="673555" y="3527424"/>
            <a:ext cx="1980000" cy="2386013"/>
          </a:xfrm>
        </p:spPr>
        <p:txBody>
          <a:bodyPr/>
          <a:lstStyle>
            <a:lvl1pPr algn="l">
              <a:defRPr/>
            </a:lvl1pPr>
            <a:lvl2pPr algn="l">
              <a:defRPr/>
            </a:lvl2pPr>
            <a:lvl3pPr algn="l">
              <a:defRPr/>
            </a:lvl3pPr>
            <a:lvl4pPr algn="l">
              <a:defRPr/>
            </a:lvl4pPr>
            <a:lvl5pPr algn="l">
              <a:defRPr/>
            </a:lvl5pPr>
          </a:lstStyle>
          <a:p>
            <a:pPr lvl="0"/>
            <a:r>
              <a:rPr lang="fr-FR"/>
              <a:t>Cliquez pour modifier les styles du texte du masque</a:t>
            </a:r>
          </a:p>
        </p:txBody>
      </p:sp>
      <p:sp>
        <p:nvSpPr>
          <p:cNvPr id="21" name="Espace réservé du texte 14">
            <a:extLst>
              <a:ext uri="{FF2B5EF4-FFF2-40B4-BE49-F238E27FC236}">
                <a16:creationId xmlns:a16="http://schemas.microsoft.com/office/drawing/2014/main" id="{89215B80-BD0F-D77B-4046-84DBB6530C88}"/>
              </a:ext>
            </a:extLst>
          </p:cNvPr>
          <p:cNvSpPr>
            <a:spLocks noGrp="1"/>
          </p:cNvSpPr>
          <p:nvPr>
            <p:ph type="body" sz="quarter" idx="16"/>
          </p:nvPr>
        </p:nvSpPr>
        <p:spPr>
          <a:xfrm>
            <a:off x="2850698" y="3527424"/>
            <a:ext cx="1980000" cy="2386013"/>
          </a:xfrm>
        </p:spPr>
        <p:txBody>
          <a:bodyPr/>
          <a:lstStyle>
            <a:lvl1pPr algn="l">
              <a:defRPr/>
            </a:lvl1pPr>
            <a:lvl2pPr algn="l">
              <a:defRPr/>
            </a:lvl2pPr>
            <a:lvl3pPr algn="l">
              <a:defRPr/>
            </a:lvl3pPr>
            <a:lvl4pPr algn="l">
              <a:defRPr/>
            </a:lvl4pPr>
            <a:lvl5pPr algn="l">
              <a:defRPr/>
            </a:lvl5pPr>
          </a:lstStyle>
          <a:p>
            <a:pPr lvl="0"/>
            <a:r>
              <a:rPr lang="fr-FR"/>
              <a:t>Cliquez pour modifier les styles du texte du masque</a:t>
            </a:r>
          </a:p>
        </p:txBody>
      </p:sp>
      <p:sp>
        <p:nvSpPr>
          <p:cNvPr id="31" name="Espace réservé du texte 14">
            <a:extLst>
              <a:ext uri="{FF2B5EF4-FFF2-40B4-BE49-F238E27FC236}">
                <a16:creationId xmlns:a16="http://schemas.microsoft.com/office/drawing/2014/main" id="{50E15DEA-ADB9-4EAD-9B8B-400BF2AF4FDA}"/>
              </a:ext>
            </a:extLst>
          </p:cNvPr>
          <p:cNvSpPr>
            <a:spLocks noGrp="1"/>
          </p:cNvSpPr>
          <p:nvPr>
            <p:ph type="body" sz="quarter" idx="18"/>
          </p:nvPr>
        </p:nvSpPr>
        <p:spPr>
          <a:xfrm>
            <a:off x="5042355" y="3527424"/>
            <a:ext cx="1980000" cy="2386013"/>
          </a:xfrm>
        </p:spPr>
        <p:txBody>
          <a:bodyPr/>
          <a:lstStyle>
            <a:lvl1pPr algn="l">
              <a:defRPr/>
            </a:lvl1pPr>
            <a:lvl2pPr algn="l">
              <a:defRPr/>
            </a:lvl2pPr>
            <a:lvl3pPr algn="l">
              <a:defRPr/>
            </a:lvl3pPr>
            <a:lvl4pPr algn="l">
              <a:defRPr/>
            </a:lvl4pPr>
            <a:lvl5pPr algn="l">
              <a:defRPr/>
            </a:lvl5pPr>
          </a:lstStyle>
          <a:p>
            <a:pPr lvl="0"/>
            <a:r>
              <a:rPr lang="fr-FR"/>
              <a:t>Cliquez pour modifier les styles du texte du masque</a:t>
            </a:r>
          </a:p>
        </p:txBody>
      </p:sp>
      <p:sp>
        <p:nvSpPr>
          <p:cNvPr id="32" name="Espace réservé du texte 14">
            <a:extLst>
              <a:ext uri="{FF2B5EF4-FFF2-40B4-BE49-F238E27FC236}">
                <a16:creationId xmlns:a16="http://schemas.microsoft.com/office/drawing/2014/main" id="{31D594DF-B2F9-BDEA-68CF-C1C92B869ADF}"/>
              </a:ext>
            </a:extLst>
          </p:cNvPr>
          <p:cNvSpPr>
            <a:spLocks noGrp="1"/>
          </p:cNvSpPr>
          <p:nvPr>
            <p:ph type="body" sz="quarter" idx="20"/>
          </p:nvPr>
        </p:nvSpPr>
        <p:spPr>
          <a:xfrm>
            <a:off x="7161440" y="3527424"/>
            <a:ext cx="1980000" cy="2386013"/>
          </a:xfrm>
        </p:spPr>
        <p:txBody>
          <a:bodyPr/>
          <a:lstStyle>
            <a:lvl1pPr algn="l">
              <a:defRPr/>
            </a:lvl1pPr>
            <a:lvl2pPr algn="l">
              <a:defRPr/>
            </a:lvl2pPr>
            <a:lvl3pPr algn="l">
              <a:defRPr/>
            </a:lvl3pPr>
            <a:lvl4pPr algn="l">
              <a:defRPr/>
            </a:lvl4pPr>
            <a:lvl5pPr algn="l">
              <a:defRPr/>
            </a:lvl5pPr>
          </a:lstStyle>
          <a:p>
            <a:pPr lvl="0"/>
            <a:r>
              <a:rPr lang="fr-FR"/>
              <a:t>Cliquez pour modifier les styles du texte du masque</a:t>
            </a:r>
          </a:p>
        </p:txBody>
      </p:sp>
      <p:sp>
        <p:nvSpPr>
          <p:cNvPr id="33" name="Espace réservé du texte 14">
            <a:extLst>
              <a:ext uri="{FF2B5EF4-FFF2-40B4-BE49-F238E27FC236}">
                <a16:creationId xmlns:a16="http://schemas.microsoft.com/office/drawing/2014/main" id="{4EB8106A-BAE6-87F6-A881-562ED8FA4143}"/>
              </a:ext>
            </a:extLst>
          </p:cNvPr>
          <p:cNvSpPr>
            <a:spLocks noGrp="1"/>
          </p:cNvSpPr>
          <p:nvPr>
            <p:ph type="body" sz="quarter" idx="22"/>
          </p:nvPr>
        </p:nvSpPr>
        <p:spPr>
          <a:xfrm>
            <a:off x="9386855" y="3527424"/>
            <a:ext cx="1980000" cy="2386013"/>
          </a:xfrm>
        </p:spPr>
        <p:txBody>
          <a:bodyPr/>
          <a:lstStyle>
            <a:lvl1pPr algn="l">
              <a:defRPr/>
            </a:lvl1pPr>
            <a:lvl2pPr algn="l">
              <a:defRPr/>
            </a:lvl2pPr>
            <a:lvl3pPr algn="l">
              <a:defRPr/>
            </a:lvl3pPr>
            <a:lvl4pPr algn="l">
              <a:defRPr/>
            </a:lvl4pPr>
            <a:lvl5pPr algn="l">
              <a:defRPr/>
            </a:lvl5pPr>
          </a:lstStyle>
          <a:p>
            <a:pPr lvl="0"/>
            <a:r>
              <a:rPr lang="fr-FR"/>
              <a:t>Cliquez pour modifier les styles du texte du masque</a:t>
            </a:r>
          </a:p>
        </p:txBody>
      </p:sp>
      <p:sp>
        <p:nvSpPr>
          <p:cNvPr id="34" name="Espace réservé du texte 33">
            <a:extLst>
              <a:ext uri="{FF2B5EF4-FFF2-40B4-BE49-F238E27FC236}">
                <a16:creationId xmlns:a16="http://schemas.microsoft.com/office/drawing/2014/main" id="{6FA8E9A1-911D-DD9D-7A76-ADDB4C2E4317}"/>
              </a:ext>
            </a:extLst>
          </p:cNvPr>
          <p:cNvSpPr>
            <a:spLocks noGrp="1" noChangeAspect="1"/>
          </p:cNvSpPr>
          <p:nvPr>
            <p:ph type="body" sz="quarter" idx="23" hasCustomPrompt="1"/>
          </p:nvPr>
        </p:nvSpPr>
        <p:spPr>
          <a:xfrm>
            <a:off x="2908981" y="1583490"/>
            <a:ext cx="2160000" cy="1651398"/>
          </a:xfrm>
          <a:custGeom>
            <a:avLst/>
            <a:gdLst>
              <a:gd name="connsiteX0" fmla="*/ 0 w 1843864"/>
              <a:gd name="connsiteY0" fmla="*/ 0 h 1409700"/>
              <a:gd name="connsiteX1" fmla="*/ 1409699 w 1843864"/>
              <a:gd name="connsiteY1" fmla="*/ 0 h 1409700"/>
              <a:gd name="connsiteX2" fmla="*/ 1409699 w 1843864"/>
              <a:gd name="connsiteY2" fmla="*/ 471941 h 1409700"/>
              <a:gd name="connsiteX3" fmla="*/ 1535357 w 1843864"/>
              <a:gd name="connsiteY3" fmla="*/ 471941 h 1409700"/>
              <a:gd name="connsiteX4" fmla="*/ 1535357 w 1843864"/>
              <a:gd name="connsiteY4" fmla="*/ 239032 h 1409700"/>
              <a:gd name="connsiteX5" fmla="*/ 1843864 w 1843864"/>
              <a:gd name="connsiteY5" fmla="*/ 704851 h 1409700"/>
              <a:gd name="connsiteX6" fmla="*/ 1535357 w 1843864"/>
              <a:gd name="connsiteY6" fmla="*/ 1170669 h 1409700"/>
              <a:gd name="connsiteX7" fmla="*/ 1535357 w 1843864"/>
              <a:gd name="connsiteY7" fmla="*/ 937760 h 1409700"/>
              <a:gd name="connsiteX8" fmla="*/ 1409699 w 1843864"/>
              <a:gd name="connsiteY8" fmla="*/ 937760 h 1409700"/>
              <a:gd name="connsiteX9" fmla="*/ 1409699 w 1843864"/>
              <a:gd name="connsiteY9" fmla="*/ 1409700 h 1409700"/>
              <a:gd name="connsiteX10" fmla="*/ 0 w 1843864"/>
              <a:gd name="connsiteY10" fmla="*/ 1409700 h 140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43864" h="1409700">
                <a:moveTo>
                  <a:pt x="0" y="0"/>
                </a:moveTo>
                <a:lnTo>
                  <a:pt x="1409699" y="0"/>
                </a:lnTo>
                <a:lnTo>
                  <a:pt x="1409699" y="471941"/>
                </a:lnTo>
                <a:lnTo>
                  <a:pt x="1535357" y="471941"/>
                </a:lnTo>
                <a:lnTo>
                  <a:pt x="1535357" y="239032"/>
                </a:lnTo>
                <a:lnTo>
                  <a:pt x="1843864" y="704851"/>
                </a:lnTo>
                <a:lnTo>
                  <a:pt x="1535357" y="1170669"/>
                </a:lnTo>
                <a:lnTo>
                  <a:pt x="1535357" y="937760"/>
                </a:lnTo>
                <a:lnTo>
                  <a:pt x="1409699" y="937760"/>
                </a:lnTo>
                <a:lnTo>
                  <a:pt x="1409699" y="1409700"/>
                </a:lnTo>
                <a:lnTo>
                  <a:pt x="0" y="1409700"/>
                </a:lnTo>
                <a:close/>
              </a:path>
            </a:pathLst>
          </a:custGeom>
          <a:solidFill>
            <a:schemeClr val="tx2"/>
          </a:solidFill>
        </p:spPr>
        <p:txBody>
          <a:bodyPr wrap="square" lIns="36000" tIns="36000" rIns="468000" bIns="36000" anchor="ctr">
            <a:noAutofit/>
          </a:bodyPr>
          <a:lstStyle>
            <a:lvl1pPr algn="ctr">
              <a:lnSpc>
                <a:spcPct val="90000"/>
              </a:lnSpc>
              <a:defRPr sz="1400">
                <a:solidFill>
                  <a:schemeClr val="bg1"/>
                </a:solidFill>
              </a:defRPr>
            </a:lvl1pPr>
            <a:lvl2pPr marL="0" indent="0" algn="ctr">
              <a:lnSpc>
                <a:spcPct val="90000"/>
              </a:lnSpc>
              <a:buNone/>
              <a:defRPr sz="4000" b="1">
                <a:solidFill>
                  <a:schemeClr val="bg1"/>
                </a:solidFill>
                <a:latin typeface="+mj-lt"/>
              </a:defRPr>
            </a:lvl2pPr>
          </a:lstStyle>
          <a:p>
            <a:pPr lvl="0"/>
            <a:r>
              <a:rPr lang="fr-FR" dirty="0"/>
              <a:t>Item</a:t>
            </a:r>
          </a:p>
          <a:p>
            <a:pPr lvl="1"/>
            <a:r>
              <a:rPr lang="fr-FR" dirty="0"/>
              <a:t>0</a:t>
            </a:r>
          </a:p>
        </p:txBody>
      </p:sp>
      <p:sp>
        <p:nvSpPr>
          <p:cNvPr id="35" name="Espace réservé du texte 34">
            <a:extLst>
              <a:ext uri="{FF2B5EF4-FFF2-40B4-BE49-F238E27FC236}">
                <a16:creationId xmlns:a16="http://schemas.microsoft.com/office/drawing/2014/main" id="{89C62950-23F5-0C27-DBF0-B851B616C800}"/>
              </a:ext>
            </a:extLst>
          </p:cNvPr>
          <p:cNvSpPr>
            <a:spLocks noGrp="1" noChangeAspect="1"/>
          </p:cNvSpPr>
          <p:nvPr>
            <p:ph type="body" sz="quarter" idx="24" hasCustomPrompt="1"/>
          </p:nvPr>
        </p:nvSpPr>
        <p:spPr>
          <a:xfrm>
            <a:off x="5100638" y="1583490"/>
            <a:ext cx="2160000" cy="1651398"/>
          </a:xfrm>
          <a:custGeom>
            <a:avLst/>
            <a:gdLst>
              <a:gd name="connsiteX0" fmla="*/ 0 w 1843864"/>
              <a:gd name="connsiteY0" fmla="*/ 0 h 1409700"/>
              <a:gd name="connsiteX1" fmla="*/ 1409699 w 1843864"/>
              <a:gd name="connsiteY1" fmla="*/ 0 h 1409700"/>
              <a:gd name="connsiteX2" fmla="*/ 1409699 w 1843864"/>
              <a:gd name="connsiteY2" fmla="*/ 471941 h 1409700"/>
              <a:gd name="connsiteX3" fmla="*/ 1535357 w 1843864"/>
              <a:gd name="connsiteY3" fmla="*/ 471941 h 1409700"/>
              <a:gd name="connsiteX4" fmla="*/ 1535357 w 1843864"/>
              <a:gd name="connsiteY4" fmla="*/ 239032 h 1409700"/>
              <a:gd name="connsiteX5" fmla="*/ 1843864 w 1843864"/>
              <a:gd name="connsiteY5" fmla="*/ 704851 h 1409700"/>
              <a:gd name="connsiteX6" fmla="*/ 1535357 w 1843864"/>
              <a:gd name="connsiteY6" fmla="*/ 1170669 h 1409700"/>
              <a:gd name="connsiteX7" fmla="*/ 1535357 w 1843864"/>
              <a:gd name="connsiteY7" fmla="*/ 937760 h 1409700"/>
              <a:gd name="connsiteX8" fmla="*/ 1409699 w 1843864"/>
              <a:gd name="connsiteY8" fmla="*/ 937760 h 1409700"/>
              <a:gd name="connsiteX9" fmla="*/ 1409699 w 1843864"/>
              <a:gd name="connsiteY9" fmla="*/ 1409700 h 1409700"/>
              <a:gd name="connsiteX10" fmla="*/ 0 w 1843864"/>
              <a:gd name="connsiteY10" fmla="*/ 1409700 h 140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43864" h="1409700">
                <a:moveTo>
                  <a:pt x="0" y="0"/>
                </a:moveTo>
                <a:lnTo>
                  <a:pt x="1409699" y="0"/>
                </a:lnTo>
                <a:lnTo>
                  <a:pt x="1409699" y="471941"/>
                </a:lnTo>
                <a:lnTo>
                  <a:pt x="1535357" y="471941"/>
                </a:lnTo>
                <a:lnTo>
                  <a:pt x="1535357" y="239032"/>
                </a:lnTo>
                <a:lnTo>
                  <a:pt x="1843864" y="704851"/>
                </a:lnTo>
                <a:lnTo>
                  <a:pt x="1535357" y="1170669"/>
                </a:lnTo>
                <a:lnTo>
                  <a:pt x="1535357" y="937760"/>
                </a:lnTo>
                <a:lnTo>
                  <a:pt x="1409699" y="937760"/>
                </a:lnTo>
                <a:lnTo>
                  <a:pt x="1409699" y="1409700"/>
                </a:lnTo>
                <a:lnTo>
                  <a:pt x="0" y="1409700"/>
                </a:lnTo>
                <a:close/>
              </a:path>
            </a:pathLst>
          </a:custGeom>
          <a:solidFill>
            <a:schemeClr val="tx2"/>
          </a:solidFill>
        </p:spPr>
        <p:txBody>
          <a:bodyPr wrap="square" lIns="36000" tIns="36000" rIns="468000" bIns="36000" anchor="ctr">
            <a:noAutofit/>
          </a:bodyPr>
          <a:lstStyle>
            <a:lvl1pPr algn="ctr">
              <a:lnSpc>
                <a:spcPct val="90000"/>
              </a:lnSpc>
              <a:defRPr sz="1400">
                <a:solidFill>
                  <a:schemeClr val="bg1"/>
                </a:solidFill>
              </a:defRPr>
            </a:lvl1pPr>
            <a:lvl2pPr marL="0" indent="0" algn="ctr">
              <a:lnSpc>
                <a:spcPct val="90000"/>
              </a:lnSpc>
              <a:buNone/>
              <a:defRPr sz="4000" b="1">
                <a:solidFill>
                  <a:schemeClr val="bg1"/>
                </a:solidFill>
                <a:latin typeface="+mj-lt"/>
              </a:defRPr>
            </a:lvl2pPr>
          </a:lstStyle>
          <a:p>
            <a:pPr lvl="0"/>
            <a:r>
              <a:rPr lang="fr-FR" dirty="0"/>
              <a:t>Item</a:t>
            </a:r>
          </a:p>
          <a:p>
            <a:pPr lvl="1"/>
            <a:r>
              <a:rPr lang="fr-FR" dirty="0"/>
              <a:t>0</a:t>
            </a:r>
          </a:p>
        </p:txBody>
      </p:sp>
      <p:sp>
        <p:nvSpPr>
          <p:cNvPr id="36" name="Espace réservé du texte 35">
            <a:extLst>
              <a:ext uri="{FF2B5EF4-FFF2-40B4-BE49-F238E27FC236}">
                <a16:creationId xmlns:a16="http://schemas.microsoft.com/office/drawing/2014/main" id="{ABF9A6B1-3BC9-0F8E-8148-B1CF03BB61CA}"/>
              </a:ext>
            </a:extLst>
          </p:cNvPr>
          <p:cNvSpPr>
            <a:spLocks noGrp="1" noChangeAspect="1"/>
          </p:cNvSpPr>
          <p:nvPr>
            <p:ph type="body" sz="quarter" idx="25" hasCustomPrompt="1"/>
          </p:nvPr>
        </p:nvSpPr>
        <p:spPr>
          <a:xfrm>
            <a:off x="7219723" y="1583490"/>
            <a:ext cx="2160000" cy="1651398"/>
          </a:xfrm>
          <a:custGeom>
            <a:avLst/>
            <a:gdLst>
              <a:gd name="connsiteX0" fmla="*/ 0 w 1843864"/>
              <a:gd name="connsiteY0" fmla="*/ 0 h 1409700"/>
              <a:gd name="connsiteX1" fmla="*/ 1409699 w 1843864"/>
              <a:gd name="connsiteY1" fmla="*/ 0 h 1409700"/>
              <a:gd name="connsiteX2" fmla="*/ 1409699 w 1843864"/>
              <a:gd name="connsiteY2" fmla="*/ 471941 h 1409700"/>
              <a:gd name="connsiteX3" fmla="*/ 1535357 w 1843864"/>
              <a:gd name="connsiteY3" fmla="*/ 471941 h 1409700"/>
              <a:gd name="connsiteX4" fmla="*/ 1535357 w 1843864"/>
              <a:gd name="connsiteY4" fmla="*/ 239032 h 1409700"/>
              <a:gd name="connsiteX5" fmla="*/ 1843864 w 1843864"/>
              <a:gd name="connsiteY5" fmla="*/ 704851 h 1409700"/>
              <a:gd name="connsiteX6" fmla="*/ 1535357 w 1843864"/>
              <a:gd name="connsiteY6" fmla="*/ 1170669 h 1409700"/>
              <a:gd name="connsiteX7" fmla="*/ 1535357 w 1843864"/>
              <a:gd name="connsiteY7" fmla="*/ 937760 h 1409700"/>
              <a:gd name="connsiteX8" fmla="*/ 1409699 w 1843864"/>
              <a:gd name="connsiteY8" fmla="*/ 937760 h 1409700"/>
              <a:gd name="connsiteX9" fmla="*/ 1409699 w 1843864"/>
              <a:gd name="connsiteY9" fmla="*/ 1409700 h 1409700"/>
              <a:gd name="connsiteX10" fmla="*/ 0 w 1843864"/>
              <a:gd name="connsiteY10" fmla="*/ 1409700 h 1409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843864" h="1409700">
                <a:moveTo>
                  <a:pt x="0" y="0"/>
                </a:moveTo>
                <a:lnTo>
                  <a:pt x="1409699" y="0"/>
                </a:lnTo>
                <a:lnTo>
                  <a:pt x="1409699" y="471941"/>
                </a:lnTo>
                <a:lnTo>
                  <a:pt x="1535357" y="471941"/>
                </a:lnTo>
                <a:lnTo>
                  <a:pt x="1535357" y="239032"/>
                </a:lnTo>
                <a:lnTo>
                  <a:pt x="1843864" y="704851"/>
                </a:lnTo>
                <a:lnTo>
                  <a:pt x="1535357" y="1170669"/>
                </a:lnTo>
                <a:lnTo>
                  <a:pt x="1535357" y="937760"/>
                </a:lnTo>
                <a:lnTo>
                  <a:pt x="1409699" y="937760"/>
                </a:lnTo>
                <a:lnTo>
                  <a:pt x="1409699" y="1409700"/>
                </a:lnTo>
                <a:lnTo>
                  <a:pt x="0" y="1409700"/>
                </a:lnTo>
                <a:close/>
              </a:path>
            </a:pathLst>
          </a:custGeom>
          <a:solidFill>
            <a:schemeClr val="tx2"/>
          </a:solidFill>
        </p:spPr>
        <p:txBody>
          <a:bodyPr wrap="square" lIns="36000" tIns="36000" rIns="468000" bIns="36000" anchor="ctr">
            <a:noAutofit/>
          </a:bodyPr>
          <a:lstStyle>
            <a:lvl1pPr algn="ctr">
              <a:lnSpc>
                <a:spcPct val="90000"/>
              </a:lnSpc>
              <a:defRPr sz="1400">
                <a:solidFill>
                  <a:schemeClr val="bg1"/>
                </a:solidFill>
              </a:defRPr>
            </a:lvl1pPr>
            <a:lvl2pPr marL="0" indent="0" algn="ctr">
              <a:lnSpc>
                <a:spcPct val="90000"/>
              </a:lnSpc>
              <a:buNone/>
              <a:defRPr sz="4000" b="1">
                <a:solidFill>
                  <a:schemeClr val="bg1"/>
                </a:solidFill>
                <a:latin typeface="+mj-lt"/>
              </a:defRPr>
            </a:lvl2pPr>
          </a:lstStyle>
          <a:p>
            <a:pPr lvl="0"/>
            <a:r>
              <a:rPr lang="fr-FR" dirty="0"/>
              <a:t>Item</a:t>
            </a:r>
          </a:p>
          <a:p>
            <a:pPr lvl="1"/>
            <a:r>
              <a:rPr lang="fr-FR" dirty="0"/>
              <a:t>0</a:t>
            </a:r>
          </a:p>
        </p:txBody>
      </p:sp>
      <p:sp>
        <p:nvSpPr>
          <p:cNvPr id="38" name="Espace réservé du texte 11">
            <a:extLst>
              <a:ext uri="{FF2B5EF4-FFF2-40B4-BE49-F238E27FC236}">
                <a16:creationId xmlns:a16="http://schemas.microsoft.com/office/drawing/2014/main" id="{97EC53BB-3B6C-3AF7-68E1-48C8465AC201}"/>
              </a:ext>
            </a:extLst>
          </p:cNvPr>
          <p:cNvSpPr>
            <a:spLocks noGrp="1" noChangeAspect="1"/>
          </p:cNvSpPr>
          <p:nvPr>
            <p:ph type="body" sz="quarter" idx="21" hasCustomPrompt="1"/>
          </p:nvPr>
        </p:nvSpPr>
        <p:spPr>
          <a:xfrm>
            <a:off x="9386855" y="1583490"/>
            <a:ext cx="1652399" cy="1652400"/>
          </a:xfrm>
          <a:solidFill>
            <a:schemeClr val="tx2"/>
          </a:solidFill>
        </p:spPr>
        <p:txBody>
          <a:bodyPr lIns="36000" tIns="36000" rIns="36000" bIns="36000" anchor="ctr">
            <a:normAutofit/>
          </a:bodyPr>
          <a:lstStyle>
            <a:lvl1pPr algn="ctr">
              <a:lnSpc>
                <a:spcPct val="90000"/>
              </a:lnSpc>
              <a:defRPr sz="1400">
                <a:solidFill>
                  <a:schemeClr val="bg1"/>
                </a:solidFill>
              </a:defRPr>
            </a:lvl1pPr>
            <a:lvl2pPr marL="0" indent="0" algn="ctr">
              <a:lnSpc>
                <a:spcPct val="90000"/>
              </a:lnSpc>
              <a:buNone/>
              <a:defRPr sz="4000" b="1">
                <a:solidFill>
                  <a:schemeClr val="bg1"/>
                </a:solidFill>
                <a:latin typeface="+mj-lt"/>
              </a:defRPr>
            </a:lvl2pPr>
          </a:lstStyle>
          <a:p>
            <a:pPr lvl="0"/>
            <a:r>
              <a:rPr lang="fr-FR" dirty="0"/>
              <a:t>Item</a:t>
            </a:r>
          </a:p>
          <a:p>
            <a:pPr lvl="1"/>
            <a:r>
              <a:rPr lang="fr-FR" dirty="0"/>
              <a:t>0</a:t>
            </a:r>
          </a:p>
        </p:txBody>
      </p:sp>
      <p:pic>
        <p:nvPicPr>
          <p:cNvPr id="19" name="PATTERN CARRE DECAL">
            <a:extLst>
              <a:ext uri="{FF2B5EF4-FFF2-40B4-BE49-F238E27FC236}">
                <a16:creationId xmlns:a16="http://schemas.microsoft.com/office/drawing/2014/main" id="{0BAAE597-7E43-80FB-78E3-011B8787724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17494" t="76060" r="18770" b="-33262"/>
          <a:stretch/>
        </p:blipFill>
        <p:spPr>
          <a:xfrm>
            <a:off x="9626600" y="-1"/>
            <a:ext cx="2565400" cy="1515209"/>
          </a:xfrm>
          <a:prstGeom prst="rect">
            <a:avLst/>
          </a:prstGeom>
        </p:spPr>
      </p:pic>
      <p:sp>
        <p:nvSpPr>
          <p:cNvPr id="2" name="Titre 1">
            <a:extLst>
              <a:ext uri="{FF2B5EF4-FFF2-40B4-BE49-F238E27FC236}">
                <a16:creationId xmlns:a16="http://schemas.microsoft.com/office/drawing/2014/main" id="{7D2C0AC3-31B7-69C8-1880-96C477E56349}"/>
              </a:ext>
            </a:extLst>
          </p:cNvPr>
          <p:cNvSpPr>
            <a:spLocks noGrp="1"/>
          </p:cNvSpPr>
          <p:nvPr>
            <p:ph type="title"/>
          </p:nvPr>
        </p:nvSpPr>
        <p:spPr/>
        <p:txBody>
          <a:bodyPr/>
          <a:lstStyle>
            <a:lvl1pPr>
              <a:defRPr>
                <a:solidFill>
                  <a:schemeClr val="tx1"/>
                </a:solidFill>
              </a:defRPr>
            </a:lvl1pPr>
          </a:lstStyle>
          <a:p>
            <a:r>
              <a:rPr lang="fr-FR"/>
              <a:t>Modifiez le style du titre</a:t>
            </a:r>
          </a:p>
        </p:txBody>
      </p:sp>
    </p:spTree>
    <p:extLst>
      <p:ext uri="{BB962C8B-B14F-4D97-AF65-F5344CB8AC3E}">
        <p14:creationId xmlns:p14="http://schemas.microsoft.com/office/powerpoint/2010/main" val="140832456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FIN">
    <p:spTree>
      <p:nvGrpSpPr>
        <p:cNvPr id="1" name=""/>
        <p:cNvGrpSpPr/>
        <p:nvPr/>
      </p:nvGrpSpPr>
      <p:grpSpPr>
        <a:xfrm>
          <a:off x="0" y="0"/>
          <a:ext cx="0" cy="0"/>
          <a:chOff x="0" y="0"/>
          <a:chExt cx="0" cy="0"/>
        </a:xfrm>
      </p:grpSpPr>
      <p:sp>
        <p:nvSpPr>
          <p:cNvPr id="29" name="ZoneTexte 28">
            <a:extLst>
              <a:ext uri="{FF2B5EF4-FFF2-40B4-BE49-F238E27FC236}">
                <a16:creationId xmlns:a16="http://schemas.microsoft.com/office/drawing/2014/main" id="{BC10BA36-642C-D18A-73B5-1652743A0484}"/>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FIN</a:t>
            </a:r>
          </a:p>
        </p:txBody>
      </p:sp>
      <p:sp>
        <p:nvSpPr>
          <p:cNvPr id="2" name="Titre 1">
            <a:extLst>
              <a:ext uri="{FF2B5EF4-FFF2-40B4-BE49-F238E27FC236}">
                <a16:creationId xmlns:a16="http://schemas.microsoft.com/office/drawing/2014/main" id="{21EC821E-CA1A-6C83-0786-AF12C1B34DCC}"/>
              </a:ext>
            </a:extLst>
          </p:cNvPr>
          <p:cNvSpPr>
            <a:spLocks noGrp="1"/>
          </p:cNvSpPr>
          <p:nvPr>
            <p:ph type="title" hasCustomPrompt="1"/>
          </p:nvPr>
        </p:nvSpPr>
        <p:spPr>
          <a:xfrm>
            <a:off x="731837" y="3449638"/>
            <a:ext cx="2425700" cy="703262"/>
          </a:xfrm>
        </p:spPr>
        <p:txBody>
          <a:bodyPr anchor="t">
            <a:normAutofit/>
          </a:bodyPr>
          <a:lstStyle>
            <a:lvl1pPr algn="l">
              <a:defRPr sz="4000">
                <a:solidFill>
                  <a:schemeClr val="tx1"/>
                </a:solidFill>
              </a:defRPr>
            </a:lvl1pPr>
          </a:lstStyle>
          <a:p>
            <a:r>
              <a:rPr lang="fr-FR" dirty="0"/>
              <a:t>Merci</a:t>
            </a:r>
          </a:p>
        </p:txBody>
      </p:sp>
      <p:pic>
        <p:nvPicPr>
          <p:cNvPr id="16" name="Logo CEA">
            <a:extLst>
              <a:ext uri="{FF2B5EF4-FFF2-40B4-BE49-F238E27FC236}">
                <a16:creationId xmlns:a16="http://schemas.microsoft.com/office/drawing/2014/main" id="{1051C7ED-2FE9-229E-F0BD-000C6D22DEC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31838" y="728663"/>
            <a:ext cx="1803600" cy="1803600"/>
          </a:xfrm>
          <a:prstGeom prst="rect">
            <a:avLst/>
          </a:prstGeom>
        </p:spPr>
      </p:pic>
      <p:sp>
        <p:nvSpPr>
          <p:cNvPr id="8" name="Espace réservé du texte 4"/>
          <p:cNvSpPr>
            <a:spLocks noGrp="1"/>
          </p:cNvSpPr>
          <p:nvPr>
            <p:ph type="body" sz="quarter" idx="14" hasCustomPrompt="1"/>
          </p:nvPr>
        </p:nvSpPr>
        <p:spPr>
          <a:xfrm>
            <a:off x="731838" y="4568370"/>
            <a:ext cx="6564312" cy="480060"/>
          </a:xfrm>
        </p:spPr>
        <p:txBody>
          <a:bodyPr>
            <a:normAutofit/>
          </a:bodyPr>
          <a:lstStyle>
            <a:lvl1pPr marL="0" marR="0" indent="0" algn="l" defTabSz="914400" rtl="0" eaLnBrk="1" fontAlgn="auto" latinLnBrk="0" hangingPunct="1">
              <a:lnSpc>
                <a:spcPct val="100000"/>
              </a:lnSpc>
              <a:spcBef>
                <a:spcPts val="1200"/>
              </a:spcBef>
              <a:spcAft>
                <a:spcPts val="0"/>
              </a:spcAft>
              <a:buClr>
                <a:schemeClr val="tx2"/>
              </a:buClr>
              <a:buSzPct val="90000"/>
              <a:buFont typeface="Arial" panose="020B0604020202020204" pitchFamily="34" charset="0"/>
              <a:buNone/>
              <a:tabLst/>
              <a:defRPr sz="1400" b="1" baseline="0"/>
            </a:lvl1pPr>
          </a:lstStyle>
          <a:p>
            <a:pPr marL="0" marR="0" lvl="0" indent="0" algn="l" defTabSz="914400" rtl="0" eaLnBrk="1" fontAlgn="auto" latinLnBrk="0" hangingPunct="1">
              <a:lnSpc>
                <a:spcPct val="100000"/>
              </a:lnSpc>
              <a:spcBef>
                <a:spcPts val="1200"/>
              </a:spcBef>
              <a:spcAft>
                <a:spcPts val="0"/>
              </a:spcAft>
              <a:buClr>
                <a:schemeClr val="tx2"/>
              </a:buClr>
              <a:buSzPct val="90000"/>
              <a:buFont typeface="Arial" panose="020B0604020202020204" pitchFamily="34" charset="0"/>
              <a:buNone/>
              <a:tabLst/>
              <a:defRPr/>
            </a:pPr>
            <a:r>
              <a:rPr lang="fr-FR" b="1" dirty="0"/>
              <a:t>CRÉDITS PHOTO</a:t>
            </a:r>
          </a:p>
        </p:txBody>
      </p:sp>
      <p:pic>
        <p:nvPicPr>
          <p:cNvPr id="9" name="PATTERN CARRE DECAL">
            <a:extLst>
              <a:ext uri="{FF2B5EF4-FFF2-40B4-BE49-F238E27FC236}">
                <a16:creationId xmlns:a16="http://schemas.microsoft.com/office/drawing/2014/main" id="{B904F070-A99F-1AC0-845C-9E05CE6DF32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19705" r="39861" b="-1"/>
          <a:stretch/>
        </p:blipFill>
        <p:spPr>
          <a:xfrm>
            <a:off x="9406296" y="-1"/>
            <a:ext cx="2785704" cy="2447637"/>
          </a:xfrm>
          <a:prstGeom prst="rect">
            <a:avLst/>
          </a:prstGeom>
        </p:spPr>
      </p:pic>
      <p:sp>
        <p:nvSpPr>
          <p:cNvPr id="5" name="Espace réservé du texte 4">
            <a:extLst>
              <a:ext uri="{FF2B5EF4-FFF2-40B4-BE49-F238E27FC236}">
                <a16:creationId xmlns:a16="http://schemas.microsoft.com/office/drawing/2014/main" id="{0A3E8B46-58E5-AAA0-387D-4D0B3F7256B2}"/>
              </a:ext>
            </a:extLst>
          </p:cNvPr>
          <p:cNvSpPr>
            <a:spLocks noGrp="1"/>
          </p:cNvSpPr>
          <p:nvPr>
            <p:ph type="body" sz="quarter" idx="16" hasCustomPrompt="1"/>
          </p:nvPr>
        </p:nvSpPr>
        <p:spPr>
          <a:xfrm>
            <a:off x="8451668" y="4568370"/>
            <a:ext cx="3001963" cy="1445354"/>
          </a:xfrm>
        </p:spPr>
        <p:txBody>
          <a:bodyPr>
            <a:normAutofit/>
          </a:bodyPr>
          <a:lstStyle>
            <a:lvl1pPr>
              <a:spcBef>
                <a:spcPts val="600"/>
              </a:spcBef>
              <a:defRPr sz="1400"/>
            </a:lvl1pPr>
          </a:lstStyle>
          <a:p>
            <a:pPr lvl="0"/>
            <a:r>
              <a:rPr lang="fr-FR" dirty="0"/>
              <a:t>Contact + coordonnées</a:t>
            </a:r>
          </a:p>
        </p:txBody>
      </p:sp>
      <p:sp>
        <p:nvSpPr>
          <p:cNvPr id="6" name="Espace réservé du texte 4">
            <a:extLst>
              <a:ext uri="{FF2B5EF4-FFF2-40B4-BE49-F238E27FC236}">
                <a16:creationId xmlns:a16="http://schemas.microsoft.com/office/drawing/2014/main" id="{64A62886-21D9-96B1-E41B-BFA9B096844D}"/>
              </a:ext>
            </a:extLst>
          </p:cNvPr>
          <p:cNvSpPr>
            <a:spLocks noGrp="1"/>
          </p:cNvSpPr>
          <p:nvPr>
            <p:ph type="body" sz="quarter" idx="17" hasCustomPrompt="1"/>
          </p:nvPr>
        </p:nvSpPr>
        <p:spPr>
          <a:xfrm>
            <a:off x="731837" y="5454925"/>
            <a:ext cx="6578600" cy="558800"/>
          </a:xfrm>
        </p:spPr>
        <p:txBody>
          <a:bodyPr>
            <a:normAutofit/>
          </a:bodyPr>
          <a:lstStyle>
            <a:lvl1pPr>
              <a:defRPr sz="1200" i="1"/>
            </a:lvl1pPr>
          </a:lstStyle>
          <a:p>
            <a:pPr lvl="0"/>
            <a:r>
              <a:rPr lang="fr-FR" dirty="0"/>
              <a:t>Emplacement logotypes financeurs/partenaires</a:t>
            </a:r>
          </a:p>
        </p:txBody>
      </p:sp>
      <p:sp>
        <p:nvSpPr>
          <p:cNvPr id="11" name="Rectangle 10"/>
          <p:cNvSpPr/>
          <p:nvPr userDrawn="1"/>
        </p:nvSpPr>
        <p:spPr>
          <a:xfrm>
            <a:off x="3635455" y="6119336"/>
            <a:ext cx="4921091" cy="738664"/>
          </a:xfrm>
          <a:prstGeom prst="rect">
            <a:avLst/>
          </a:prstGeom>
        </p:spPr>
        <p:txBody>
          <a:bodyPr wrap="none">
            <a:spAutoFit/>
          </a:bodyPr>
          <a:lstStyle/>
          <a:p>
            <a:pPr algn="ctr"/>
            <a:r>
              <a:rPr lang="fr-FR" sz="1800" dirty="0">
                <a:solidFill>
                  <a:schemeClr val="tx2"/>
                </a:solidFill>
              </a:rPr>
              <a:t>CONFIDENTIEL</a:t>
            </a:r>
            <a:r>
              <a:rPr lang="fr-FR" sz="1800" baseline="0" dirty="0">
                <a:solidFill>
                  <a:schemeClr val="tx2"/>
                </a:solidFill>
              </a:rPr>
              <a:t> PROJET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2"/>
                </a:solidFill>
                <a:effectLst/>
                <a:latin typeface="+mn-lt"/>
                <a:ea typeface="+mn-ea"/>
                <a:cs typeface="+mn-cs"/>
              </a:rPr>
              <a:t>Ce document est la propriété du CEA et ne peut être utilisé, reproduit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2"/>
                </a:solidFill>
                <a:effectLst/>
                <a:latin typeface="+mn-lt"/>
                <a:ea typeface="+mn-ea"/>
                <a:cs typeface="+mn-cs"/>
              </a:rPr>
              <a:t>ou communiqué en dehors du CEA sans l’accord de son émetteur.</a:t>
            </a:r>
          </a:p>
        </p:txBody>
      </p:sp>
    </p:spTree>
    <p:extLst>
      <p:ext uri="{BB962C8B-B14F-4D97-AF65-F5344CB8AC3E}">
        <p14:creationId xmlns:p14="http://schemas.microsoft.com/office/powerpoint/2010/main" val="39232968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FIN CEA LITEN">
    <p:spTree>
      <p:nvGrpSpPr>
        <p:cNvPr id="1" name=""/>
        <p:cNvGrpSpPr/>
        <p:nvPr/>
      </p:nvGrpSpPr>
      <p:grpSpPr>
        <a:xfrm>
          <a:off x="0" y="0"/>
          <a:ext cx="0" cy="0"/>
          <a:chOff x="0" y="0"/>
          <a:chExt cx="0" cy="0"/>
        </a:xfrm>
      </p:grpSpPr>
      <p:sp>
        <p:nvSpPr>
          <p:cNvPr id="29" name="ZoneTexte 28">
            <a:extLst>
              <a:ext uri="{FF2B5EF4-FFF2-40B4-BE49-F238E27FC236}">
                <a16:creationId xmlns:a16="http://schemas.microsoft.com/office/drawing/2014/main" id="{BC10BA36-642C-D18A-73B5-1652743A0484}"/>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FIN</a:t>
            </a:r>
          </a:p>
        </p:txBody>
      </p:sp>
      <p:sp>
        <p:nvSpPr>
          <p:cNvPr id="2" name="Titre 1">
            <a:extLst>
              <a:ext uri="{FF2B5EF4-FFF2-40B4-BE49-F238E27FC236}">
                <a16:creationId xmlns:a16="http://schemas.microsoft.com/office/drawing/2014/main" id="{21EC821E-CA1A-6C83-0786-AF12C1B34DCC}"/>
              </a:ext>
            </a:extLst>
          </p:cNvPr>
          <p:cNvSpPr>
            <a:spLocks noGrp="1"/>
          </p:cNvSpPr>
          <p:nvPr>
            <p:ph type="title" hasCustomPrompt="1"/>
          </p:nvPr>
        </p:nvSpPr>
        <p:spPr>
          <a:xfrm>
            <a:off x="731837" y="3449638"/>
            <a:ext cx="2425700" cy="703262"/>
          </a:xfrm>
        </p:spPr>
        <p:txBody>
          <a:bodyPr anchor="t">
            <a:normAutofit/>
          </a:bodyPr>
          <a:lstStyle>
            <a:lvl1pPr algn="l">
              <a:defRPr sz="4000">
                <a:solidFill>
                  <a:schemeClr val="tx1"/>
                </a:solidFill>
              </a:defRPr>
            </a:lvl1pPr>
          </a:lstStyle>
          <a:p>
            <a:r>
              <a:rPr lang="fr-FR" dirty="0"/>
              <a:t>Merci</a:t>
            </a:r>
          </a:p>
        </p:txBody>
      </p:sp>
      <p:sp>
        <p:nvSpPr>
          <p:cNvPr id="8" name="Espace réservé du texte 4"/>
          <p:cNvSpPr>
            <a:spLocks noGrp="1"/>
          </p:cNvSpPr>
          <p:nvPr>
            <p:ph type="body" sz="quarter" idx="14" hasCustomPrompt="1"/>
          </p:nvPr>
        </p:nvSpPr>
        <p:spPr>
          <a:xfrm>
            <a:off x="731838" y="4568370"/>
            <a:ext cx="6564312" cy="480060"/>
          </a:xfrm>
        </p:spPr>
        <p:txBody>
          <a:bodyPr>
            <a:normAutofit/>
          </a:bodyPr>
          <a:lstStyle>
            <a:lvl1pPr marL="0" marR="0" indent="0" algn="l" defTabSz="914400" rtl="0" eaLnBrk="1" fontAlgn="auto" latinLnBrk="0" hangingPunct="1">
              <a:lnSpc>
                <a:spcPct val="100000"/>
              </a:lnSpc>
              <a:spcBef>
                <a:spcPts val="1200"/>
              </a:spcBef>
              <a:spcAft>
                <a:spcPts val="0"/>
              </a:spcAft>
              <a:buClr>
                <a:schemeClr val="tx2"/>
              </a:buClr>
              <a:buSzPct val="90000"/>
              <a:buFont typeface="Arial" panose="020B0604020202020204" pitchFamily="34" charset="0"/>
              <a:buNone/>
              <a:tabLst/>
              <a:defRPr sz="1400" b="1" baseline="0"/>
            </a:lvl1pPr>
          </a:lstStyle>
          <a:p>
            <a:pPr marL="0" marR="0" lvl="0" indent="0" algn="l" defTabSz="914400" rtl="0" eaLnBrk="1" fontAlgn="auto" latinLnBrk="0" hangingPunct="1">
              <a:lnSpc>
                <a:spcPct val="100000"/>
              </a:lnSpc>
              <a:spcBef>
                <a:spcPts val="1200"/>
              </a:spcBef>
              <a:spcAft>
                <a:spcPts val="0"/>
              </a:spcAft>
              <a:buClr>
                <a:schemeClr val="tx2"/>
              </a:buClr>
              <a:buSzPct val="90000"/>
              <a:buFont typeface="Arial" panose="020B0604020202020204" pitchFamily="34" charset="0"/>
              <a:buNone/>
              <a:tabLst/>
              <a:defRPr/>
            </a:pPr>
            <a:r>
              <a:rPr lang="fr-FR" b="1" dirty="0"/>
              <a:t>CRÉDITS PHOTO</a:t>
            </a:r>
          </a:p>
        </p:txBody>
      </p:sp>
      <p:pic>
        <p:nvPicPr>
          <p:cNvPr id="9" name="PATTERN CARRE DECAL">
            <a:extLst>
              <a:ext uri="{FF2B5EF4-FFF2-40B4-BE49-F238E27FC236}">
                <a16:creationId xmlns:a16="http://schemas.microsoft.com/office/drawing/2014/main" id="{B904F070-A99F-1AC0-845C-9E05CE6DF3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9705" r="39861" b="-1"/>
          <a:stretch/>
        </p:blipFill>
        <p:spPr>
          <a:xfrm>
            <a:off x="9406296" y="-1"/>
            <a:ext cx="2785704" cy="2447637"/>
          </a:xfrm>
          <a:prstGeom prst="rect">
            <a:avLst/>
          </a:prstGeom>
        </p:spPr>
      </p:pic>
      <p:sp>
        <p:nvSpPr>
          <p:cNvPr id="5" name="Espace réservé du texte 4">
            <a:extLst>
              <a:ext uri="{FF2B5EF4-FFF2-40B4-BE49-F238E27FC236}">
                <a16:creationId xmlns:a16="http://schemas.microsoft.com/office/drawing/2014/main" id="{0A3E8B46-58E5-AAA0-387D-4D0B3F7256B2}"/>
              </a:ext>
            </a:extLst>
          </p:cNvPr>
          <p:cNvSpPr>
            <a:spLocks noGrp="1"/>
          </p:cNvSpPr>
          <p:nvPr>
            <p:ph type="body" sz="quarter" idx="16" hasCustomPrompt="1"/>
          </p:nvPr>
        </p:nvSpPr>
        <p:spPr>
          <a:xfrm>
            <a:off x="8458200" y="4508500"/>
            <a:ext cx="3001963" cy="1502589"/>
          </a:xfrm>
        </p:spPr>
        <p:txBody>
          <a:bodyPr>
            <a:normAutofit/>
          </a:bodyPr>
          <a:lstStyle>
            <a:lvl1pPr>
              <a:spcBef>
                <a:spcPts val="600"/>
              </a:spcBef>
              <a:defRPr sz="1400"/>
            </a:lvl1pPr>
          </a:lstStyle>
          <a:p>
            <a:pPr lvl="0"/>
            <a:r>
              <a:rPr lang="fr-FR" dirty="0"/>
              <a:t>Contact + coordonnées</a:t>
            </a:r>
          </a:p>
        </p:txBody>
      </p:sp>
      <p:sp>
        <p:nvSpPr>
          <p:cNvPr id="6" name="Espace réservé du texte 4">
            <a:extLst>
              <a:ext uri="{FF2B5EF4-FFF2-40B4-BE49-F238E27FC236}">
                <a16:creationId xmlns:a16="http://schemas.microsoft.com/office/drawing/2014/main" id="{64A62886-21D9-96B1-E41B-BFA9B096844D}"/>
              </a:ext>
            </a:extLst>
          </p:cNvPr>
          <p:cNvSpPr>
            <a:spLocks noGrp="1"/>
          </p:cNvSpPr>
          <p:nvPr>
            <p:ph type="body" sz="quarter" idx="17" hasCustomPrompt="1"/>
          </p:nvPr>
        </p:nvSpPr>
        <p:spPr>
          <a:xfrm>
            <a:off x="742949" y="5452289"/>
            <a:ext cx="6578600" cy="558800"/>
          </a:xfrm>
        </p:spPr>
        <p:txBody>
          <a:bodyPr>
            <a:normAutofit/>
          </a:bodyPr>
          <a:lstStyle>
            <a:lvl1pPr>
              <a:defRPr sz="1200" i="1"/>
            </a:lvl1pPr>
          </a:lstStyle>
          <a:p>
            <a:pPr lvl="0"/>
            <a:r>
              <a:rPr lang="fr-FR" dirty="0"/>
              <a:t>Emplacement logotypes financeurs/partenaires</a:t>
            </a:r>
          </a:p>
        </p:txBody>
      </p:sp>
      <p:pic>
        <p:nvPicPr>
          <p:cNvPr id="4" name="Image 3"/>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742949" y="741231"/>
            <a:ext cx="4029633" cy="1791032"/>
          </a:xfrm>
          <a:prstGeom prst="rect">
            <a:avLst/>
          </a:prstGeom>
        </p:spPr>
      </p:pic>
      <p:sp>
        <p:nvSpPr>
          <p:cNvPr id="11" name="Rectangle 10"/>
          <p:cNvSpPr/>
          <p:nvPr userDrawn="1"/>
        </p:nvSpPr>
        <p:spPr>
          <a:xfrm>
            <a:off x="3635455" y="6119336"/>
            <a:ext cx="4921091" cy="738664"/>
          </a:xfrm>
          <a:prstGeom prst="rect">
            <a:avLst/>
          </a:prstGeom>
        </p:spPr>
        <p:txBody>
          <a:bodyPr wrap="none">
            <a:spAutoFit/>
          </a:bodyPr>
          <a:lstStyle/>
          <a:p>
            <a:pPr algn="ctr"/>
            <a:r>
              <a:rPr lang="fr-FR" sz="1800" dirty="0">
                <a:solidFill>
                  <a:schemeClr val="tx2"/>
                </a:solidFill>
              </a:rPr>
              <a:t>CONFIDENTIEL</a:t>
            </a:r>
            <a:r>
              <a:rPr lang="fr-FR" sz="1800" baseline="0" dirty="0">
                <a:solidFill>
                  <a:schemeClr val="tx2"/>
                </a:solidFill>
              </a:rPr>
              <a:t> PROJET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2"/>
                </a:solidFill>
                <a:effectLst/>
                <a:latin typeface="+mn-lt"/>
                <a:ea typeface="+mn-ea"/>
                <a:cs typeface="+mn-cs"/>
              </a:rPr>
              <a:t>Ce document est la propriété du CEA et ne peut être utilisé, reproduit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tx2"/>
                </a:solidFill>
                <a:effectLst/>
                <a:latin typeface="+mn-lt"/>
                <a:ea typeface="+mn-ea"/>
                <a:cs typeface="+mn-cs"/>
              </a:rPr>
              <a:t>ou communiqué en dehors du CEA sans l’accord de son émetteur.</a:t>
            </a:r>
          </a:p>
        </p:txBody>
      </p:sp>
    </p:spTree>
    <p:extLst>
      <p:ext uri="{BB962C8B-B14F-4D97-AF65-F5344CB8AC3E}">
        <p14:creationId xmlns:p14="http://schemas.microsoft.com/office/powerpoint/2010/main" val="12412897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FIN Gri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2B122C-7C32-00D5-5677-35CC8ABC8223}"/>
              </a:ext>
            </a:extLst>
          </p:cNvPr>
          <p:cNvSpPr/>
          <p:nvPr userDrawn="1"/>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ZoneTexte 28">
            <a:extLst>
              <a:ext uri="{FF2B5EF4-FFF2-40B4-BE49-F238E27FC236}">
                <a16:creationId xmlns:a16="http://schemas.microsoft.com/office/drawing/2014/main" id="{BC10BA36-642C-D18A-73B5-1652743A0484}"/>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FIN Gris</a:t>
            </a:r>
          </a:p>
        </p:txBody>
      </p:sp>
      <p:sp>
        <p:nvSpPr>
          <p:cNvPr id="2" name="Titre 1">
            <a:extLst>
              <a:ext uri="{FF2B5EF4-FFF2-40B4-BE49-F238E27FC236}">
                <a16:creationId xmlns:a16="http://schemas.microsoft.com/office/drawing/2014/main" id="{21EC821E-CA1A-6C83-0786-AF12C1B34DCC}"/>
              </a:ext>
            </a:extLst>
          </p:cNvPr>
          <p:cNvSpPr>
            <a:spLocks noGrp="1"/>
          </p:cNvSpPr>
          <p:nvPr>
            <p:ph type="title" hasCustomPrompt="1"/>
          </p:nvPr>
        </p:nvSpPr>
        <p:spPr>
          <a:xfrm>
            <a:off x="731837" y="3449638"/>
            <a:ext cx="2425700" cy="703262"/>
          </a:xfrm>
        </p:spPr>
        <p:txBody>
          <a:bodyPr anchor="t">
            <a:normAutofit/>
          </a:bodyPr>
          <a:lstStyle>
            <a:lvl1pPr algn="l">
              <a:defRPr sz="4000">
                <a:solidFill>
                  <a:schemeClr val="bg1"/>
                </a:solidFill>
              </a:defRPr>
            </a:lvl1pPr>
          </a:lstStyle>
          <a:p>
            <a:r>
              <a:rPr lang="fr-FR" dirty="0"/>
              <a:t>Merci</a:t>
            </a:r>
          </a:p>
        </p:txBody>
      </p:sp>
      <p:pic>
        <p:nvPicPr>
          <p:cNvPr id="15" name="Logo CEA">
            <a:extLst>
              <a:ext uri="{FF2B5EF4-FFF2-40B4-BE49-F238E27FC236}">
                <a16:creationId xmlns:a16="http://schemas.microsoft.com/office/drawing/2014/main" id="{1051C7ED-2FE9-229E-F0BD-000C6D22DEC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731838" y="728663"/>
            <a:ext cx="1803600" cy="1803600"/>
          </a:xfrm>
          <a:prstGeom prst="rect">
            <a:avLst/>
          </a:prstGeom>
        </p:spPr>
      </p:pic>
      <p:pic>
        <p:nvPicPr>
          <p:cNvPr id="9" name="Image 8">
            <a:extLst>
              <a:ext uri="{FF2B5EF4-FFF2-40B4-BE49-F238E27FC236}">
                <a16:creationId xmlns:a16="http://schemas.microsoft.com/office/drawing/2014/main" id="{2E000BD1-941E-96DB-8740-6C7D2BD0EE7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t="19791" r="39816"/>
          <a:stretch/>
        </p:blipFill>
        <p:spPr>
          <a:xfrm>
            <a:off x="9369599" y="0"/>
            <a:ext cx="2822401" cy="2475345"/>
          </a:xfrm>
          <a:prstGeom prst="rect">
            <a:avLst/>
          </a:prstGeom>
        </p:spPr>
      </p:pic>
      <p:sp>
        <p:nvSpPr>
          <p:cNvPr id="3" name="Espace réservé du texte 4">
            <a:extLst>
              <a:ext uri="{FF2B5EF4-FFF2-40B4-BE49-F238E27FC236}">
                <a16:creationId xmlns:a16="http://schemas.microsoft.com/office/drawing/2014/main" id="{0D902288-F09E-3DF3-4FA0-8680492FC7E7}"/>
              </a:ext>
            </a:extLst>
          </p:cNvPr>
          <p:cNvSpPr>
            <a:spLocks noGrp="1"/>
          </p:cNvSpPr>
          <p:nvPr>
            <p:ph type="body" sz="quarter" idx="14" hasCustomPrompt="1"/>
          </p:nvPr>
        </p:nvSpPr>
        <p:spPr>
          <a:xfrm>
            <a:off x="731838" y="4568370"/>
            <a:ext cx="6564312" cy="480060"/>
          </a:xfrm>
        </p:spPr>
        <p:txBody>
          <a:bodyPr>
            <a:normAutofit/>
          </a:bodyPr>
          <a:lstStyle>
            <a:lvl1pPr marL="0" marR="0" indent="0" algn="l" defTabSz="914400" rtl="0" eaLnBrk="1" fontAlgn="auto" latinLnBrk="0" hangingPunct="1">
              <a:lnSpc>
                <a:spcPct val="100000"/>
              </a:lnSpc>
              <a:spcBef>
                <a:spcPts val="1200"/>
              </a:spcBef>
              <a:spcAft>
                <a:spcPts val="0"/>
              </a:spcAft>
              <a:buClr>
                <a:schemeClr val="tx2"/>
              </a:buClr>
              <a:buSzPct val="90000"/>
              <a:buFont typeface="Arial" panose="020B0604020202020204" pitchFamily="34" charset="0"/>
              <a:buNone/>
              <a:tabLst/>
              <a:defRPr sz="1400" b="1" baseline="0">
                <a:solidFill>
                  <a:schemeClr val="bg1"/>
                </a:solidFill>
              </a:defRPr>
            </a:lvl1pPr>
          </a:lstStyle>
          <a:p>
            <a:pPr marL="0" marR="0" lvl="0" indent="0" algn="l" defTabSz="914400" rtl="0" eaLnBrk="1" fontAlgn="auto" latinLnBrk="0" hangingPunct="1">
              <a:lnSpc>
                <a:spcPct val="100000"/>
              </a:lnSpc>
              <a:spcBef>
                <a:spcPts val="1200"/>
              </a:spcBef>
              <a:spcAft>
                <a:spcPts val="0"/>
              </a:spcAft>
              <a:buClr>
                <a:schemeClr val="tx2"/>
              </a:buClr>
              <a:buSzPct val="90000"/>
              <a:buFont typeface="Arial" panose="020B0604020202020204" pitchFamily="34" charset="0"/>
              <a:buNone/>
              <a:tabLst/>
              <a:defRPr/>
            </a:pPr>
            <a:r>
              <a:rPr lang="fr-FR" b="1" dirty="0"/>
              <a:t>CRÉDITS PHOTO</a:t>
            </a:r>
          </a:p>
        </p:txBody>
      </p:sp>
      <p:sp>
        <p:nvSpPr>
          <p:cNvPr id="8" name="Espace réservé du texte 4">
            <a:extLst>
              <a:ext uri="{FF2B5EF4-FFF2-40B4-BE49-F238E27FC236}">
                <a16:creationId xmlns:a16="http://schemas.microsoft.com/office/drawing/2014/main" id="{81B85C49-3012-97FD-C776-3C7299B5E487}"/>
              </a:ext>
            </a:extLst>
          </p:cNvPr>
          <p:cNvSpPr>
            <a:spLocks noGrp="1"/>
          </p:cNvSpPr>
          <p:nvPr>
            <p:ph type="body" sz="quarter" idx="16" hasCustomPrompt="1"/>
          </p:nvPr>
        </p:nvSpPr>
        <p:spPr>
          <a:xfrm>
            <a:off x="8458200" y="4508500"/>
            <a:ext cx="3001963" cy="1524000"/>
          </a:xfrm>
        </p:spPr>
        <p:txBody>
          <a:bodyPr>
            <a:normAutofit/>
          </a:bodyPr>
          <a:lstStyle>
            <a:lvl1pPr>
              <a:spcBef>
                <a:spcPts val="600"/>
              </a:spcBef>
              <a:defRPr sz="1400">
                <a:solidFill>
                  <a:schemeClr val="bg1"/>
                </a:solidFill>
              </a:defRPr>
            </a:lvl1pPr>
          </a:lstStyle>
          <a:p>
            <a:pPr lvl="0"/>
            <a:r>
              <a:rPr lang="fr-FR" dirty="0"/>
              <a:t>Contact + coordonnées</a:t>
            </a:r>
          </a:p>
        </p:txBody>
      </p:sp>
      <p:sp>
        <p:nvSpPr>
          <p:cNvPr id="10" name="Espace réservé du texte 4">
            <a:extLst>
              <a:ext uri="{FF2B5EF4-FFF2-40B4-BE49-F238E27FC236}">
                <a16:creationId xmlns:a16="http://schemas.microsoft.com/office/drawing/2014/main" id="{DFC68CDA-E659-1835-4722-CB92A2FFFEFE}"/>
              </a:ext>
            </a:extLst>
          </p:cNvPr>
          <p:cNvSpPr>
            <a:spLocks noGrp="1"/>
          </p:cNvSpPr>
          <p:nvPr>
            <p:ph type="body" sz="quarter" idx="17" hasCustomPrompt="1"/>
          </p:nvPr>
        </p:nvSpPr>
        <p:spPr>
          <a:xfrm>
            <a:off x="731837" y="5473700"/>
            <a:ext cx="6578600" cy="558800"/>
          </a:xfrm>
        </p:spPr>
        <p:txBody>
          <a:bodyPr>
            <a:normAutofit/>
          </a:bodyPr>
          <a:lstStyle>
            <a:lvl1pPr>
              <a:defRPr sz="1200" i="1">
                <a:solidFill>
                  <a:schemeClr val="bg1"/>
                </a:solidFill>
              </a:defRPr>
            </a:lvl1pPr>
          </a:lstStyle>
          <a:p>
            <a:pPr lvl="0"/>
            <a:r>
              <a:rPr lang="fr-FR" dirty="0"/>
              <a:t>Emplacement logotypes financeurs/partenaires</a:t>
            </a:r>
          </a:p>
        </p:txBody>
      </p:sp>
      <p:sp>
        <p:nvSpPr>
          <p:cNvPr id="12" name="Rectangle 11"/>
          <p:cNvSpPr/>
          <p:nvPr userDrawn="1"/>
        </p:nvSpPr>
        <p:spPr>
          <a:xfrm>
            <a:off x="3635455" y="6119336"/>
            <a:ext cx="4921091" cy="738664"/>
          </a:xfrm>
          <a:prstGeom prst="rect">
            <a:avLst/>
          </a:prstGeom>
        </p:spPr>
        <p:txBody>
          <a:bodyPr wrap="none">
            <a:spAutoFit/>
          </a:bodyPr>
          <a:lstStyle/>
          <a:p>
            <a:pPr algn="ctr"/>
            <a:r>
              <a:rPr lang="fr-FR" sz="1800" dirty="0">
                <a:solidFill>
                  <a:schemeClr val="bg1"/>
                </a:solidFill>
              </a:rPr>
              <a:t>CONFIDENTIEL</a:t>
            </a:r>
            <a:r>
              <a:rPr lang="fr-FR" sz="1800" baseline="0" dirty="0">
                <a:solidFill>
                  <a:schemeClr val="bg1"/>
                </a:solidFill>
              </a:rPr>
              <a:t> PROJET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bg1"/>
                </a:solidFill>
                <a:effectLst/>
                <a:latin typeface="+mn-lt"/>
                <a:ea typeface="+mn-ea"/>
                <a:cs typeface="+mn-cs"/>
              </a:rPr>
              <a:t>Ce document est la propriété du CEA et ne peut être utilisé, reproduit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bg1"/>
                </a:solidFill>
                <a:effectLst/>
                <a:latin typeface="+mn-lt"/>
                <a:ea typeface="+mn-ea"/>
                <a:cs typeface="+mn-cs"/>
              </a:rPr>
              <a:t>ou communiqué en dehors du CEA sans l’accord de son émetteur.</a:t>
            </a:r>
          </a:p>
        </p:txBody>
      </p:sp>
    </p:spTree>
    <p:extLst>
      <p:ext uri="{BB962C8B-B14F-4D97-AF65-F5344CB8AC3E}">
        <p14:creationId xmlns:p14="http://schemas.microsoft.com/office/powerpoint/2010/main" val="405141838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Contac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2B122C-7C32-00D5-5677-35CC8ABC8223}"/>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ZoneTexte 28">
            <a:extLst>
              <a:ext uri="{FF2B5EF4-FFF2-40B4-BE49-F238E27FC236}">
                <a16:creationId xmlns:a16="http://schemas.microsoft.com/office/drawing/2014/main" id="{BC10BA36-642C-D18A-73B5-1652743A0484}"/>
              </a:ext>
            </a:extLst>
          </p:cNvPr>
          <p:cNvSpPr txBox="1"/>
          <p:nvPr userDrawn="1"/>
        </p:nvSpPr>
        <p:spPr>
          <a:xfrm>
            <a:off x="-101600" y="-276999"/>
            <a:ext cx="12192000" cy="276999"/>
          </a:xfrm>
          <a:prstGeom prst="rect">
            <a:avLst/>
          </a:prstGeom>
          <a:noFill/>
        </p:spPr>
        <p:txBody>
          <a:bodyPr wrap="square" rtlCol="0">
            <a:spAutoFit/>
          </a:bodyPr>
          <a:lstStyle/>
          <a:p>
            <a:r>
              <a:rPr lang="fr-FR" sz="1200" dirty="0">
                <a:solidFill>
                  <a:schemeClr val="bg1">
                    <a:lumMod val="50000"/>
                  </a:schemeClr>
                </a:solidFill>
              </a:rPr>
              <a:t>Disposition : Contact</a:t>
            </a:r>
          </a:p>
        </p:txBody>
      </p:sp>
      <p:sp>
        <p:nvSpPr>
          <p:cNvPr id="9" name="Espace réservé du texte 8">
            <a:extLst>
              <a:ext uri="{FF2B5EF4-FFF2-40B4-BE49-F238E27FC236}">
                <a16:creationId xmlns:a16="http://schemas.microsoft.com/office/drawing/2014/main" id="{373F48AE-496F-F02F-5148-8492F7C6166A}"/>
              </a:ext>
            </a:extLst>
          </p:cNvPr>
          <p:cNvSpPr>
            <a:spLocks noGrp="1"/>
          </p:cNvSpPr>
          <p:nvPr>
            <p:ph type="body" sz="quarter" idx="10" hasCustomPrompt="1"/>
          </p:nvPr>
        </p:nvSpPr>
        <p:spPr>
          <a:xfrm>
            <a:off x="731838" y="4388533"/>
            <a:ext cx="4651374" cy="1510845"/>
          </a:xfrm>
        </p:spPr>
        <p:txBody>
          <a:bodyPr anchor="t">
            <a:noAutofit/>
          </a:bodyPr>
          <a:lstStyle>
            <a:lvl1pPr marL="0" indent="0">
              <a:lnSpc>
                <a:spcPct val="120000"/>
              </a:lnSpc>
              <a:spcBef>
                <a:spcPts val="0"/>
              </a:spcBef>
              <a:spcAft>
                <a:spcPts val="600"/>
              </a:spcAft>
              <a:buNone/>
              <a:defRPr sz="1600" b="1">
                <a:solidFill>
                  <a:schemeClr val="bg1"/>
                </a:solidFill>
              </a:defRPr>
            </a:lvl1pPr>
            <a:lvl2pPr marL="0" indent="0">
              <a:lnSpc>
                <a:spcPct val="100000"/>
              </a:lnSpc>
              <a:spcBef>
                <a:spcPts val="0"/>
              </a:spcBef>
              <a:spcAft>
                <a:spcPts val="600"/>
              </a:spcAft>
              <a:buNone/>
              <a:defRPr sz="1600">
                <a:solidFill>
                  <a:schemeClr val="bg1"/>
                </a:solidFill>
              </a:defRPr>
            </a:lvl2pPr>
            <a:lvl3pPr marL="180975" indent="-180975">
              <a:lnSpc>
                <a:spcPct val="100000"/>
              </a:lnSpc>
              <a:spcBef>
                <a:spcPts val="0"/>
              </a:spcBef>
              <a:spcAft>
                <a:spcPts val="600"/>
              </a:spcAft>
              <a:defRPr sz="1600">
                <a:solidFill>
                  <a:schemeClr val="bg1"/>
                </a:solidFill>
              </a:defRPr>
            </a:lvl3pPr>
            <a:lvl4pPr marL="357188" indent="-176213">
              <a:lnSpc>
                <a:spcPct val="100000"/>
              </a:lnSpc>
              <a:spcBef>
                <a:spcPts val="0"/>
              </a:spcBef>
              <a:spcAft>
                <a:spcPts val="0"/>
              </a:spcAft>
              <a:defRPr sz="1600">
                <a:solidFill>
                  <a:schemeClr val="bg1"/>
                </a:solidFill>
              </a:defRPr>
            </a:lvl4pPr>
            <a:lvl5pPr marL="538163" indent="-180975">
              <a:lnSpc>
                <a:spcPct val="120000"/>
              </a:lnSpc>
              <a:spcBef>
                <a:spcPts val="0"/>
              </a:spcBef>
              <a:spcAft>
                <a:spcPts val="600"/>
              </a:spcAft>
              <a:defRPr sz="1600">
                <a:solidFill>
                  <a:schemeClr val="bg1"/>
                </a:solidFill>
              </a:defRPr>
            </a:lvl5pPr>
          </a:lstStyle>
          <a:p>
            <a:pPr lvl="0"/>
            <a:r>
              <a:rPr lang="fr-FR" dirty="0"/>
              <a:t>Prénom NOM</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4" name="ZoneTexte 13">
            <a:extLst>
              <a:ext uri="{FF2B5EF4-FFF2-40B4-BE49-F238E27FC236}">
                <a16:creationId xmlns:a16="http://schemas.microsoft.com/office/drawing/2014/main" id="{4E103F96-5E5B-60F7-F077-8E6E1ABD9DF4}"/>
              </a:ext>
            </a:extLst>
          </p:cNvPr>
          <p:cNvSpPr txBox="1"/>
          <p:nvPr userDrawn="1"/>
        </p:nvSpPr>
        <p:spPr>
          <a:xfrm>
            <a:off x="-101600" y="6858000"/>
            <a:ext cx="12192000" cy="461665"/>
          </a:xfrm>
          <a:prstGeom prst="rect">
            <a:avLst/>
          </a:prstGeom>
          <a:noFill/>
        </p:spPr>
        <p:txBody>
          <a:bodyPr wrap="square" rtlCol="0">
            <a:spAutoFit/>
          </a:bodyPr>
          <a:lstStyle/>
          <a:p>
            <a:r>
              <a:rPr lang="fr-FR" sz="1200" dirty="0">
                <a:solidFill>
                  <a:schemeClr val="bg1">
                    <a:lumMod val="50000"/>
                  </a:schemeClr>
                </a:solidFill>
              </a:rPr>
              <a:t>Astuce : Prénom NOM = 1</a:t>
            </a:r>
            <a:r>
              <a:rPr lang="fr-FR" sz="1200" baseline="30000" dirty="0">
                <a:solidFill>
                  <a:schemeClr val="bg1">
                    <a:lumMod val="50000"/>
                  </a:schemeClr>
                </a:solidFill>
              </a:rPr>
              <a:t>er</a:t>
            </a:r>
            <a:r>
              <a:rPr lang="fr-FR" sz="1200" dirty="0">
                <a:solidFill>
                  <a:schemeClr val="bg1">
                    <a:lumMod val="50000"/>
                  </a:schemeClr>
                </a:solidFill>
              </a:rPr>
              <a:t> niveau  -  Email / Tél, = 2</a:t>
            </a:r>
            <a:r>
              <a:rPr lang="fr-FR" sz="1200" baseline="30000" dirty="0">
                <a:solidFill>
                  <a:schemeClr val="bg1">
                    <a:lumMod val="50000"/>
                  </a:schemeClr>
                </a:solidFill>
              </a:rPr>
              <a:t>ème</a:t>
            </a:r>
            <a:r>
              <a:rPr lang="fr-FR" sz="1200" dirty="0">
                <a:solidFill>
                  <a:schemeClr val="bg1">
                    <a:lumMod val="50000"/>
                  </a:schemeClr>
                </a:solidFill>
              </a:rPr>
              <a:t> niveau</a:t>
            </a:r>
          </a:p>
          <a:p>
            <a:endParaRPr lang="fr-FR" sz="1200" dirty="0">
              <a:solidFill>
                <a:schemeClr val="bg1">
                  <a:lumMod val="50000"/>
                </a:schemeClr>
              </a:solidFill>
            </a:endParaRPr>
          </a:p>
        </p:txBody>
      </p:sp>
      <p:grpSp>
        <p:nvGrpSpPr>
          <p:cNvPr id="17" name="Group 12">
            <a:extLst>
              <a:ext uri="{FF2B5EF4-FFF2-40B4-BE49-F238E27FC236}">
                <a16:creationId xmlns:a16="http://schemas.microsoft.com/office/drawing/2014/main" id="{DFC7A27D-F544-3847-F87B-0DF45C44C0D3}"/>
              </a:ext>
            </a:extLst>
          </p:cNvPr>
          <p:cNvGrpSpPr>
            <a:grpSpLocks noChangeAspect="1"/>
          </p:cNvGrpSpPr>
          <p:nvPr userDrawn="1"/>
        </p:nvGrpSpPr>
        <p:grpSpPr bwMode="auto">
          <a:xfrm>
            <a:off x="731838" y="726066"/>
            <a:ext cx="1806198" cy="1806198"/>
            <a:chOff x="461" y="3861"/>
            <a:chExt cx="304" cy="304"/>
          </a:xfrm>
        </p:grpSpPr>
        <p:sp>
          <p:nvSpPr>
            <p:cNvPr id="18" name="AutoShape 11">
              <a:extLst>
                <a:ext uri="{FF2B5EF4-FFF2-40B4-BE49-F238E27FC236}">
                  <a16:creationId xmlns:a16="http://schemas.microsoft.com/office/drawing/2014/main" id="{C581EC54-E4C7-2B85-765F-226E90ED37F9}"/>
                </a:ext>
              </a:extLst>
            </p:cNvPr>
            <p:cNvSpPr>
              <a:spLocks noChangeAspect="1" noChangeArrowheads="1" noTextEdit="1"/>
            </p:cNvSpPr>
            <p:nvPr userDrawn="1"/>
          </p:nvSpPr>
          <p:spPr bwMode="auto">
            <a:xfrm>
              <a:off x="461" y="3861"/>
              <a:ext cx="30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Rectangle 13">
              <a:extLst>
                <a:ext uri="{FF2B5EF4-FFF2-40B4-BE49-F238E27FC236}">
                  <a16:creationId xmlns:a16="http://schemas.microsoft.com/office/drawing/2014/main" id="{024FFC00-E238-123D-8547-D317547D5C21}"/>
                </a:ext>
              </a:extLst>
            </p:cNvPr>
            <p:cNvSpPr>
              <a:spLocks noChangeArrowheads="1"/>
            </p:cNvSpPr>
            <p:nvPr userDrawn="1"/>
          </p:nvSpPr>
          <p:spPr bwMode="auto">
            <a:xfrm>
              <a:off x="461" y="3861"/>
              <a:ext cx="304" cy="304"/>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Rectangle 14">
              <a:extLst>
                <a:ext uri="{FF2B5EF4-FFF2-40B4-BE49-F238E27FC236}">
                  <a16:creationId xmlns:a16="http://schemas.microsoft.com/office/drawing/2014/main" id="{26FC7AA9-98AE-CF10-6510-FBB15BB6F6AD}"/>
                </a:ext>
              </a:extLst>
            </p:cNvPr>
            <p:cNvSpPr>
              <a:spLocks noChangeArrowheads="1"/>
            </p:cNvSpPr>
            <p:nvPr userDrawn="1"/>
          </p:nvSpPr>
          <p:spPr bwMode="auto">
            <a:xfrm>
              <a:off x="461" y="3861"/>
              <a:ext cx="304" cy="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15">
              <a:extLst>
                <a:ext uri="{FF2B5EF4-FFF2-40B4-BE49-F238E27FC236}">
                  <a16:creationId xmlns:a16="http://schemas.microsoft.com/office/drawing/2014/main" id="{485E328D-5058-4023-75AE-4DF8C1BAEBCA}"/>
                </a:ext>
              </a:extLst>
            </p:cNvPr>
            <p:cNvSpPr>
              <a:spLocks noEditPoints="1"/>
            </p:cNvSpPr>
            <p:nvPr userDrawn="1"/>
          </p:nvSpPr>
          <p:spPr bwMode="auto">
            <a:xfrm>
              <a:off x="518" y="3962"/>
              <a:ext cx="189" cy="72"/>
            </a:xfrm>
            <a:custGeom>
              <a:avLst/>
              <a:gdLst>
                <a:gd name="T0" fmla="*/ 498 w 498"/>
                <a:gd name="T1" fmla="*/ 96 h 190"/>
                <a:gd name="T2" fmla="*/ 415 w 498"/>
                <a:gd name="T3" fmla="*/ 0 h 190"/>
                <a:gd name="T4" fmla="*/ 350 w 498"/>
                <a:gd name="T5" fmla="*/ 13 h 190"/>
                <a:gd name="T6" fmla="*/ 348 w 498"/>
                <a:gd name="T7" fmla="*/ 37 h 190"/>
                <a:gd name="T8" fmla="*/ 413 w 498"/>
                <a:gd name="T9" fmla="*/ 21 h 190"/>
                <a:gd name="T10" fmla="*/ 463 w 498"/>
                <a:gd name="T11" fmla="*/ 43 h 190"/>
                <a:gd name="T12" fmla="*/ 335 w 498"/>
                <a:gd name="T13" fmla="*/ 141 h 190"/>
                <a:gd name="T14" fmla="*/ 252 w 498"/>
                <a:gd name="T15" fmla="*/ 169 h 190"/>
                <a:gd name="T16" fmla="*/ 199 w 498"/>
                <a:gd name="T17" fmla="*/ 147 h 190"/>
                <a:gd name="T18" fmla="*/ 320 w 498"/>
                <a:gd name="T19" fmla="*/ 34 h 190"/>
                <a:gd name="T20" fmla="*/ 251 w 498"/>
                <a:gd name="T21" fmla="*/ 0 h 190"/>
                <a:gd name="T22" fmla="*/ 188 w 498"/>
                <a:gd name="T23" fmla="*/ 24 h 190"/>
                <a:gd name="T24" fmla="*/ 165 w 498"/>
                <a:gd name="T25" fmla="*/ 98 h 190"/>
                <a:gd name="T26" fmla="*/ 173 w 498"/>
                <a:gd name="T27" fmla="*/ 140 h 190"/>
                <a:gd name="T28" fmla="*/ 85 w 498"/>
                <a:gd name="T29" fmla="*/ 169 h 190"/>
                <a:gd name="T30" fmla="*/ 19 w 498"/>
                <a:gd name="T31" fmla="*/ 95 h 190"/>
                <a:gd name="T32" fmla="*/ 85 w 498"/>
                <a:gd name="T33" fmla="*/ 21 h 190"/>
                <a:gd name="T34" fmla="*/ 150 w 498"/>
                <a:gd name="T35" fmla="*/ 37 h 190"/>
                <a:gd name="T36" fmla="*/ 148 w 498"/>
                <a:gd name="T37" fmla="*/ 13 h 190"/>
                <a:gd name="T38" fmla="*/ 87 w 498"/>
                <a:gd name="T39" fmla="*/ 0 h 190"/>
                <a:gd name="T40" fmla="*/ 0 w 498"/>
                <a:gd name="T41" fmla="*/ 95 h 190"/>
                <a:gd name="T42" fmla="*/ 86 w 498"/>
                <a:gd name="T43" fmla="*/ 190 h 190"/>
                <a:gd name="T44" fmla="*/ 182 w 498"/>
                <a:gd name="T45" fmla="*/ 159 h 190"/>
                <a:gd name="T46" fmla="*/ 251 w 498"/>
                <a:gd name="T47" fmla="*/ 190 h 190"/>
                <a:gd name="T48" fmla="*/ 338 w 498"/>
                <a:gd name="T49" fmla="*/ 164 h 190"/>
                <a:gd name="T50" fmla="*/ 411 w 498"/>
                <a:gd name="T51" fmla="*/ 190 h 190"/>
                <a:gd name="T52" fmla="*/ 477 w 498"/>
                <a:gd name="T53" fmla="*/ 163 h 190"/>
                <a:gd name="T54" fmla="*/ 478 w 498"/>
                <a:gd name="T55" fmla="*/ 185 h 190"/>
                <a:gd name="T56" fmla="*/ 498 w 498"/>
                <a:gd name="T57" fmla="*/ 189 h 190"/>
                <a:gd name="T58" fmla="*/ 498 w 498"/>
                <a:gd name="T59" fmla="*/ 96 h 190"/>
                <a:gd name="T60" fmla="*/ 184 w 498"/>
                <a:gd name="T61" fmla="*/ 107 h 190"/>
                <a:gd name="T62" fmla="*/ 201 w 498"/>
                <a:gd name="T63" fmla="*/ 39 h 190"/>
                <a:gd name="T64" fmla="*/ 251 w 498"/>
                <a:gd name="T65" fmla="*/ 19 h 190"/>
                <a:gd name="T66" fmla="*/ 297 w 498"/>
                <a:gd name="T67" fmla="*/ 37 h 190"/>
                <a:gd name="T68" fmla="*/ 261 w 498"/>
                <a:gd name="T69" fmla="*/ 78 h 190"/>
                <a:gd name="T70" fmla="*/ 190 w 498"/>
                <a:gd name="T71" fmla="*/ 128 h 190"/>
                <a:gd name="T72" fmla="*/ 184 w 498"/>
                <a:gd name="T73" fmla="*/ 107 h 190"/>
                <a:gd name="T74" fmla="*/ 462 w 498"/>
                <a:gd name="T75" fmla="*/ 151 h 190"/>
                <a:gd name="T76" fmla="*/ 411 w 498"/>
                <a:gd name="T77" fmla="*/ 170 h 190"/>
                <a:gd name="T78" fmla="*/ 356 w 498"/>
                <a:gd name="T79" fmla="*/ 151 h 190"/>
                <a:gd name="T80" fmla="*/ 472 w 498"/>
                <a:gd name="T81" fmla="*/ 60 h 190"/>
                <a:gd name="T82" fmla="*/ 479 w 498"/>
                <a:gd name="T83" fmla="*/ 83 h 190"/>
                <a:gd name="T84" fmla="*/ 462 w 498"/>
                <a:gd name="T85" fmla="*/ 151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98" h="190">
                  <a:moveTo>
                    <a:pt x="498" y="96"/>
                  </a:moveTo>
                  <a:cubicBezTo>
                    <a:pt x="498" y="6"/>
                    <a:pt x="430" y="0"/>
                    <a:pt x="415" y="0"/>
                  </a:cubicBezTo>
                  <a:cubicBezTo>
                    <a:pt x="393" y="0"/>
                    <a:pt x="372" y="4"/>
                    <a:pt x="350" y="13"/>
                  </a:cubicBezTo>
                  <a:cubicBezTo>
                    <a:pt x="348" y="37"/>
                    <a:pt x="348" y="37"/>
                    <a:pt x="348" y="37"/>
                  </a:cubicBezTo>
                  <a:cubicBezTo>
                    <a:pt x="357" y="33"/>
                    <a:pt x="385" y="21"/>
                    <a:pt x="413" y="21"/>
                  </a:cubicBezTo>
                  <a:cubicBezTo>
                    <a:pt x="435" y="21"/>
                    <a:pt x="452" y="28"/>
                    <a:pt x="463" y="43"/>
                  </a:cubicBezTo>
                  <a:cubicBezTo>
                    <a:pt x="387" y="82"/>
                    <a:pt x="342" y="114"/>
                    <a:pt x="335" y="141"/>
                  </a:cubicBezTo>
                  <a:cubicBezTo>
                    <a:pt x="316" y="154"/>
                    <a:pt x="282" y="169"/>
                    <a:pt x="252" y="169"/>
                  </a:cubicBezTo>
                  <a:cubicBezTo>
                    <a:pt x="219" y="169"/>
                    <a:pt x="205" y="155"/>
                    <a:pt x="199" y="147"/>
                  </a:cubicBezTo>
                  <a:cubicBezTo>
                    <a:pt x="282" y="91"/>
                    <a:pt x="325" y="59"/>
                    <a:pt x="320" y="34"/>
                  </a:cubicBezTo>
                  <a:cubicBezTo>
                    <a:pt x="315" y="11"/>
                    <a:pt x="281" y="0"/>
                    <a:pt x="251" y="0"/>
                  </a:cubicBezTo>
                  <a:cubicBezTo>
                    <a:pt x="219" y="0"/>
                    <a:pt x="198" y="13"/>
                    <a:pt x="188" y="24"/>
                  </a:cubicBezTo>
                  <a:cubicBezTo>
                    <a:pt x="172" y="41"/>
                    <a:pt x="164" y="66"/>
                    <a:pt x="165" y="98"/>
                  </a:cubicBezTo>
                  <a:cubicBezTo>
                    <a:pt x="165" y="112"/>
                    <a:pt x="168" y="127"/>
                    <a:pt x="173" y="140"/>
                  </a:cubicBezTo>
                  <a:cubicBezTo>
                    <a:pt x="160" y="148"/>
                    <a:pt x="125" y="169"/>
                    <a:pt x="85" y="169"/>
                  </a:cubicBezTo>
                  <a:cubicBezTo>
                    <a:pt x="38" y="169"/>
                    <a:pt x="19" y="132"/>
                    <a:pt x="19" y="95"/>
                  </a:cubicBezTo>
                  <a:cubicBezTo>
                    <a:pt x="19" y="59"/>
                    <a:pt x="37" y="21"/>
                    <a:pt x="85" y="21"/>
                  </a:cubicBezTo>
                  <a:cubicBezTo>
                    <a:pt x="113" y="21"/>
                    <a:pt x="140" y="32"/>
                    <a:pt x="150" y="37"/>
                  </a:cubicBezTo>
                  <a:cubicBezTo>
                    <a:pt x="148" y="13"/>
                    <a:pt x="148" y="13"/>
                    <a:pt x="148" y="13"/>
                  </a:cubicBezTo>
                  <a:cubicBezTo>
                    <a:pt x="130" y="6"/>
                    <a:pt x="107" y="0"/>
                    <a:pt x="87" y="0"/>
                  </a:cubicBezTo>
                  <a:cubicBezTo>
                    <a:pt x="7" y="0"/>
                    <a:pt x="0" y="67"/>
                    <a:pt x="0" y="95"/>
                  </a:cubicBezTo>
                  <a:cubicBezTo>
                    <a:pt x="0" y="122"/>
                    <a:pt x="7" y="190"/>
                    <a:pt x="86" y="190"/>
                  </a:cubicBezTo>
                  <a:cubicBezTo>
                    <a:pt x="134" y="190"/>
                    <a:pt x="175" y="164"/>
                    <a:pt x="182" y="159"/>
                  </a:cubicBezTo>
                  <a:cubicBezTo>
                    <a:pt x="187" y="168"/>
                    <a:pt x="208" y="190"/>
                    <a:pt x="251" y="190"/>
                  </a:cubicBezTo>
                  <a:cubicBezTo>
                    <a:pt x="286" y="190"/>
                    <a:pt x="325" y="173"/>
                    <a:pt x="338" y="164"/>
                  </a:cubicBezTo>
                  <a:cubicBezTo>
                    <a:pt x="346" y="175"/>
                    <a:pt x="362" y="190"/>
                    <a:pt x="411" y="190"/>
                  </a:cubicBezTo>
                  <a:cubicBezTo>
                    <a:pt x="444" y="190"/>
                    <a:pt x="464" y="179"/>
                    <a:pt x="477" y="163"/>
                  </a:cubicBezTo>
                  <a:cubicBezTo>
                    <a:pt x="477" y="171"/>
                    <a:pt x="478" y="179"/>
                    <a:pt x="478" y="185"/>
                  </a:cubicBezTo>
                  <a:cubicBezTo>
                    <a:pt x="498" y="189"/>
                    <a:pt x="498" y="189"/>
                    <a:pt x="498" y="189"/>
                  </a:cubicBezTo>
                  <a:cubicBezTo>
                    <a:pt x="497" y="168"/>
                    <a:pt x="498" y="97"/>
                    <a:pt x="498" y="96"/>
                  </a:cubicBezTo>
                  <a:moveTo>
                    <a:pt x="184" y="107"/>
                  </a:moveTo>
                  <a:cubicBezTo>
                    <a:pt x="184" y="107"/>
                    <a:pt x="178" y="65"/>
                    <a:pt x="201" y="39"/>
                  </a:cubicBezTo>
                  <a:cubicBezTo>
                    <a:pt x="212" y="26"/>
                    <a:pt x="229" y="19"/>
                    <a:pt x="251" y="19"/>
                  </a:cubicBezTo>
                  <a:cubicBezTo>
                    <a:pt x="275" y="19"/>
                    <a:pt x="295" y="28"/>
                    <a:pt x="297" y="37"/>
                  </a:cubicBezTo>
                  <a:cubicBezTo>
                    <a:pt x="299" y="44"/>
                    <a:pt x="292" y="53"/>
                    <a:pt x="261" y="78"/>
                  </a:cubicBezTo>
                  <a:cubicBezTo>
                    <a:pt x="261" y="78"/>
                    <a:pt x="230" y="105"/>
                    <a:pt x="190" y="128"/>
                  </a:cubicBezTo>
                  <a:cubicBezTo>
                    <a:pt x="187" y="122"/>
                    <a:pt x="185" y="115"/>
                    <a:pt x="184" y="107"/>
                  </a:cubicBezTo>
                  <a:moveTo>
                    <a:pt x="462" y="151"/>
                  </a:moveTo>
                  <a:cubicBezTo>
                    <a:pt x="450" y="164"/>
                    <a:pt x="433" y="170"/>
                    <a:pt x="411" y="170"/>
                  </a:cubicBezTo>
                  <a:cubicBezTo>
                    <a:pt x="361" y="170"/>
                    <a:pt x="356" y="151"/>
                    <a:pt x="356" y="151"/>
                  </a:cubicBezTo>
                  <a:cubicBezTo>
                    <a:pt x="350" y="140"/>
                    <a:pt x="367" y="116"/>
                    <a:pt x="472" y="60"/>
                  </a:cubicBezTo>
                  <a:cubicBezTo>
                    <a:pt x="475" y="67"/>
                    <a:pt x="477" y="75"/>
                    <a:pt x="479" y="83"/>
                  </a:cubicBezTo>
                  <a:cubicBezTo>
                    <a:pt x="479" y="83"/>
                    <a:pt x="484" y="125"/>
                    <a:pt x="462" y="151"/>
                  </a:cubicBezTo>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Rectangle 16">
              <a:extLst>
                <a:ext uri="{FF2B5EF4-FFF2-40B4-BE49-F238E27FC236}">
                  <a16:creationId xmlns:a16="http://schemas.microsoft.com/office/drawing/2014/main" id="{B32124BB-315A-4642-3185-D0F09F05E9F3}"/>
                </a:ext>
              </a:extLst>
            </p:cNvPr>
            <p:cNvSpPr>
              <a:spLocks noChangeArrowheads="1"/>
            </p:cNvSpPr>
            <p:nvPr userDrawn="1"/>
          </p:nvSpPr>
          <p:spPr bwMode="auto">
            <a:xfrm>
              <a:off x="526" y="4057"/>
              <a:ext cx="174" cy="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Rectangle 17">
              <a:extLst>
                <a:ext uri="{FF2B5EF4-FFF2-40B4-BE49-F238E27FC236}">
                  <a16:creationId xmlns:a16="http://schemas.microsoft.com/office/drawing/2014/main" id="{283D2C2C-F437-0747-2745-E4E3B6D20760}"/>
                </a:ext>
              </a:extLst>
            </p:cNvPr>
            <p:cNvSpPr>
              <a:spLocks noChangeArrowheads="1"/>
            </p:cNvSpPr>
            <p:nvPr userDrawn="1"/>
          </p:nvSpPr>
          <p:spPr bwMode="auto">
            <a:xfrm>
              <a:off x="526" y="4057"/>
              <a:ext cx="174" cy="8"/>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pic>
        <p:nvPicPr>
          <p:cNvPr id="16" name="Image 15">
            <a:extLst>
              <a:ext uri="{FF2B5EF4-FFF2-40B4-BE49-F238E27FC236}">
                <a16:creationId xmlns:a16="http://schemas.microsoft.com/office/drawing/2014/main" id="{2E000BD1-941E-96DB-8740-6C7D2BD0EE7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19791" r="39816"/>
          <a:stretch/>
        </p:blipFill>
        <p:spPr>
          <a:xfrm>
            <a:off x="9369599" y="0"/>
            <a:ext cx="2822401" cy="2475345"/>
          </a:xfrm>
          <a:prstGeom prst="rect">
            <a:avLst/>
          </a:prstGeom>
        </p:spPr>
      </p:pic>
      <p:sp>
        <p:nvSpPr>
          <p:cNvPr id="2" name="Espace réservé du texte 4">
            <a:extLst>
              <a:ext uri="{FF2B5EF4-FFF2-40B4-BE49-F238E27FC236}">
                <a16:creationId xmlns:a16="http://schemas.microsoft.com/office/drawing/2014/main" id="{22219D0D-87E0-357C-56D2-13A29A891F48}"/>
              </a:ext>
            </a:extLst>
          </p:cNvPr>
          <p:cNvSpPr>
            <a:spLocks noGrp="1"/>
          </p:cNvSpPr>
          <p:nvPr>
            <p:ph type="body" sz="quarter" idx="17" hasCustomPrompt="1"/>
          </p:nvPr>
        </p:nvSpPr>
        <p:spPr>
          <a:xfrm>
            <a:off x="8102600" y="5285378"/>
            <a:ext cx="3357563" cy="558800"/>
          </a:xfrm>
        </p:spPr>
        <p:txBody>
          <a:bodyPr rIns="0">
            <a:normAutofit/>
          </a:bodyPr>
          <a:lstStyle>
            <a:lvl1pPr algn="r">
              <a:defRPr sz="1200" i="1">
                <a:solidFill>
                  <a:schemeClr val="bg1"/>
                </a:solidFill>
              </a:defRPr>
            </a:lvl1pPr>
          </a:lstStyle>
          <a:p>
            <a:pPr lvl="0"/>
            <a:r>
              <a:rPr lang="fr-FR" dirty="0"/>
              <a:t>Emplacement logotypes financeurs/partenaires</a:t>
            </a:r>
          </a:p>
        </p:txBody>
      </p:sp>
      <p:sp>
        <p:nvSpPr>
          <p:cNvPr id="24" name="Rectangle 23"/>
          <p:cNvSpPr/>
          <p:nvPr userDrawn="1"/>
        </p:nvSpPr>
        <p:spPr>
          <a:xfrm>
            <a:off x="3635455" y="6119336"/>
            <a:ext cx="4921091" cy="738664"/>
          </a:xfrm>
          <a:prstGeom prst="rect">
            <a:avLst/>
          </a:prstGeom>
        </p:spPr>
        <p:txBody>
          <a:bodyPr wrap="none">
            <a:spAutoFit/>
          </a:bodyPr>
          <a:lstStyle/>
          <a:p>
            <a:pPr algn="ctr"/>
            <a:r>
              <a:rPr lang="fr-FR" sz="1800" dirty="0">
                <a:solidFill>
                  <a:schemeClr val="bg1"/>
                </a:solidFill>
              </a:rPr>
              <a:t>CONFIDENTIEL</a:t>
            </a:r>
            <a:r>
              <a:rPr lang="fr-FR" sz="1800" baseline="0" dirty="0">
                <a:solidFill>
                  <a:schemeClr val="bg1"/>
                </a:solidFill>
              </a:rPr>
              <a:t> PROJET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bg1"/>
                </a:solidFill>
                <a:effectLst/>
                <a:latin typeface="+mn-lt"/>
                <a:ea typeface="+mn-ea"/>
                <a:cs typeface="+mn-cs"/>
              </a:rPr>
              <a:t>Ce document est la propriété du CEA et ne peut être utilisé, reproduit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kern="1200" dirty="0">
                <a:solidFill>
                  <a:schemeClr val="bg1"/>
                </a:solidFill>
                <a:effectLst/>
                <a:latin typeface="+mn-lt"/>
                <a:ea typeface="+mn-ea"/>
                <a:cs typeface="+mn-cs"/>
              </a:rPr>
              <a:t>ou communiqué en dehors du CEA sans l’accord de son émetteur.</a:t>
            </a:r>
          </a:p>
        </p:txBody>
      </p:sp>
    </p:spTree>
    <p:extLst>
      <p:ext uri="{BB962C8B-B14F-4D97-AF65-F5344CB8AC3E}">
        <p14:creationId xmlns:p14="http://schemas.microsoft.com/office/powerpoint/2010/main" val="426703840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1502D9F9-80C2-D30F-8D8B-9F5A494EF69D}"/>
              </a:ext>
            </a:extLst>
          </p:cNvPr>
          <p:cNvSpPr>
            <a:spLocks noGrp="1"/>
          </p:cNvSpPr>
          <p:nvPr>
            <p:ph type="title"/>
          </p:nvPr>
        </p:nvSpPr>
        <p:spPr>
          <a:xfrm>
            <a:off x="731838" y="360000"/>
            <a:ext cx="10728325" cy="825863"/>
          </a:xfrm>
          <a:prstGeom prst="rect">
            <a:avLst/>
          </a:prstGeom>
        </p:spPr>
        <p:txBody>
          <a:bodyPr vert="horz" lIns="0" tIns="45720" rIns="0" bIns="45720" rtlCol="0" anchor="b">
            <a:normAutofit/>
          </a:bodyPr>
          <a:lstStyle/>
          <a:p>
            <a:r>
              <a:rPr lang="fr-FR" dirty="0"/>
              <a:t>Modifiez le style du titre</a:t>
            </a:r>
          </a:p>
        </p:txBody>
      </p:sp>
      <p:sp>
        <p:nvSpPr>
          <p:cNvPr id="3" name="Espace réservé du texte 2">
            <a:extLst>
              <a:ext uri="{FF2B5EF4-FFF2-40B4-BE49-F238E27FC236}">
                <a16:creationId xmlns:a16="http://schemas.microsoft.com/office/drawing/2014/main" id="{8E62F5FE-77B2-23B0-C532-AEB2E287C5B6}"/>
              </a:ext>
            </a:extLst>
          </p:cNvPr>
          <p:cNvSpPr>
            <a:spLocks noGrp="1"/>
          </p:cNvSpPr>
          <p:nvPr>
            <p:ph type="body" idx="1"/>
          </p:nvPr>
        </p:nvSpPr>
        <p:spPr>
          <a:xfrm>
            <a:off x="731838" y="1381125"/>
            <a:ext cx="10728325" cy="4532313"/>
          </a:xfrm>
          <a:prstGeom prst="rect">
            <a:avLst/>
          </a:prstGeom>
        </p:spPr>
        <p:txBody>
          <a:bodyPr vert="horz" lIns="0" tIns="45720" rIns="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pic>
        <p:nvPicPr>
          <p:cNvPr id="7" name="Logo CEA">
            <a:extLst>
              <a:ext uri="{FF2B5EF4-FFF2-40B4-BE49-F238E27FC236}">
                <a16:creationId xmlns:a16="http://schemas.microsoft.com/office/drawing/2014/main" id="{87F05716-C695-E053-1C8E-FF8171756741}"/>
              </a:ext>
            </a:extLst>
          </p:cNvPr>
          <p:cNvPicPr>
            <a:picLocks noChangeAspect="1"/>
          </p:cNvPicPr>
          <p:nvPr userDrawn="1"/>
        </p:nvPicPr>
        <p:blipFill>
          <a:blip r:embed="rId40" cstate="screen">
            <a:extLst>
              <a:ext uri="{28A0092B-C50C-407E-A947-70E740481C1C}">
                <a14:useLocalDpi xmlns:a14="http://schemas.microsoft.com/office/drawing/2010/main"/>
              </a:ext>
            </a:extLst>
          </a:blip>
          <a:stretch>
            <a:fillRect/>
          </a:stretch>
        </p:blipFill>
        <p:spPr>
          <a:xfrm>
            <a:off x="257897" y="6343650"/>
            <a:ext cx="365991" cy="365991"/>
          </a:xfrm>
          <a:prstGeom prst="rect">
            <a:avLst/>
          </a:prstGeom>
        </p:spPr>
      </p:pic>
      <p:pic>
        <p:nvPicPr>
          <p:cNvPr id="10" name="PATTERN CARRE DECAL" hidden="1">
            <a:extLst>
              <a:ext uri="{FF2B5EF4-FFF2-40B4-BE49-F238E27FC236}">
                <a16:creationId xmlns:a16="http://schemas.microsoft.com/office/drawing/2014/main" id="{57B8022F-6BAC-B272-714C-3051A2DF826F}"/>
              </a:ext>
            </a:extLst>
          </p:cNvPr>
          <p:cNvPicPr>
            <a:picLocks noChangeAspect="1"/>
          </p:cNvPicPr>
          <p:nvPr userDrawn="1"/>
        </p:nvPicPr>
        <p:blipFill rotWithShape="1">
          <a:blip r:embed="rId41" cstate="screen">
            <a:duotone>
              <a:prstClr val="black"/>
              <a:srgbClr val="D9C3A5">
                <a:tint val="50000"/>
                <a:satMod val="180000"/>
              </a:srgbClr>
            </a:duotone>
            <a:extLst>
              <a:ext uri="{28A0092B-C50C-407E-A947-70E740481C1C}">
                <a14:useLocalDpi xmlns:a14="http://schemas.microsoft.com/office/drawing/2010/main"/>
              </a:ext>
            </a:extLst>
          </a:blip>
          <a:srcRect t="19705" r="39861" b="-1"/>
          <a:stretch/>
        </p:blipFill>
        <p:spPr>
          <a:xfrm>
            <a:off x="7446433" y="-1"/>
            <a:ext cx="4745567" cy="4169655"/>
          </a:xfrm>
          <a:prstGeom prst="rect">
            <a:avLst/>
          </a:prstGeom>
        </p:spPr>
      </p:pic>
      <p:sp>
        <p:nvSpPr>
          <p:cNvPr id="9" name="ZoneTexte 8"/>
          <p:cNvSpPr txBox="1"/>
          <p:nvPr userDrawn="1"/>
        </p:nvSpPr>
        <p:spPr>
          <a:xfrm>
            <a:off x="168369" y="6100643"/>
            <a:ext cx="974631" cy="246221"/>
          </a:xfrm>
          <a:prstGeom prst="rect">
            <a:avLst/>
          </a:prstGeom>
          <a:noFill/>
        </p:spPr>
        <p:txBody>
          <a:bodyPr wrap="square" rtlCol="0">
            <a:spAutoFit/>
          </a:bodyPr>
          <a:lstStyle/>
          <a:p>
            <a:r>
              <a:rPr lang="fr-FR" sz="1000" kern="1200" dirty="0">
                <a:solidFill>
                  <a:schemeClr val="bg1">
                    <a:lumMod val="50000"/>
                  </a:schemeClr>
                </a:solidFill>
                <a:latin typeface="+mn-lt"/>
                <a:ea typeface="+mn-ea"/>
                <a:cs typeface="+mn-cs"/>
              </a:rPr>
              <a:t>FOR 328 H</a:t>
            </a:r>
          </a:p>
        </p:txBody>
      </p:sp>
      <p:sp>
        <p:nvSpPr>
          <p:cNvPr id="15" name="Espace réservé du numéro de diapositive 7">
            <a:extLst>
              <a:ext uri="{FF2B5EF4-FFF2-40B4-BE49-F238E27FC236}">
                <a16:creationId xmlns:a16="http://schemas.microsoft.com/office/drawing/2014/main" id="{8424BA42-8E50-0F5C-5ECA-A7448ECF5244}"/>
              </a:ext>
            </a:extLst>
          </p:cNvPr>
          <p:cNvSpPr txBox="1">
            <a:spLocks/>
          </p:cNvSpPr>
          <p:nvPr userDrawn="1"/>
        </p:nvSpPr>
        <p:spPr>
          <a:xfrm>
            <a:off x="10867888" y="6378064"/>
            <a:ext cx="693738"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algn="r" defTabSz="914400" rtl="0" eaLnBrk="1" latinLnBrk="0" hangingPunct="1"/>
            <a:fld id="{0CBC77A0-1F4E-42FF-9FFC-F45C3A64AF90}" type="slidenum">
              <a:rPr lang="fr-FR" sz="1200" b="1" kern="1200" smtClean="0">
                <a:solidFill>
                  <a:schemeClr val="tx2"/>
                </a:solidFill>
                <a:latin typeface="+mn-lt"/>
                <a:ea typeface="+mn-ea"/>
                <a:cs typeface="+mn-cs"/>
              </a:rPr>
              <a:pPr marL="0" algn="r" defTabSz="914400" rtl="0" eaLnBrk="1" latinLnBrk="0" hangingPunct="1"/>
              <a:t>‹N°›</a:t>
            </a:fld>
            <a:endParaRPr lang="fr-FR" sz="1200" b="1" kern="1200" dirty="0">
              <a:solidFill>
                <a:schemeClr val="tx2"/>
              </a:solidFill>
              <a:latin typeface="+mn-lt"/>
              <a:ea typeface="+mn-ea"/>
              <a:cs typeface="+mn-cs"/>
            </a:endParaRPr>
          </a:p>
        </p:txBody>
      </p:sp>
      <p:sp>
        <p:nvSpPr>
          <p:cNvPr id="4" name="Rectangle 3"/>
          <p:cNvSpPr/>
          <p:nvPr userDrawn="1"/>
        </p:nvSpPr>
        <p:spPr>
          <a:xfrm>
            <a:off x="623888" y="6403879"/>
            <a:ext cx="12198416" cy="2769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solidFill>
                  <a:schemeClr val="tx2"/>
                </a:solidFill>
              </a:rPr>
              <a:t>CONFIDENTIEL</a:t>
            </a:r>
            <a:r>
              <a:rPr lang="fr-FR" sz="1200" baseline="0" dirty="0">
                <a:solidFill>
                  <a:schemeClr val="tx2"/>
                </a:solidFill>
              </a:rPr>
              <a:t> PROJET </a:t>
            </a:r>
            <a:r>
              <a:rPr lang="fr-FR" sz="1200" dirty="0">
                <a:solidFill>
                  <a:schemeClr val="tx2"/>
                </a:solidFill>
              </a:rPr>
              <a:t>– </a:t>
            </a:r>
            <a:r>
              <a:rPr lang="fr-FR" sz="1100" kern="1200" dirty="0">
                <a:solidFill>
                  <a:schemeClr val="tx2"/>
                </a:solidFill>
                <a:effectLst/>
                <a:latin typeface="+mn-lt"/>
                <a:ea typeface="+mn-ea"/>
                <a:cs typeface="+mn-cs"/>
              </a:rPr>
              <a:t>Ce document est la propriété du CEA et ne peut être utilisé, reproduit ou communiqué en dehors du CEA sans l’accord de son émetteur.</a:t>
            </a:r>
          </a:p>
        </p:txBody>
      </p:sp>
      <p:sp>
        <p:nvSpPr>
          <p:cNvPr id="5" name="ZoneTexte 4"/>
          <p:cNvSpPr txBox="1"/>
          <p:nvPr userDrawn="1"/>
        </p:nvSpPr>
        <p:spPr>
          <a:xfrm>
            <a:off x="4566000" y="0"/>
            <a:ext cx="3060000" cy="360000"/>
          </a:xfrm>
          <a:prstGeom prst="rect">
            <a:avLst/>
          </a:prstGeom>
          <a:solidFill>
            <a:schemeClr val="bg1"/>
          </a:solidFill>
          <a:ln w="28575">
            <a:solidFill>
              <a:schemeClr val="tx2"/>
            </a:solidFill>
          </a:ln>
        </p:spPr>
        <p:txBody>
          <a:bodyPr wrap="square" rtlCol="0">
            <a:spAutoFit/>
          </a:bodyPr>
          <a:lstStyle/>
          <a:p>
            <a:pPr algn="ctr"/>
            <a:r>
              <a:rPr lang="fr-FR" b="1" dirty="0">
                <a:solidFill>
                  <a:schemeClr val="tx2"/>
                </a:solidFill>
              </a:rPr>
              <a:t>CONFIDENTIEL PROJET</a:t>
            </a:r>
          </a:p>
        </p:txBody>
      </p:sp>
    </p:spTree>
    <p:extLst>
      <p:ext uri="{BB962C8B-B14F-4D97-AF65-F5344CB8AC3E}">
        <p14:creationId xmlns:p14="http://schemas.microsoft.com/office/powerpoint/2010/main" val="256438653"/>
      </p:ext>
    </p:extLst>
  </p:cSld>
  <p:clrMap bg1="lt1" tx1="dk1" bg2="lt2" tx2="dk2" accent1="accent1" accent2="accent2" accent3="accent3" accent4="accent4" accent5="accent5" accent6="accent6" hlink="hlink" folHlink="folHlink"/>
  <p:sldLayoutIdLst>
    <p:sldLayoutId id="2147483649" r:id="rId1"/>
    <p:sldLayoutId id="2147483670" r:id="rId2"/>
    <p:sldLayoutId id="2147483660" r:id="rId3"/>
    <p:sldLayoutId id="2147483661" r:id="rId4"/>
    <p:sldLayoutId id="2147483664" r:id="rId5"/>
    <p:sldLayoutId id="2147483665" r:id="rId6"/>
    <p:sldLayoutId id="2147483651" r:id="rId7"/>
    <p:sldLayoutId id="2147483683" r:id="rId8"/>
    <p:sldLayoutId id="2147483678" r:id="rId9"/>
    <p:sldLayoutId id="2147483676" r:id="rId10"/>
    <p:sldLayoutId id="2147483650" r:id="rId11"/>
    <p:sldLayoutId id="2147483666" r:id="rId12"/>
    <p:sldLayoutId id="2147483669" r:id="rId13"/>
    <p:sldLayoutId id="2147483653" r:id="rId14"/>
    <p:sldLayoutId id="2147483685" r:id="rId15"/>
    <p:sldLayoutId id="2147483684" r:id="rId16"/>
    <p:sldLayoutId id="2147483671" r:id="rId17"/>
    <p:sldLayoutId id="2147483690" r:id="rId18"/>
    <p:sldLayoutId id="2147483672" r:id="rId19"/>
    <p:sldLayoutId id="2147483687" r:id="rId20"/>
    <p:sldLayoutId id="2147483686" r:id="rId21"/>
    <p:sldLayoutId id="2147483654" r:id="rId22"/>
    <p:sldLayoutId id="2147483655" r:id="rId23"/>
    <p:sldLayoutId id="2147483691" r:id="rId24"/>
    <p:sldLayoutId id="2147483692" r:id="rId25"/>
    <p:sldLayoutId id="2147483667" r:id="rId26"/>
    <p:sldLayoutId id="2147483673" r:id="rId27"/>
    <p:sldLayoutId id="2147483674" r:id="rId28"/>
    <p:sldLayoutId id="2147483675" r:id="rId29"/>
    <p:sldLayoutId id="2147483681" r:id="rId30"/>
    <p:sldLayoutId id="2147483682" r:id="rId31"/>
    <p:sldLayoutId id="2147483693" r:id="rId32"/>
    <p:sldLayoutId id="2147483688" r:id="rId33"/>
    <p:sldLayoutId id="2147483689" r:id="rId34"/>
    <p:sldLayoutId id="2147483662" r:id="rId35"/>
    <p:sldLayoutId id="2147483695" r:id="rId36"/>
    <p:sldLayoutId id="2147483694" r:id="rId37"/>
    <p:sldLayoutId id="2147483668" r:id="rId38"/>
  </p:sldLayoutIdLst>
  <p:hf sldNum="0" hdr="0" dt="0"/>
  <p:txStyles>
    <p:titleStyle>
      <a:lvl1pPr algn="l" defTabSz="9144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1200"/>
        </a:spcBef>
        <a:buClr>
          <a:schemeClr val="tx2"/>
        </a:buClr>
        <a:buSzPct val="90000"/>
        <a:buFont typeface="Arial" panose="020B0604020202020204" pitchFamily="34" charset="0"/>
        <a:buNone/>
        <a:defRPr sz="1800" kern="1200">
          <a:solidFill>
            <a:schemeClr val="tx1"/>
          </a:solidFill>
          <a:latin typeface="+mn-lt"/>
          <a:ea typeface="+mn-ea"/>
          <a:cs typeface="+mn-cs"/>
        </a:defRPr>
      </a:lvl1pPr>
      <a:lvl2pPr marL="266700" indent="-266700" algn="l" defTabSz="914400" rtl="0" eaLnBrk="1" latinLnBrk="0" hangingPunct="1">
        <a:lnSpc>
          <a:spcPct val="100000"/>
        </a:lnSpc>
        <a:spcBef>
          <a:spcPts val="500"/>
        </a:spcBef>
        <a:buClr>
          <a:schemeClr val="tx2"/>
        </a:buClr>
        <a:buSzPct val="90000"/>
        <a:buFont typeface="Arial" panose="020B0604020202020204" pitchFamily="34" charset="0"/>
        <a:buChar char="■"/>
        <a:defRPr sz="1800" kern="1200">
          <a:solidFill>
            <a:schemeClr val="tx1"/>
          </a:solidFill>
          <a:latin typeface="+mn-lt"/>
          <a:ea typeface="+mn-ea"/>
          <a:cs typeface="+mn-cs"/>
        </a:defRPr>
      </a:lvl2pPr>
      <a:lvl3pPr marL="541338" indent="-274638" algn="l" defTabSz="914400" rtl="0" eaLnBrk="1" latinLnBrk="0" hangingPunct="1">
        <a:lnSpc>
          <a:spcPct val="100000"/>
        </a:lnSpc>
        <a:spcBef>
          <a:spcPts val="500"/>
        </a:spcBef>
        <a:buSzPct val="90000"/>
        <a:buFont typeface="Arial" panose="020B0604020202020204" pitchFamily="34" charset="0"/>
        <a:buChar char="■"/>
        <a:defRPr sz="1800" kern="1200">
          <a:solidFill>
            <a:schemeClr val="tx1"/>
          </a:solidFill>
          <a:latin typeface="+mn-lt"/>
          <a:ea typeface="+mn-ea"/>
          <a:cs typeface="+mn-cs"/>
        </a:defRPr>
      </a:lvl3pPr>
      <a:lvl4pPr marL="808038" indent="-266700" algn="l" defTabSz="914400" rtl="0" eaLnBrk="1" latinLnBrk="0" hangingPunct="1">
        <a:lnSpc>
          <a:spcPct val="100000"/>
        </a:lnSpc>
        <a:spcBef>
          <a:spcPts val="500"/>
        </a:spcBef>
        <a:buSzPct val="90000"/>
        <a:buFont typeface="Arial" panose="020B0604020202020204" pitchFamily="34" charset="0"/>
        <a:buChar char="■"/>
        <a:defRPr sz="1800" kern="1200">
          <a:solidFill>
            <a:schemeClr val="tx1"/>
          </a:solidFill>
          <a:latin typeface="+mn-lt"/>
          <a:ea typeface="+mn-ea"/>
          <a:cs typeface="+mn-cs"/>
        </a:defRPr>
      </a:lvl4pPr>
      <a:lvl5pPr marL="1074738" indent="-266700" algn="l" defTabSz="914400" rtl="0" eaLnBrk="1" latinLnBrk="0" hangingPunct="1">
        <a:lnSpc>
          <a:spcPct val="100000"/>
        </a:lnSpc>
        <a:spcBef>
          <a:spcPts val="500"/>
        </a:spcBef>
        <a:buSzPct val="9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59" userDrawn="1">
          <p15:clr>
            <a:srgbClr val="F26B43"/>
          </p15:clr>
        </p15:guide>
        <p15:guide id="2" orient="horz" pos="3861" userDrawn="1">
          <p15:clr>
            <a:srgbClr val="F26B43"/>
          </p15:clr>
        </p15:guide>
        <p15:guide id="3" pos="461" userDrawn="1">
          <p15:clr>
            <a:srgbClr val="F26B43"/>
          </p15:clr>
        </p15:guide>
        <p15:guide id="4" pos="7219" userDrawn="1">
          <p15:clr>
            <a:srgbClr val="F26B43"/>
          </p15:clr>
        </p15:guide>
        <p15:guide id="7" orient="horz" pos="372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1.xml"/><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TIF"/><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6.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8.TIF"/><Relationship Id="rId2" Type="http://schemas.openxmlformats.org/officeDocument/2006/relationships/image" Target="../media/image17.TIF"/><Relationship Id="rId1" Type="http://schemas.openxmlformats.org/officeDocument/2006/relationships/slideLayout" Target="../slideLayouts/slideLayout11.xml"/><Relationship Id="rId4" Type="http://schemas.openxmlformats.org/officeDocument/2006/relationships/image" Target="../media/image19.T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8.TIF"/><Relationship Id="rId2" Type="http://schemas.openxmlformats.org/officeDocument/2006/relationships/image" Target="../media/image20.png"/><Relationship Id="rId1" Type="http://schemas.openxmlformats.org/officeDocument/2006/relationships/slideLayout" Target="../slideLayouts/slideLayout11.xml"/><Relationship Id="rId4" Type="http://schemas.openxmlformats.org/officeDocument/2006/relationships/image" Target="../media/image19.TIF"/></Relationships>
</file>

<file path=ppt/slides/_rels/slide13.xml.rels><?xml version="1.0" encoding="UTF-8" standalone="yes"?>
<Relationships xmlns="http://schemas.openxmlformats.org/package/2006/relationships"><Relationship Id="rId3" Type="http://schemas.openxmlformats.org/officeDocument/2006/relationships/image" Target="../media/image19.TIF"/><Relationship Id="rId2" Type="http://schemas.openxmlformats.org/officeDocument/2006/relationships/image" Target="../media/image18.TIF"/><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1.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1.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hyperlink" Target="https://learn.microsoft.com/fr-fr/windows/powertoys/install" TargetMode="Externa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1"/>
          <p:cNvSpPr>
            <a:spLocks noGrp="1"/>
          </p:cNvSpPr>
          <p:nvPr>
            <p:ph type="ctrTitle"/>
          </p:nvPr>
        </p:nvSpPr>
        <p:spPr>
          <a:xfrm>
            <a:off x="731837" y="3033738"/>
            <a:ext cx="10664295" cy="874110"/>
          </a:xfrm>
        </p:spPr>
        <p:txBody>
          <a:bodyPr anchor="ctr">
            <a:normAutofit/>
          </a:bodyPr>
          <a:lstStyle/>
          <a:p>
            <a:r>
              <a:rPr lang="fr-FR" dirty="0"/>
              <a:t>Titre du livrable</a:t>
            </a:r>
          </a:p>
        </p:txBody>
      </p:sp>
      <p:sp>
        <p:nvSpPr>
          <p:cNvPr id="10" name="Sous-titre 2"/>
          <p:cNvSpPr>
            <a:spLocks noGrp="1"/>
          </p:cNvSpPr>
          <p:nvPr>
            <p:ph type="subTitle" idx="1"/>
          </p:nvPr>
        </p:nvSpPr>
        <p:spPr>
          <a:xfrm>
            <a:off x="731837" y="3869356"/>
            <a:ext cx="10664295" cy="2048844"/>
          </a:xfrm>
        </p:spPr>
        <p:txBody>
          <a:bodyPr>
            <a:normAutofit/>
          </a:bodyPr>
          <a:lstStyle/>
          <a:p>
            <a:pPr marL="84138" lvl="1" indent="-274638" algn="l">
              <a:buFont typeface="Arial" panose="020B0604020202020204" pitchFamily="34" charset="0"/>
              <a:buChar char="■"/>
            </a:pPr>
            <a:r>
              <a:rPr lang="fr-FR" altLang="fr-FR" sz="1800" dirty="0"/>
              <a:t>N° Chrono livrable : Département/LV/ANNEE/NUMERO</a:t>
            </a:r>
          </a:p>
          <a:p>
            <a:pPr marL="84138" lvl="1" indent="-274638" algn="l">
              <a:buFont typeface="Arial" panose="020B0604020202020204" pitchFamily="34" charset="0"/>
              <a:buChar char="■"/>
            </a:pPr>
            <a:r>
              <a:rPr lang="fr-FR" altLang="fr-FR" sz="1800" dirty="0"/>
              <a:t>Auteur(s) et unité : </a:t>
            </a:r>
          </a:p>
          <a:p>
            <a:pPr marL="84138" lvl="1" indent="-274638" algn="l">
              <a:buFont typeface="Arial" panose="020B0604020202020204" pitchFamily="34" charset="0"/>
              <a:buChar char="■"/>
            </a:pPr>
            <a:r>
              <a:rPr lang="fr-FR" altLang="fr-FR" sz="1800" dirty="0"/>
              <a:t>Référence et nom du projet : </a:t>
            </a:r>
          </a:p>
          <a:p>
            <a:pPr marL="84138" lvl="1" indent="-274638" algn="l">
              <a:buFont typeface="Arial" panose="020B0604020202020204" pitchFamily="34" charset="0"/>
              <a:buChar char="■"/>
            </a:pPr>
            <a:r>
              <a:rPr lang="fr-FR" altLang="fr-FR" sz="1800" dirty="0"/>
              <a:t>Nature du livrable : Rapport d’avancement / Rapport final / Contribution à un rapport global / Rapport de tâche (WP) / Autres : précisez la nature du rapport (ex : non contractuel, rapport de stage)</a:t>
            </a:r>
          </a:p>
        </p:txBody>
      </p:sp>
      <p:sp>
        <p:nvSpPr>
          <p:cNvPr id="11" name="Espace réservé du texte 4"/>
          <p:cNvSpPr txBox="1">
            <a:spLocks/>
          </p:cNvSpPr>
          <p:nvPr/>
        </p:nvSpPr>
        <p:spPr>
          <a:xfrm>
            <a:off x="752677" y="5795523"/>
            <a:ext cx="6578600" cy="264510"/>
          </a:xfrm>
          <a:prstGeom prst="rect">
            <a:avLst/>
          </a:prstGeom>
        </p:spPr>
        <p:txBody>
          <a:bodyPr>
            <a:normAutofit fontScale="77500" lnSpcReduction="20000"/>
          </a:bodyPr>
          <a:lstStyle>
            <a:lvl1pPr marL="0" indent="0" algn="l" defTabSz="914400" rtl="0" eaLnBrk="1" latinLnBrk="0" hangingPunct="1">
              <a:lnSpc>
                <a:spcPct val="100000"/>
              </a:lnSpc>
              <a:spcBef>
                <a:spcPts val="1200"/>
              </a:spcBef>
              <a:buClr>
                <a:schemeClr val="tx2"/>
              </a:buClr>
              <a:buSzPct val="90000"/>
              <a:buFont typeface="Arial" panose="020B0604020202020204" pitchFamily="34" charset="0"/>
              <a:buNone/>
              <a:defRPr sz="1800" kern="1200">
                <a:solidFill>
                  <a:schemeClr val="tx1"/>
                </a:solidFill>
                <a:latin typeface="+mn-lt"/>
                <a:ea typeface="+mn-ea"/>
                <a:cs typeface="+mn-cs"/>
              </a:defRPr>
            </a:lvl1pPr>
            <a:lvl2pPr marL="266700" indent="-266700" algn="l" defTabSz="914400" rtl="0" eaLnBrk="1" latinLnBrk="0" hangingPunct="1">
              <a:lnSpc>
                <a:spcPct val="100000"/>
              </a:lnSpc>
              <a:spcBef>
                <a:spcPts val="500"/>
              </a:spcBef>
              <a:buClr>
                <a:schemeClr val="tx2"/>
              </a:buClr>
              <a:buSzPct val="90000"/>
              <a:buFont typeface="Arial" panose="020B0604020202020204" pitchFamily="34" charset="0"/>
              <a:buChar char="■"/>
              <a:defRPr sz="1800" kern="1200">
                <a:solidFill>
                  <a:schemeClr val="tx1"/>
                </a:solidFill>
                <a:latin typeface="+mn-lt"/>
                <a:ea typeface="+mn-ea"/>
                <a:cs typeface="+mn-cs"/>
              </a:defRPr>
            </a:lvl2pPr>
            <a:lvl3pPr marL="541338" indent="-274638" algn="l" defTabSz="914400" rtl="0" eaLnBrk="1" latinLnBrk="0" hangingPunct="1">
              <a:lnSpc>
                <a:spcPct val="100000"/>
              </a:lnSpc>
              <a:spcBef>
                <a:spcPts val="500"/>
              </a:spcBef>
              <a:buSzPct val="90000"/>
              <a:buFont typeface="Arial" panose="020B0604020202020204" pitchFamily="34" charset="0"/>
              <a:buChar char="■"/>
              <a:defRPr sz="1800" kern="1200">
                <a:solidFill>
                  <a:schemeClr val="tx1"/>
                </a:solidFill>
                <a:latin typeface="+mn-lt"/>
                <a:ea typeface="+mn-ea"/>
                <a:cs typeface="+mn-cs"/>
              </a:defRPr>
            </a:lvl3pPr>
            <a:lvl4pPr marL="808038" indent="-266700" algn="l" defTabSz="914400" rtl="0" eaLnBrk="1" latinLnBrk="0" hangingPunct="1">
              <a:lnSpc>
                <a:spcPct val="100000"/>
              </a:lnSpc>
              <a:spcBef>
                <a:spcPts val="500"/>
              </a:spcBef>
              <a:buSzPct val="90000"/>
              <a:buFont typeface="Arial" panose="020B0604020202020204" pitchFamily="34" charset="0"/>
              <a:buChar char="■"/>
              <a:defRPr sz="1800" kern="1200">
                <a:solidFill>
                  <a:schemeClr val="tx1"/>
                </a:solidFill>
                <a:latin typeface="+mn-lt"/>
                <a:ea typeface="+mn-ea"/>
                <a:cs typeface="+mn-cs"/>
              </a:defRPr>
            </a:lvl4pPr>
            <a:lvl5pPr marL="1074738" indent="-266700" algn="l" defTabSz="914400" rtl="0" eaLnBrk="1" latinLnBrk="0" hangingPunct="1">
              <a:lnSpc>
                <a:spcPct val="100000"/>
              </a:lnSpc>
              <a:spcBef>
                <a:spcPts val="500"/>
              </a:spcBef>
              <a:buSzPct val="9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i="1" dirty="0"/>
              <a:t>Autres précisions éventuelles</a:t>
            </a:r>
          </a:p>
        </p:txBody>
      </p:sp>
    </p:spTree>
    <p:extLst>
      <p:ext uri="{BB962C8B-B14F-4D97-AF65-F5344CB8AC3E}">
        <p14:creationId xmlns:p14="http://schemas.microsoft.com/office/powerpoint/2010/main" val="1312132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6"/>
          <p:cNvGraphicFramePr>
            <a:graphicFrameLocks noGrp="1"/>
          </p:cNvGraphicFramePr>
          <p:nvPr>
            <p:ph idx="1"/>
            <p:extLst>
              <p:ext uri="{D42A27DB-BD31-4B8C-83A1-F6EECF244321}">
                <p14:modId xmlns:p14="http://schemas.microsoft.com/office/powerpoint/2010/main" val="4173171029"/>
              </p:ext>
            </p:extLst>
          </p:nvPr>
        </p:nvGraphicFramePr>
        <p:xfrm>
          <a:off x="731837" y="3982029"/>
          <a:ext cx="10728324" cy="1474218"/>
        </p:xfrm>
        <a:graphic>
          <a:graphicData uri="http://schemas.openxmlformats.org/drawingml/2006/table">
            <a:tbl>
              <a:tblPr firstRow="1" bandRow="1">
                <a:tableStyleId>{0E3FDE45-AF77-4B5C-9715-49D594BDF05E}</a:tableStyleId>
              </a:tblPr>
              <a:tblGrid>
                <a:gridCol w="991084">
                  <a:extLst>
                    <a:ext uri="{9D8B030D-6E8A-4147-A177-3AD203B41FA5}">
                      <a16:colId xmlns:a16="http://schemas.microsoft.com/office/drawing/2014/main" val="3577481062"/>
                    </a:ext>
                  </a:extLst>
                </a:gridCol>
                <a:gridCol w="1819175">
                  <a:extLst>
                    <a:ext uri="{9D8B030D-6E8A-4147-A177-3AD203B41FA5}">
                      <a16:colId xmlns:a16="http://schemas.microsoft.com/office/drawing/2014/main" val="4079746597"/>
                    </a:ext>
                  </a:extLst>
                </a:gridCol>
                <a:gridCol w="7918065">
                  <a:extLst>
                    <a:ext uri="{9D8B030D-6E8A-4147-A177-3AD203B41FA5}">
                      <a16:colId xmlns:a16="http://schemas.microsoft.com/office/drawing/2014/main" val="654278911"/>
                    </a:ext>
                  </a:extLst>
                </a:gridCol>
              </a:tblGrid>
              <a:tr h="361698">
                <a:tc>
                  <a:txBody>
                    <a:bodyPr/>
                    <a:lstStyle/>
                    <a:p>
                      <a:pPr algn="ctr"/>
                      <a:r>
                        <a:rPr lang="fr-FR" sz="1400" dirty="0"/>
                        <a:t>Indice</a:t>
                      </a:r>
                      <a:endParaRPr lang="fr-FR" sz="1400" b="1" dirty="0"/>
                    </a:p>
                  </a:txBody>
                  <a:tcPr/>
                </a:tc>
                <a:tc>
                  <a:txBody>
                    <a:bodyPr/>
                    <a:lstStyle/>
                    <a:p>
                      <a:pPr algn="ctr"/>
                      <a:r>
                        <a:rPr lang="fr-FR" sz="1400" dirty="0"/>
                        <a:t>Date</a:t>
                      </a:r>
                      <a:endParaRPr lang="fr-FR" sz="1400" b="1" dirty="0"/>
                    </a:p>
                  </a:txBody>
                  <a:tcPr/>
                </a:tc>
                <a:tc>
                  <a:txBody>
                    <a:bodyPr/>
                    <a:lstStyle/>
                    <a:p>
                      <a:pPr algn="l"/>
                      <a:r>
                        <a:rPr lang="fr-FR" sz="1400" dirty="0"/>
                        <a:t>Motif et description de</a:t>
                      </a:r>
                      <a:r>
                        <a:rPr lang="fr-FR" sz="1400" baseline="0" dirty="0"/>
                        <a:t> la modification</a:t>
                      </a:r>
                      <a:endParaRPr lang="fr-FR" sz="1400" b="1" dirty="0"/>
                    </a:p>
                  </a:txBody>
                  <a:tcPr/>
                </a:tc>
                <a:extLst>
                  <a:ext uri="{0D108BD9-81ED-4DB2-BD59-A6C34878D82A}">
                    <a16:rowId xmlns:a16="http://schemas.microsoft.com/office/drawing/2014/main" val="691612663"/>
                  </a:ext>
                </a:extLst>
              </a:tr>
              <a:tr h="370840">
                <a:tc>
                  <a:txBody>
                    <a:bodyPr/>
                    <a:lstStyle/>
                    <a:p>
                      <a:pPr algn="ctr"/>
                      <a:r>
                        <a:rPr lang="fr-FR" sz="1400" dirty="0"/>
                        <a:t>A</a:t>
                      </a:r>
                    </a:p>
                  </a:txBody>
                  <a:tcPr/>
                </a:tc>
                <a:tc>
                  <a:txBody>
                    <a:bodyPr/>
                    <a:lstStyle/>
                    <a:p>
                      <a:pPr algn="ctr"/>
                      <a:endParaRPr lang="fr-FR" sz="1400" dirty="0"/>
                    </a:p>
                  </a:txBody>
                  <a:tcPr/>
                </a:tc>
                <a:tc>
                  <a:txBody>
                    <a:bodyPr/>
                    <a:lstStyle/>
                    <a:p>
                      <a:r>
                        <a:rPr lang="fr-FR" sz="1400" dirty="0"/>
                        <a:t>Document initial</a:t>
                      </a:r>
                    </a:p>
                  </a:txBody>
                  <a:tcPr/>
                </a:tc>
                <a:extLst>
                  <a:ext uri="{0D108BD9-81ED-4DB2-BD59-A6C34878D82A}">
                    <a16:rowId xmlns:a16="http://schemas.microsoft.com/office/drawing/2014/main" val="648255295"/>
                  </a:ext>
                </a:extLst>
              </a:tr>
              <a:tr h="370840">
                <a:tc>
                  <a:txBody>
                    <a:bodyPr/>
                    <a:lstStyle/>
                    <a:p>
                      <a:pPr algn="ctr"/>
                      <a:endParaRPr lang="fr-FR" sz="1400" dirty="0"/>
                    </a:p>
                  </a:txBody>
                  <a:tcPr/>
                </a:tc>
                <a:tc>
                  <a:txBody>
                    <a:bodyPr/>
                    <a:lstStyle/>
                    <a:p>
                      <a:pPr algn="ctr"/>
                      <a:endParaRPr lang="fr-FR" sz="1400" dirty="0"/>
                    </a:p>
                  </a:txBody>
                  <a:tcPr/>
                </a:tc>
                <a:tc>
                  <a:txBody>
                    <a:bodyPr/>
                    <a:lstStyle/>
                    <a:p>
                      <a:endParaRPr lang="fr-FR" sz="1400" dirty="0"/>
                    </a:p>
                  </a:txBody>
                  <a:tcPr/>
                </a:tc>
                <a:extLst>
                  <a:ext uri="{0D108BD9-81ED-4DB2-BD59-A6C34878D82A}">
                    <a16:rowId xmlns:a16="http://schemas.microsoft.com/office/drawing/2014/main" val="3147728738"/>
                  </a:ext>
                </a:extLst>
              </a:tr>
              <a:tr h="370840">
                <a:tc>
                  <a:txBody>
                    <a:bodyPr/>
                    <a:lstStyle/>
                    <a:p>
                      <a:pPr algn="ctr"/>
                      <a:endParaRPr lang="fr-FR" sz="1400" dirty="0"/>
                    </a:p>
                  </a:txBody>
                  <a:tcPr/>
                </a:tc>
                <a:tc>
                  <a:txBody>
                    <a:bodyPr/>
                    <a:lstStyle/>
                    <a:p>
                      <a:pPr algn="ctr"/>
                      <a:endParaRPr lang="fr-FR" sz="1400" dirty="0"/>
                    </a:p>
                  </a:txBody>
                  <a:tcPr/>
                </a:tc>
                <a:tc>
                  <a:txBody>
                    <a:bodyPr/>
                    <a:lstStyle/>
                    <a:p>
                      <a:endParaRPr lang="fr-FR" sz="1400" dirty="0"/>
                    </a:p>
                  </a:txBody>
                  <a:tcPr/>
                </a:tc>
                <a:extLst>
                  <a:ext uri="{0D108BD9-81ED-4DB2-BD59-A6C34878D82A}">
                    <a16:rowId xmlns:a16="http://schemas.microsoft.com/office/drawing/2014/main" val="2207714252"/>
                  </a:ext>
                </a:extLst>
              </a:tr>
            </a:tbl>
          </a:graphicData>
        </a:graphic>
      </p:graphicFrame>
      <p:sp>
        <p:nvSpPr>
          <p:cNvPr id="9" name="Espace réservé du contenu 1"/>
          <p:cNvSpPr txBox="1">
            <a:spLocks/>
          </p:cNvSpPr>
          <p:nvPr/>
        </p:nvSpPr>
        <p:spPr>
          <a:xfrm>
            <a:off x="731837" y="1185863"/>
            <a:ext cx="10728325" cy="831465"/>
          </a:xfrm>
          <a:prstGeom prst="rect">
            <a:avLst/>
          </a:prstGeom>
        </p:spPr>
        <p:txBody>
          <a:bodyPr vert="horz" lIns="0" tIns="45720" rIns="0" bIns="45720" rtlCol="0">
            <a:normAutofit/>
          </a:bodyPr>
          <a:lstStyle>
            <a:lvl1pPr marL="0" indent="0" algn="l" defTabSz="914400" rtl="0" eaLnBrk="1" latinLnBrk="0" hangingPunct="1">
              <a:lnSpc>
                <a:spcPct val="100000"/>
              </a:lnSpc>
              <a:spcBef>
                <a:spcPts val="1200"/>
              </a:spcBef>
              <a:buClr>
                <a:schemeClr val="tx2"/>
              </a:buClr>
              <a:buSzPct val="90000"/>
              <a:buFont typeface="Arial" panose="020B0604020202020204" pitchFamily="34" charset="0"/>
              <a:buNone/>
              <a:defRPr sz="1800" kern="1200">
                <a:solidFill>
                  <a:schemeClr val="tx1"/>
                </a:solidFill>
                <a:latin typeface="+mn-lt"/>
                <a:ea typeface="+mn-ea"/>
                <a:cs typeface="+mn-cs"/>
              </a:defRPr>
            </a:lvl1pPr>
            <a:lvl2pPr marL="266700" indent="-266700" algn="l" defTabSz="914400" rtl="0" eaLnBrk="1" latinLnBrk="0" hangingPunct="1">
              <a:lnSpc>
                <a:spcPct val="100000"/>
              </a:lnSpc>
              <a:spcBef>
                <a:spcPts val="500"/>
              </a:spcBef>
              <a:buClr>
                <a:schemeClr val="tx2"/>
              </a:buClr>
              <a:buSzPct val="90000"/>
              <a:buFont typeface="Arial" panose="020B0604020202020204" pitchFamily="34" charset="0"/>
              <a:buChar char="■"/>
              <a:defRPr sz="1800" kern="1200">
                <a:solidFill>
                  <a:schemeClr val="tx1"/>
                </a:solidFill>
                <a:latin typeface="+mn-lt"/>
                <a:ea typeface="+mn-ea"/>
                <a:cs typeface="+mn-cs"/>
              </a:defRPr>
            </a:lvl2pPr>
            <a:lvl3pPr marL="541338" indent="-274638" algn="l" defTabSz="914400" rtl="0" eaLnBrk="1" latinLnBrk="0" hangingPunct="1">
              <a:lnSpc>
                <a:spcPct val="100000"/>
              </a:lnSpc>
              <a:spcBef>
                <a:spcPts val="500"/>
              </a:spcBef>
              <a:buSzPct val="90000"/>
              <a:buFont typeface="Arial" panose="020B0604020202020204" pitchFamily="34" charset="0"/>
              <a:buChar char="■"/>
              <a:defRPr sz="1800" kern="1200">
                <a:solidFill>
                  <a:schemeClr val="tx1"/>
                </a:solidFill>
                <a:latin typeface="+mn-lt"/>
                <a:ea typeface="+mn-ea"/>
                <a:cs typeface="+mn-cs"/>
              </a:defRPr>
            </a:lvl3pPr>
            <a:lvl4pPr marL="808038" indent="-266700" algn="l" defTabSz="914400" rtl="0" eaLnBrk="1" latinLnBrk="0" hangingPunct="1">
              <a:lnSpc>
                <a:spcPct val="100000"/>
              </a:lnSpc>
              <a:spcBef>
                <a:spcPts val="500"/>
              </a:spcBef>
              <a:buSzPct val="90000"/>
              <a:buFont typeface="Arial" panose="020B0604020202020204" pitchFamily="34" charset="0"/>
              <a:buChar char="■"/>
              <a:defRPr sz="1800" kern="1200">
                <a:solidFill>
                  <a:schemeClr val="tx1"/>
                </a:solidFill>
                <a:latin typeface="+mn-lt"/>
                <a:ea typeface="+mn-ea"/>
                <a:cs typeface="+mn-cs"/>
              </a:defRPr>
            </a:lvl4pPr>
            <a:lvl5pPr marL="1074738" indent="-266700" algn="l" defTabSz="914400" rtl="0" eaLnBrk="1" latinLnBrk="0" hangingPunct="1">
              <a:lnSpc>
                <a:spcPct val="100000"/>
              </a:lnSpc>
              <a:spcBef>
                <a:spcPts val="500"/>
              </a:spcBef>
              <a:buSzPct val="9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b="1" dirty="0"/>
              <a:t>Approbation électronique interne CEA par :</a:t>
            </a:r>
            <a:endParaRPr lang="fr-FR" altLang="fr-FR" sz="1400" dirty="0"/>
          </a:p>
        </p:txBody>
      </p:sp>
      <p:graphicFrame>
        <p:nvGraphicFramePr>
          <p:cNvPr id="10" name="Tableau 9"/>
          <p:cNvGraphicFramePr>
            <a:graphicFrameLocks noGrp="1"/>
          </p:cNvGraphicFramePr>
          <p:nvPr>
            <p:extLst>
              <p:ext uri="{D42A27DB-BD31-4B8C-83A1-F6EECF244321}">
                <p14:modId xmlns:p14="http://schemas.microsoft.com/office/powerpoint/2010/main" val="2642891962"/>
              </p:ext>
            </p:extLst>
          </p:nvPr>
        </p:nvGraphicFramePr>
        <p:xfrm>
          <a:off x="731839" y="1526470"/>
          <a:ext cx="8123403" cy="1619062"/>
        </p:xfrm>
        <a:graphic>
          <a:graphicData uri="http://schemas.openxmlformats.org/drawingml/2006/table">
            <a:tbl>
              <a:tblPr firstRow="1" firstCol="1">
                <a:tableStyleId>{72833802-FEF1-4C79-8D5D-14CF1EAF98D9}</a:tableStyleId>
              </a:tblPr>
              <a:tblGrid>
                <a:gridCol w="1337593">
                  <a:extLst>
                    <a:ext uri="{9D8B030D-6E8A-4147-A177-3AD203B41FA5}">
                      <a16:colId xmlns:a16="http://schemas.microsoft.com/office/drawing/2014/main" val="888547424"/>
                    </a:ext>
                  </a:extLst>
                </a:gridCol>
                <a:gridCol w="2213810">
                  <a:extLst>
                    <a:ext uri="{9D8B030D-6E8A-4147-A177-3AD203B41FA5}">
                      <a16:colId xmlns:a16="http://schemas.microsoft.com/office/drawing/2014/main" val="1419376528"/>
                    </a:ext>
                  </a:extLst>
                </a:gridCol>
                <a:gridCol w="2310063">
                  <a:extLst>
                    <a:ext uri="{9D8B030D-6E8A-4147-A177-3AD203B41FA5}">
                      <a16:colId xmlns:a16="http://schemas.microsoft.com/office/drawing/2014/main" val="1738389223"/>
                    </a:ext>
                  </a:extLst>
                </a:gridCol>
                <a:gridCol w="2261937">
                  <a:extLst>
                    <a:ext uri="{9D8B030D-6E8A-4147-A177-3AD203B41FA5}">
                      <a16:colId xmlns:a16="http://schemas.microsoft.com/office/drawing/2014/main" val="4009046956"/>
                    </a:ext>
                  </a:extLst>
                </a:gridCol>
              </a:tblGrid>
              <a:tr h="360082">
                <a:tc>
                  <a:txBody>
                    <a:bodyPr/>
                    <a:lstStyle/>
                    <a:p>
                      <a:pPr algn="ctr"/>
                      <a:endParaRPr lang="fr-FR" sz="1400" kern="1200" dirty="0">
                        <a:solidFill>
                          <a:schemeClr val="tx1"/>
                        </a:solidFill>
                        <a:latin typeface="+mn-lt"/>
                        <a:ea typeface="+mn-ea"/>
                        <a:cs typeface="+mn-cs"/>
                      </a:endParaRPr>
                    </a:p>
                  </a:txBody>
                  <a:tcPr anchor="ctr"/>
                </a:tc>
                <a:tc>
                  <a:txBody>
                    <a:bodyPr/>
                    <a:lstStyle/>
                    <a:p>
                      <a:pPr algn="ctr">
                        <a:spcAft>
                          <a:spcPts val="0"/>
                        </a:spcAft>
                      </a:pPr>
                      <a:r>
                        <a:rPr lang="fr-FR" sz="1400" dirty="0">
                          <a:effectLst/>
                        </a:rPr>
                        <a:t>Rédacteur(s)</a:t>
                      </a:r>
                      <a:endParaRPr lang="fr-FR" sz="1400" dirty="0">
                        <a:effectLst/>
                        <a:latin typeface="Calibri" panose="020F0502020204030204" pitchFamily="34" charset="0"/>
                        <a:ea typeface="Calibri" panose="020F0502020204030204" pitchFamily="34" charset="0"/>
                      </a:endParaRPr>
                    </a:p>
                  </a:txBody>
                  <a:tcPr marL="68580" marR="68580" marT="9525" marB="0" anchor="ctr"/>
                </a:tc>
                <a:tc>
                  <a:txBody>
                    <a:bodyPr/>
                    <a:lstStyle/>
                    <a:p>
                      <a:pPr algn="ctr">
                        <a:spcAft>
                          <a:spcPts val="0"/>
                        </a:spcAft>
                      </a:pPr>
                      <a:r>
                        <a:rPr lang="fr-FR" sz="1400" dirty="0">
                          <a:effectLst/>
                        </a:rPr>
                        <a:t>Vérificateur(s)</a:t>
                      </a:r>
                      <a:endParaRPr lang="fr-FR" sz="1400" dirty="0">
                        <a:effectLst/>
                        <a:latin typeface="Calibri" panose="020F0502020204030204" pitchFamily="34" charset="0"/>
                        <a:ea typeface="Calibri" panose="020F0502020204030204" pitchFamily="34" charset="0"/>
                      </a:endParaRPr>
                    </a:p>
                  </a:txBody>
                  <a:tcPr marL="68580" marR="68580" marT="9525" marB="0" anchor="ctr"/>
                </a:tc>
                <a:tc>
                  <a:txBody>
                    <a:bodyPr/>
                    <a:lstStyle/>
                    <a:p>
                      <a:pPr algn="ctr">
                        <a:spcAft>
                          <a:spcPts val="0"/>
                        </a:spcAft>
                      </a:pPr>
                      <a:r>
                        <a:rPr lang="fr-FR" sz="1400" dirty="0">
                          <a:effectLst/>
                        </a:rPr>
                        <a:t>Approbateur</a:t>
                      </a:r>
                      <a:endParaRPr lang="fr-FR" sz="1400" dirty="0">
                        <a:effectLst/>
                        <a:latin typeface="Calibri" panose="020F0502020204030204" pitchFamily="34" charset="0"/>
                        <a:ea typeface="Calibri" panose="020F0502020204030204" pitchFamily="34" charset="0"/>
                      </a:endParaRPr>
                    </a:p>
                  </a:txBody>
                  <a:tcPr marL="68580" marR="68580" marT="9525" marB="0" anchor="ctr"/>
                </a:tc>
                <a:extLst>
                  <a:ext uri="{0D108BD9-81ED-4DB2-BD59-A6C34878D82A}">
                    <a16:rowId xmlns:a16="http://schemas.microsoft.com/office/drawing/2014/main" val="3642874066"/>
                  </a:ext>
                </a:extLst>
              </a:tr>
              <a:tr h="673768">
                <a:tc>
                  <a:txBody>
                    <a:bodyPr/>
                    <a:lstStyle/>
                    <a:p>
                      <a:pPr algn="ctr"/>
                      <a:r>
                        <a:rPr lang="fr-FR" sz="1400" kern="1200" dirty="0">
                          <a:effectLst/>
                        </a:rPr>
                        <a:t>Fonction</a:t>
                      </a:r>
                      <a:endParaRPr lang="fr-FR" sz="1400" b="1" kern="1200" dirty="0">
                        <a:solidFill>
                          <a:schemeClr val="lt1"/>
                        </a:solidFill>
                        <a:effectLst/>
                        <a:latin typeface="+mn-lt"/>
                        <a:ea typeface="+mn-ea"/>
                        <a:cs typeface="+mn-cs"/>
                      </a:endParaRPr>
                    </a:p>
                  </a:txBody>
                  <a:tcPr anchor="ctr"/>
                </a:tc>
                <a:tc>
                  <a:txBody>
                    <a:bodyPr/>
                    <a:lstStyle/>
                    <a:p>
                      <a:pPr algn="l"/>
                      <a:endParaRPr lang="fr-FR" sz="1400" kern="1200" dirty="0">
                        <a:solidFill>
                          <a:schemeClr val="tx1"/>
                        </a:solidFill>
                        <a:latin typeface="+mn-lt"/>
                        <a:ea typeface="+mn-ea"/>
                        <a:cs typeface="+mn-cs"/>
                      </a:endParaRPr>
                    </a:p>
                  </a:txBody>
                  <a:tcPr anchor="ctr"/>
                </a:tc>
                <a:tc>
                  <a:txBody>
                    <a:bodyPr/>
                    <a:lstStyle/>
                    <a:p>
                      <a:pPr algn="l">
                        <a:spcAft>
                          <a:spcPts val="0"/>
                        </a:spcAft>
                      </a:pPr>
                      <a:r>
                        <a:rPr lang="fr-FR" sz="1400" kern="1200" dirty="0">
                          <a:solidFill>
                            <a:schemeClr val="tx1"/>
                          </a:solidFill>
                          <a:latin typeface="+mn-lt"/>
                          <a:ea typeface="+mn-ea"/>
                          <a:cs typeface="+mn-cs"/>
                        </a:rPr>
                        <a:t>Chef de Projet et Chef du Laboratoire ou expert</a:t>
                      </a:r>
                    </a:p>
                  </a:txBody>
                  <a:tcPr marL="68580" marR="68580" marT="9525" marB="0" anchor="ctr"/>
                </a:tc>
                <a:tc>
                  <a:txBody>
                    <a:bodyPr/>
                    <a:lstStyle/>
                    <a:p>
                      <a:pPr algn="l">
                        <a:spcAft>
                          <a:spcPts val="0"/>
                        </a:spcAft>
                      </a:pPr>
                      <a:r>
                        <a:rPr lang="fr-FR" sz="1400" kern="1200" dirty="0">
                          <a:solidFill>
                            <a:schemeClr val="tx1"/>
                          </a:solidFill>
                          <a:latin typeface="+mn-lt"/>
                          <a:ea typeface="+mn-ea"/>
                          <a:cs typeface="+mn-cs"/>
                        </a:rPr>
                        <a:t>Chef de Service</a:t>
                      </a:r>
                    </a:p>
                  </a:txBody>
                  <a:tcPr marL="68580" marR="68580" marT="9525" marB="0" anchor="ctr"/>
                </a:tc>
                <a:extLst>
                  <a:ext uri="{0D108BD9-81ED-4DB2-BD59-A6C34878D82A}">
                    <a16:rowId xmlns:a16="http://schemas.microsoft.com/office/drawing/2014/main" val="1117403168"/>
                  </a:ext>
                </a:extLst>
              </a:tr>
              <a:tr h="585212">
                <a:tc>
                  <a:txBody>
                    <a:bodyPr/>
                    <a:lstStyle/>
                    <a:p>
                      <a:pPr algn="ctr"/>
                      <a:r>
                        <a:rPr lang="fr-FR" sz="1400" kern="1200" dirty="0">
                          <a:effectLst/>
                        </a:rPr>
                        <a:t>Nom</a:t>
                      </a:r>
                      <a:endParaRPr lang="fr-FR" sz="1400" b="1" kern="1200" dirty="0">
                        <a:solidFill>
                          <a:schemeClr val="lt1"/>
                        </a:solidFill>
                        <a:effectLst/>
                        <a:latin typeface="+mn-lt"/>
                        <a:ea typeface="+mn-ea"/>
                        <a:cs typeface="+mn-cs"/>
                      </a:endParaRPr>
                    </a:p>
                  </a:txBody>
                  <a:tcPr anchor="ctr"/>
                </a:tc>
                <a:tc>
                  <a:txBody>
                    <a:bodyPr/>
                    <a:lstStyle/>
                    <a:p>
                      <a:pPr algn="l"/>
                      <a:endParaRPr lang="fr-FR" sz="1400" kern="1200" dirty="0">
                        <a:solidFill>
                          <a:schemeClr val="tx1"/>
                        </a:solidFill>
                        <a:latin typeface="+mn-lt"/>
                        <a:ea typeface="+mn-ea"/>
                        <a:cs typeface="+mn-cs"/>
                      </a:endParaRPr>
                    </a:p>
                  </a:txBody>
                  <a:tcPr anchor="ctr"/>
                </a:tc>
                <a:tc>
                  <a:txBody>
                    <a:bodyPr/>
                    <a:lstStyle/>
                    <a:p>
                      <a:pPr algn="l"/>
                      <a:endParaRPr lang="fr-FR" sz="1400" kern="1200" dirty="0">
                        <a:solidFill>
                          <a:schemeClr val="tx1"/>
                        </a:solidFill>
                        <a:latin typeface="+mn-lt"/>
                        <a:ea typeface="+mn-ea"/>
                        <a:cs typeface="+mn-cs"/>
                      </a:endParaRPr>
                    </a:p>
                  </a:txBody>
                  <a:tcPr anchor="ctr"/>
                </a:tc>
                <a:tc>
                  <a:txBody>
                    <a:bodyPr/>
                    <a:lstStyle/>
                    <a:p>
                      <a:pPr algn="l"/>
                      <a:endParaRPr lang="fr-FR" sz="1400" kern="1200" dirty="0">
                        <a:solidFill>
                          <a:schemeClr val="tx1"/>
                        </a:solidFill>
                        <a:latin typeface="+mn-lt"/>
                        <a:ea typeface="+mn-ea"/>
                        <a:cs typeface="+mn-cs"/>
                      </a:endParaRPr>
                    </a:p>
                  </a:txBody>
                  <a:tcPr anchor="ctr"/>
                </a:tc>
                <a:extLst>
                  <a:ext uri="{0D108BD9-81ED-4DB2-BD59-A6C34878D82A}">
                    <a16:rowId xmlns:a16="http://schemas.microsoft.com/office/drawing/2014/main" val="2610305425"/>
                  </a:ext>
                </a:extLst>
              </a:tr>
            </a:tbl>
          </a:graphicData>
        </a:graphic>
      </p:graphicFrame>
      <p:sp>
        <p:nvSpPr>
          <p:cNvPr id="2" name="Titre 1"/>
          <p:cNvSpPr>
            <a:spLocks noGrp="1"/>
          </p:cNvSpPr>
          <p:nvPr>
            <p:ph type="title"/>
          </p:nvPr>
        </p:nvSpPr>
        <p:spPr/>
        <p:txBody>
          <a:bodyPr/>
          <a:lstStyle/>
          <a:p>
            <a:r>
              <a:rPr lang="fr-FR" dirty="0"/>
              <a:t>Approbation CEA et suivi des révisions</a:t>
            </a:r>
          </a:p>
        </p:txBody>
      </p:sp>
      <p:sp>
        <p:nvSpPr>
          <p:cNvPr id="8" name="Espace réservé du contenu 1"/>
          <p:cNvSpPr txBox="1">
            <a:spLocks/>
          </p:cNvSpPr>
          <p:nvPr/>
        </p:nvSpPr>
        <p:spPr>
          <a:xfrm>
            <a:off x="731837" y="3566296"/>
            <a:ext cx="10728325" cy="831465"/>
          </a:xfrm>
          <a:prstGeom prst="rect">
            <a:avLst/>
          </a:prstGeom>
        </p:spPr>
        <p:txBody>
          <a:bodyPr vert="horz" lIns="0" tIns="45720" rIns="0" bIns="45720" rtlCol="0">
            <a:normAutofit/>
          </a:bodyPr>
          <a:lstStyle>
            <a:lvl1pPr marL="0" indent="0" algn="l" defTabSz="914400" rtl="0" eaLnBrk="1" latinLnBrk="0" hangingPunct="1">
              <a:lnSpc>
                <a:spcPct val="100000"/>
              </a:lnSpc>
              <a:spcBef>
                <a:spcPts val="1200"/>
              </a:spcBef>
              <a:buClr>
                <a:schemeClr val="tx2"/>
              </a:buClr>
              <a:buSzPct val="90000"/>
              <a:buFont typeface="Arial" panose="020B0604020202020204" pitchFamily="34" charset="0"/>
              <a:buNone/>
              <a:defRPr sz="1800" kern="1200">
                <a:solidFill>
                  <a:schemeClr val="tx1"/>
                </a:solidFill>
                <a:latin typeface="+mn-lt"/>
                <a:ea typeface="+mn-ea"/>
                <a:cs typeface="+mn-cs"/>
              </a:defRPr>
            </a:lvl1pPr>
            <a:lvl2pPr marL="266700" indent="-266700" algn="l" defTabSz="914400" rtl="0" eaLnBrk="1" latinLnBrk="0" hangingPunct="1">
              <a:lnSpc>
                <a:spcPct val="100000"/>
              </a:lnSpc>
              <a:spcBef>
                <a:spcPts val="500"/>
              </a:spcBef>
              <a:buClr>
                <a:schemeClr val="tx2"/>
              </a:buClr>
              <a:buSzPct val="90000"/>
              <a:buFont typeface="Arial" panose="020B0604020202020204" pitchFamily="34" charset="0"/>
              <a:buChar char="■"/>
              <a:defRPr sz="1800" kern="1200">
                <a:solidFill>
                  <a:schemeClr val="tx1"/>
                </a:solidFill>
                <a:latin typeface="+mn-lt"/>
                <a:ea typeface="+mn-ea"/>
                <a:cs typeface="+mn-cs"/>
              </a:defRPr>
            </a:lvl2pPr>
            <a:lvl3pPr marL="541338" indent="-274638" algn="l" defTabSz="914400" rtl="0" eaLnBrk="1" latinLnBrk="0" hangingPunct="1">
              <a:lnSpc>
                <a:spcPct val="100000"/>
              </a:lnSpc>
              <a:spcBef>
                <a:spcPts val="500"/>
              </a:spcBef>
              <a:buSzPct val="90000"/>
              <a:buFont typeface="Arial" panose="020B0604020202020204" pitchFamily="34" charset="0"/>
              <a:buChar char="■"/>
              <a:defRPr sz="1800" kern="1200">
                <a:solidFill>
                  <a:schemeClr val="tx1"/>
                </a:solidFill>
                <a:latin typeface="+mn-lt"/>
                <a:ea typeface="+mn-ea"/>
                <a:cs typeface="+mn-cs"/>
              </a:defRPr>
            </a:lvl3pPr>
            <a:lvl4pPr marL="808038" indent="-266700" algn="l" defTabSz="914400" rtl="0" eaLnBrk="1" latinLnBrk="0" hangingPunct="1">
              <a:lnSpc>
                <a:spcPct val="100000"/>
              </a:lnSpc>
              <a:spcBef>
                <a:spcPts val="500"/>
              </a:spcBef>
              <a:buSzPct val="90000"/>
              <a:buFont typeface="Arial" panose="020B0604020202020204" pitchFamily="34" charset="0"/>
              <a:buChar char="■"/>
              <a:defRPr sz="1800" kern="1200">
                <a:solidFill>
                  <a:schemeClr val="tx1"/>
                </a:solidFill>
                <a:latin typeface="+mn-lt"/>
                <a:ea typeface="+mn-ea"/>
                <a:cs typeface="+mn-cs"/>
              </a:defRPr>
            </a:lvl4pPr>
            <a:lvl5pPr marL="1074738" indent="-266700" algn="l" defTabSz="914400" rtl="0" eaLnBrk="1" latinLnBrk="0" hangingPunct="1">
              <a:lnSpc>
                <a:spcPct val="100000"/>
              </a:lnSpc>
              <a:spcBef>
                <a:spcPts val="500"/>
              </a:spcBef>
              <a:buSzPct val="90000"/>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400" b="1" dirty="0"/>
              <a:t>Suivi des révisions : </a:t>
            </a:r>
            <a:endParaRPr lang="fr-FR" altLang="fr-FR" sz="1400" dirty="0"/>
          </a:p>
        </p:txBody>
      </p:sp>
    </p:spTree>
    <p:extLst>
      <p:ext uri="{BB962C8B-B14F-4D97-AF65-F5344CB8AC3E}">
        <p14:creationId xmlns:p14="http://schemas.microsoft.com/office/powerpoint/2010/main" val="2479256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a:lstStyle/>
          <a:p>
            <a:r>
              <a:rPr lang="fr-FR" dirty="0">
                <a:solidFill>
                  <a:schemeClr val="tx2"/>
                </a:solidFill>
              </a:rPr>
              <a:t>En fonction de la mention de confidentialité indiquée en bas de page, le présent document doit être géré en suivant les indications décrites ci-après, en cohérence avec les exigences contractuelles.</a:t>
            </a:r>
          </a:p>
          <a:p>
            <a:endParaRPr lang="fr-FR" sz="1100" b="1" dirty="0"/>
          </a:p>
          <a:p>
            <a:r>
              <a:rPr lang="fr-FR" b="1" dirty="0"/>
              <a:t>CONFIDENTIEL PROJET</a:t>
            </a:r>
            <a:endParaRPr lang="fr-FR" dirty="0"/>
          </a:p>
          <a:p>
            <a:r>
              <a:rPr lang="fr-FR" dirty="0"/>
              <a:t>La diffusion de ce document n’est autorisée, au sein du personnel du contractant destinataire, qu’aux personnes ayant besoin d’en connaître dans l’exercice de leurs fonctions.</a:t>
            </a:r>
          </a:p>
          <a:p>
            <a:r>
              <a:rPr lang="fr-FR" dirty="0"/>
              <a:t>Ce document ne peut être reproduit ou transmis à des tiers sans l'autorisation expresse du contractant émetteur.</a:t>
            </a:r>
          </a:p>
          <a:p>
            <a:r>
              <a:rPr lang="fr-FR" dirty="0"/>
              <a:t>La décision de supprimer le caractère "CONFIDENTIEL PROJET" appartient à l’émetteur ou intervient après la durée précisée dans le contrat.</a:t>
            </a:r>
          </a:p>
          <a:p>
            <a:endParaRPr lang="fr-FR" dirty="0"/>
          </a:p>
        </p:txBody>
      </p:sp>
      <p:sp>
        <p:nvSpPr>
          <p:cNvPr id="3" name="Titre 2"/>
          <p:cNvSpPr>
            <a:spLocks noGrp="1"/>
          </p:cNvSpPr>
          <p:nvPr>
            <p:ph type="title"/>
          </p:nvPr>
        </p:nvSpPr>
        <p:spPr/>
        <p:txBody>
          <a:bodyPr/>
          <a:lstStyle/>
          <a:p>
            <a:r>
              <a:rPr lang="fr-FR" dirty="0"/>
              <a:t>Gestion de la confidentialité</a:t>
            </a:r>
          </a:p>
        </p:txBody>
      </p:sp>
    </p:spTree>
    <p:extLst>
      <p:ext uri="{BB962C8B-B14F-4D97-AF65-F5344CB8AC3E}">
        <p14:creationId xmlns:p14="http://schemas.microsoft.com/office/powerpoint/2010/main" val="758897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18433" y="451734"/>
            <a:ext cx="11734800" cy="707886"/>
          </a:xfrm>
          <a:prstGeom prst="rect">
            <a:avLst/>
          </a:prstGeom>
          <a:noFill/>
        </p:spPr>
        <p:txBody>
          <a:bodyPr wrap="square" rtlCol="0">
            <a:spAutoFit/>
          </a:bodyPr>
          <a:lstStyle/>
          <a:p>
            <a:pPr algn="just"/>
            <a:r>
              <a:rPr lang="fr-FR" sz="2000" b="1" dirty="0"/>
              <a:t>Mesure de la distance interlamellaire des phases riches en terres rares dans les rubans fabriqués par strip casting : Nd-Rich spacing.</a:t>
            </a:r>
          </a:p>
        </p:txBody>
      </p:sp>
      <mc:AlternateContent xmlns:mc="http://schemas.openxmlformats.org/markup-compatibility/2006">
        <mc:Choice xmlns:a14="http://schemas.microsoft.com/office/drawing/2010/main" Requires="a14">
          <p:sp>
            <p:nvSpPr>
              <p:cNvPr id="5" name="ZoneTexte 4"/>
              <p:cNvSpPr txBox="1"/>
              <p:nvPr/>
            </p:nvSpPr>
            <p:spPr>
              <a:xfrm>
                <a:off x="118433" y="1392281"/>
                <a:ext cx="11734800" cy="2585323"/>
              </a:xfrm>
              <a:prstGeom prst="rect">
                <a:avLst/>
              </a:prstGeom>
              <a:noFill/>
            </p:spPr>
            <p:txBody>
              <a:bodyPr wrap="square" rtlCol="0">
                <a:spAutoFit/>
              </a:bodyPr>
              <a:lstStyle/>
              <a:p>
                <a:pPr algn="just"/>
                <a:r>
                  <a:rPr lang="fr-FR" u="sng" dirty="0"/>
                  <a:t>Contexte</a:t>
                </a:r>
                <a:r>
                  <a:rPr lang="fr-FR" dirty="0"/>
                  <a:t> : Les rubans fabriqués par strip casting présentent une microstructure lamellaire, composée de lamelles de phases Nd-</a:t>
                </a:r>
                <a:r>
                  <a:rPr lang="fr-FR" dirty="0" err="1"/>
                  <a:t>rich</a:t>
                </a:r>
                <a:r>
                  <a:rPr lang="fr-FR" dirty="0"/>
                  <a:t> (phases riches en terres rares) et de phases magnétiques </a:t>
                </a:r>
                <a14:m>
                  <m:oMath xmlns:m="http://schemas.openxmlformats.org/officeDocument/2006/math">
                    <m:r>
                      <a:rPr lang="fr-FR" b="0" i="1" smtClean="0">
                        <a:latin typeface="Cambria Math" panose="02040503050406030204" pitchFamily="18" charset="0"/>
                      </a:rPr>
                      <m:t>𝑁</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𝑑</m:t>
                        </m:r>
                      </m:e>
                      <m:sub>
                        <m:r>
                          <a:rPr lang="fr-FR" b="0" i="1" smtClean="0">
                            <a:latin typeface="Cambria Math" panose="02040503050406030204" pitchFamily="18" charset="0"/>
                          </a:rPr>
                          <m:t>2</m:t>
                        </m:r>
                      </m:sub>
                    </m:sSub>
                    <m:r>
                      <a:rPr lang="fr-FR" b="0" i="1" smtClean="0">
                        <a:latin typeface="Cambria Math" panose="02040503050406030204" pitchFamily="18" charset="0"/>
                      </a:rPr>
                      <m:t>𝐹</m:t>
                    </m:r>
                    <m:sSub>
                      <m:sSubPr>
                        <m:ctrlPr>
                          <a:rPr lang="fr-FR" b="0" i="1" smtClean="0">
                            <a:latin typeface="Cambria Math" panose="02040503050406030204" pitchFamily="18" charset="0"/>
                          </a:rPr>
                        </m:ctrlPr>
                      </m:sSubPr>
                      <m:e>
                        <m:r>
                          <a:rPr lang="fr-FR" b="0" i="1" smtClean="0">
                            <a:latin typeface="Cambria Math" panose="02040503050406030204" pitchFamily="18" charset="0"/>
                          </a:rPr>
                          <m:t>𝑒</m:t>
                        </m:r>
                      </m:e>
                      <m:sub>
                        <m:r>
                          <a:rPr lang="fr-FR" b="0" i="1" smtClean="0">
                            <a:latin typeface="Cambria Math" panose="02040503050406030204" pitchFamily="18" charset="0"/>
                          </a:rPr>
                          <m:t>14</m:t>
                        </m:r>
                      </m:sub>
                    </m:sSub>
                    <m:r>
                      <a:rPr lang="fr-FR" b="0" i="1" smtClean="0">
                        <a:latin typeface="Cambria Math" panose="02040503050406030204" pitchFamily="18" charset="0"/>
                      </a:rPr>
                      <m:t>𝐵</m:t>
                    </m:r>
                  </m:oMath>
                </a14:m>
                <a:r>
                  <a:rPr lang="fr-FR" dirty="0"/>
                  <a:t> (voir image ci-dessous). La distance entre ces lamelles de phases Nd-</a:t>
                </a:r>
                <a:r>
                  <a:rPr lang="fr-FR" dirty="0" err="1"/>
                  <a:t>rich</a:t>
                </a:r>
                <a:r>
                  <a:rPr lang="fr-FR" dirty="0"/>
                  <a:t> est un paramètre primordiale du procédé. Elle pilote la finesse, l’homogénéité et la microstructure des grains obtenus lors du broyage (le matériau se fracture au niveau des phases Nd-</a:t>
                </a:r>
                <a:r>
                  <a:rPr lang="fr-FR" dirty="0" err="1"/>
                  <a:t>rich</a:t>
                </a:r>
                <a:r>
                  <a:rPr lang="fr-FR" dirty="0"/>
                  <a:t>). L’obtention de lamelles fines favorise donc un broyage fin; et l’homogénéité de l’épaisseur des lamelles permet d’obtenir une distribution granulométrique monodisperse. </a:t>
                </a:r>
              </a:p>
              <a:p>
                <a:pPr algn="just"/>
                <a:r>
                  <a:rPr lang="fr-FR" dirty="0"/>
                  <a:t>Pour résumé, il faut obtenir entre la distance interlamellaire des phases Nd </a:t>
                </a:r>
                <a:r>
                  <a:rPr lang="fr-FR" dirty="0" err="1"/>
                  <a:t>rich</a:t>
                </a:r>
                <a:r>
                  <a:rPr lang="fr-FR" dirty="0"/>
                  <a:t> cohérente avec la taille des grains souhaité dans la suite du procédé. La mesure du Nd-</a:t>
                </a:r>
                <a:r>
                  <a:rPr lang="fr-FR" dirty="0" err="1"/>
                  <a:t>rich</a:t>
                </a:r>
                <a:r>
                  <a:rPr lang="fr-FR" dirty="0"/>
                  <a:t> spacing est un paramètre clé pour la maitrise du procédé de trempe sur roue. </a:t>
                </a:r>
              </a:p>
            </p:txBody>
          </p:sp>
        </mc:Choice>
        <mc:Fallback>
          <p:sp>
            <p:nvSpPr>
              <p:cNvPr id="5" name="ZoneTexte 4"/>
              <p:cNvSpPr txBox="1">
                <a:spLocks noRot="1" noChangeAspect="1" noMove="1" noResize="1" noEditPoints="1" noAdjustHandles="1" noChangeArrowheads="1" noChangeShapeType="1" noTextEdit="1"/>
              </p:cNvSpPr>
              <p:nvPr/>
            </p:nvSpPr>
            <p:spPr>
              <a:xfrm>
                <a:off x="118433" y="1392281"/>
                <a:ext cx="11734800" cy="2585323"/>
              </a:xfrm>
              <a:prstGeom prst="rect">
                <a:avLst/>
              </a:prstGeom>
              <a:blipFill>
                <a:blip r:embed="rId2"/>
                <a:stretch>
                  <a:fillRect l="-416" t="-1179" r="-468" b="-2830"/>
                </a:stretch>
              </a:blipFill>
            </p:spPr>
            <p:txBody>
              <a:bodyPr/>
              <a:lstStyle/>
              <a:p>
                <a:r>
                  <a:rPr lang="fr-FR">
                    <a:noFill/>
                  </a:rPr>
                  <a:t> </a:t>
                </a:r>
              </a:p>
            </p:txBody>
          </p:sp>
        </mc:Fallback>
      </mc:AlternateContent>
      <p:pic>
        <p:nvPicPr>
          <p:cNvPr id="30" name="Image 29">
            <a:extLst>
              <a:ext uri="{FF2B5EF4-FFF2-40B4-BE49-F238E27FC236}">
                <a16:creationId xmlns:a16="http://schemas.microsoft.com/office/drawing/2014/main" id="{5C788FB4-357F-445F-A6B3-C282743C7598}"/>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20000"/>
                    </a14:imgEffect>
                  </a14:imgLayer>
                </a14:imgProps>
              </a:ext>
            </a:extLst>
          </a:blip>
          <a:srcRect l="50070" t="12293" r="2321" b="1934"/>
          <a:stretch/>
        </p:blipFill>
        <p:spPr>
          <a:xfrm>
            <a:off x="2052029" y="3988644"/>
            <a:ext cx="3427930" cy="2004951"/>
          </a:xfrm>
          <a:prstGeom prst="rect">
            <a:avLst/>
          </a:prstGeom>
        </p:spPr>
      </p:pic>
      <p:pic>
        <p:nvPicPr>
          <p:cNvPr id="36" name="Image 35">
            <a:extLst>
              <a:ext uri="{FF2B5EF4-FFF2-40B4-BE49-F238E27FC236}">
                <a16:creationId xmlns:a16="http://schemas.microsoft.com/office/drawing/2014/main" id="{81499588-E4E3-4F4D-87D1-06F285E4D27C}"/>
              </a:ext>
            </a:extLst>
          </p:cNvPr>
          <p:cNvPicPr>
            <a:picLocks noChangeAspect="1"/>
          </p:cNvPicPr>
          <p:nvPr/>
        </p:nvPicPr>
        <p:blipFill rotWithShape="1">
          <a:blip r:embed="rId3">
            <a:extLst>
              <a:ext uri="{BEBA8EAE-BF5A-486C-A8C5-ECC9F3942E4B}">
                <a14:imgProps xmlns:a14="http://schemas.microsoft.com/office/drawing/2010/main">
                  <a14:imgLayer r:embed="rId4">
                    <a14:imgEffect>
                      <a14:brightnessContrast contrast="20000"/>
                    </a14:imgEffect>
                  </a14:imgLayer>
                </a14:imgProps>
              </a:ext>
            </a:extLst>
          </a:blip>
          <a:srcRect l="1714" t="11780" r="50024" b="2229"/>
          <a:stretch/>
        </p:blipFill>
        <p:spPr>
          <a:xfrm>
            <a:off x="5786750" y="3977604"/>
            <a:ext cx="3504258" cy="2027030"/>
          </a:xfrm>
          <a:prstGeom prst="rect">
            <a:avLst/>
          </a:prstGeom>
        </p:spPr>
      </p:pic>
      <p:sp>
        <p:nvSpPr>
          <p:cNvPr id="37" name="Rectangle 36">
            <a:extLst>
              <a:ext uri="{FF2B5EF4-FFF2-40B4-BE49-F238E27FC236}">
                <a16:creationId xmlns:a16="http://schemas.microsoft.com/office/drawing/2014/main" id="{B73E1EBD-1A97-4FD6-A7AF-AF605BC11F6A}"/>
              </a:ext>
            </a:extLst>
          </p:cNvPr>
          <p:cNvSpPr/>
          <p:nvPr/>
        </p:nvSpPr>
        <p:spPr>
          <a:xfrm>
            <a:off x="9382126" y="4632960"/>
            <a:ext cx="1986570" cy="830997"/>
          </a:xfrm>
          <a:prstGeom prst="rect">
            <a:avLst/>
          </a:prstGeom>
        </p:spPr>
        <p:txBody>
          <a:bodyPr wrap="square">
            <a:spAutoFit/>
          </a:bodyPr>
          <a:lstStyle/>
          <a:p>
            <a:pPr algn="ctr"/>
            <a:r>
              <a:rPr lang="en-US" sz="1200" i="1" dirty="0"/>
              <a:t>Y. Kaneko et al. / Journal of Alloys and Compounds 408–412 (2006) 1344–1349</a:t>
            </a:r>
            <a:endParaRPr lang="fr-FR" sz="1200" dirty="0"/>
          </a:p>
        </p:txBody>
      </p:sp>
      <p:sp>
        <p:nvSpPr>
          <p:cNvPr id="38" name="ZoneTexte 37">
            <a:extLst>
              <a:ext uri="{FF2B5EF4-FFF2-40B4-BE49-F238E27FC236}">
                <a16:creationId xmlns:a16="http://schemas.microsoft.com/office/drawing/2014/main" id="{A2B4F524-22EA-4484-8A84-E0F5C86655D9}"/>
              </a:ext>
            </a:extLst>
          </p:cNvPr>
          <p:cNvSpPr txBox="1"/>
          <p:nvPr/>
        </p:nvSpPr>
        <p:spPr>
          <a:xfrm>
            <a:off x="2116538" y="5993595"/>
            <a:ext cx="3363421" cy="338554"/>
          </a:xfrm>
          <a:prstGeom prst="rect">
            <a:avLst/>
          </a:prstGeom>
          <a:noFill/>
        </p:spPr>
        <p:txBody>
          <a:bodyPr wrap="none" rtlCol="0">
            <a:spAutoFit/>
          </a:bodyPr>
          <a:lstStyle/>
          <a:p>
            <a:r>
              <a:rPr lang="fr-FR" sz="1600" dirty="0">
                <a:cs typeface="Calibri" panose="020F0502020204030204" pitchFamily="34" charset="0"/>
              </a:rPr>
              <a:t>Rubans strip casting conventionnel</a:t>
            </a:r>
          </a:p>
        </p:txBody>
      </p:sp>
      <p:sp>
        <p:nvSpPr>
          <p:cNvPr id="11" name="ZoneTexte 10">
            <a:extLst>
              <a:ext uri="{FF2B5EF4-FFF2-40B4-BE49-F238E27FC236}">
                <a16:creationId xmlns:a16="http://schemas.microsoft.com/office/drawing/2014/main" id="{9F83DCC6-5722-43EE-8FEC-BC457A69C809}"/>
              </a:ext>
            </a:extLst>
          </p:cNvPr>
          <p:cNvSpPr txBox="1"/>
          <p:nvPr/>
        </p:nvSpPr>
        <p:spPr>
          <a:xfrm>
            <a:off x="5927587" y="5993595"/>
            <a:ext cx="2988319" cy="338554"/>
          </a:xfrm>
          <a:prstGeom prst="rect">
            <a:avLst/>
          </a:prstGeom>
          <a:noFill/>
        </p:spPr>
        <p:txBody>
          <a:bodyPr wrap="none" rtlCol="0">
            <a:spAutoFit/>
          </a:bodyPr>
          <a:lstStyle/>
          <a:p>
            <a:r>
              <a:rPr lang="fr-FR" sz="1600" dirty="0">
                <a:cs typeface="Calibri" panose="020F0502020204030204" pitchFamily="34" charset="0"/>
              </a:rPr>
              <a:t>Rubans strip casting améliorés</a:t>
            </a:r>
          </a:p>
        </p:txBody>
      </p:sp>
    </p:spTree>
    <p:extLst>
      <p:ext uri="{BB962C8B-B14F-4D97-AF65-F5344CB8AC3E}">
        <p14:creationId xmlns:p14="http://schemas.microsoft.com/office/powerpoint/2010/main" val="3135114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18433" y="451734"/>
            <a:ext cx="11734800" cy="707886"/>
          </a:xfrm>
          <a:prstGeom prst="rect">
            <a:avLst/>
          </a:prstGeom>
          <a:noFill/>
        </p:spPr>
        <p:txBody>
          <a:bodyPr wrap="square" rtlCol="0">
            <a:spAutoFit/>
          </a:bodyPr>
          <a:lstStyle/>
          <a:p>
            <a:pPr algn="just"/>
            <a:r>
              <a:rPr lang="fr-FR" sz="2000" b="1" dirty="0"/>
              <a:t>Mesure de la distance interlamellaire des phases riches en terres rares dans les rubans fabriqués par strip casting : Nd-Rich spacing.</a:t>
            </a:r>
          </a:p>
        </p:txBody>
      </p:sp>
      <p:sp>
        <p:nvSpPr>
          <p:cNvPr id="5" name="ZoneTexte 4"/>
          <p:cNvSpPr txBox="1"/>
          <p:nvPr/>
        </p:nvSpPr>
        <p:spPr>
          <a:xfrm>
            <a:off x="118433" y="1238529"/>
            <a:ext cx="11734800" cy="2031325"/>
          </a:xfrm>
          <a:prstGeom prst="rect">
            <a:avLst/>
          </a:prstGeom>
          <a:noFill/>
        </p:spPr>
        <p:txBody>
          <a:bodyPr wrap="square" rtlCol="0">
            <a:spAutoFit/>
          </a:bodyPr>
          <a:lstStyle/>
          <a:p>
            <a:pPr algn="just"/>
            <a:r>
              <a:rPr lang="fr-FR" u="sng" dirty="0"/>
              <a:t>Problématique</a:t>
            </a:r>
            <a:r>
              <a:rPr lang="fr-FR" dirty="0"/>
              <a:t> : Les lamelles de phases Nd Rich croissent au contact de métal fondu avec la roue. Les points de germinations créés des structures inhomogène dans l’épaisseur du ruban (voir image ci-dessous). De plus l’observation microstructurale au MEB créé un biais de parallélisme entre le plan d’observation et le plan de coupe du ruban (schéma ci contre). </a:t>
            </a:r>
          </a:p>
          <a:p>
            <a:pPr algn="just"/>
            <a:r>
              <a:rPr lang="fr-FR" dirty="0"/>
              <a:t>Enfin, la détermination numérique de la distance interlamellaire se heurte à une problématique de binarisation des images (niveaux de gris) obtenus au MEB.</a:t>
            </a:r>
          </a:p>
          <a:p>
            <a:pPr algn="just"/>
            <a:endParaRPr lang="fr-FR" dirty="0"/>
          </a:p>
        </p:txBody>
      </p:sp>
      <p:pic>
        <p:nvPicPr>
          <p:cNvPr id="9" name="Image 8">
            <a:extLst>
              <a:ext uri="{FF2B5EF4-FFF2-40B4-BE49-F238E27FC236}">
                <a16:creationId xmlns:a16="http://schemas.microsoft.com/office/drawing/2014/main" id="{6E459599-F8F3-442C-8970-EE74D36608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3892" y="3052856"/>
            <a:ext cx="3822704" cy="2872964"/>
          </a:xfrm>
          <a:prstGeom prst="rect">
            <a:avLst/>
          </a:prstGeom>
        </p:spPr>
      </p:pic>
      <p:sp>
        <p:nvSpPr>
          <p:cNvPr id="99" name="ZoneTexte 98">
            <a:extLst>
              <a:ext uri="{FF2B5EF4-FFF2-40B4-BE49-F238E27FC236}">
                <a16:creationId xmlns:a16="http://schemas.microsoft.com/office/drawing/2014/main" id="{196AA216-E4BA-4240-9C58-226AC244D29A}"/>
              </a:ext>
            </a:extLst>
          </p:cNvPr>
          <p:cNvSpPr txBox="1"/>
          <p:nvPr/>
        </p:nvSpPr>
        <p:spPr>
          <a:xfrm>
            <a:off x="1173892" y="6067712"/>
            <a:ext cx="4059125" cy="338554"/>
          </a:xfrm>
          <a:prstGeom prst="rect">
            <a:avLst/>
          </a:prstGeom>
          <a:noFill/>
          <a:ln w="19050">
            <a:solidFill>
              <a:schemeClr val="accent3">
                <a:lumMod val="75000"/>
              </a:schemeClr>
            </a:solidFill>
          </a:ln>
        </p:spPr>
        <p:txBody>
          <a:bodyPr wrap="none" rtlCol="0">
            <a:spAutoFit/>
          </a:bodyPr>
          <a:lstStyle/>
          <a:p>
            <a:r>
              <a:rPr lang="fr-FR" sz="1600" dirty="0">
                <a:cs typeface="Calibri" panose="020F0502020204030204" pitchFamily="34" charset="0"/>
              </a:rPr>
              <a:t>Points de germination des phases Nd Rich</a:t>
            </a:r>
          </a:p>
        </p:txBody>
      </p:sp>
      <p:cxnSp>
        <p:nvCxnSpPr>
          <p:cNvPr id="13" name="Connecteur droit avec flèche 12">
            <a:extLst>
              <a:ext uri="{FF2B5EF4-FFF2-40B4-BE49-F238E27FC236}">
                <a16:creationId xmlns:a16="http://schemas.microsoft.com/office/drawing/2014/main" id="{5FAA7D49-BC4E-47F5-B1D5-6A5645B6FD57}"/>
              </a:ext>
            </a:extLst>
          </p:cNvPr>
          <p:cNvCxnSpPr>
            <a:cxnSpLocks/>
            <a:stCxn id="99" idx="0"/>
          </p:cNvCxnSpPr>
          <p:nvPr/>
        </p:nvCxnSpPr>
        <p:spPr>
          <a:xfrm flipV="1">
            <a:off x="3203455" y="5871553"/>
            <a:ext cx="341877" cy="196159"/>
          </a:xfrm>
          <a:prstGeom prst="straightConnector1">
            <a:avLst/>
          </a:prstGeom>
          <a:ln w="1905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Connecteur droit avec flèche 99">
            <a:extLst>
              <a:ext uri="{FF2B5EF4-FFF2-40B4-BE49-F238E27FC236}">
                <a16:creationId xmlns:a16="http://schemas.microsoft.com/office/drawing/2014/main" id="{2336AB6F-F6D4-45C5-8B93-B92CDCC78E61}"/>
              </a:ext>
            </a:extLst>
          </p:cNvPr>
          <p:cNvCxnSpPr>
            <a:cxnSpLocks/>
            <a:stCxn id="99" idx="0"/>
          </p:cNvCxnSpPr>
          <p:nvPr/>
        </p:nvCxnSpPr>
        <p:spPr>
          <a:xfrm flipV="1">
            <a:off x="3203455" y="5817286"/>
            <a:ext cx="1348352" cy="250426"/>
          </a:xfrm>
          <a:prstGeom prst="straightConnector1">
            <a:avLst/>
          </a:prstGeom>
          <a:ln w="1905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Connecteur droit avec flèche 100">
            <a:extLst>
              <a:ext uri="{FF2B5EF4-FFF2-40B4-BE49-F238E27FC236}">
                <a16:creationId xmlns:a16="http://schemas.microsoft.com/office/drawing/2014/main" id="{A08E2BA7-FCBF-4C36-B160-E1C4F138D6C5}"/>
              </a:ext>
            </a:extLst>
          </p:cNvPr>
          <p:cNvCxnSpPr>
            <a:cxnSpLocks/>
            <a:stCxn id="99" idx="0"/>
          </p:cNvCxnSpPr>
          <p:nvPr/>
        </p:nvCxnSpPr>
        <p:spPr>
          <a:xfrm flipH="1" flipV="1">
            <a:off x="2976065" y="5871553"/>
            <a:ext cx="227390" cy="196159"/>
          </a:xfrm>
          <a:prstGeom prst="straightConnector1">
            <a:avLst/>
          </a:prstGeom>
          <a:ln w="1905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Connecteur droit avec flèche 101">
            <a:extLst>
              <a:ext uri="{FF2B5EF4-FFF2-40B4-BE49-F238E27FC236}">
                <a16:creationId xmlns:a16="http://schemas.microsoft.com/office/drawing/2014/main" id="{ECF98CD6-5DCF-436F-A4E3-263FE46D92D5}"/>
              </a:ext>
            </a:extLst>
          </p:cNvPr>
          <p:cNvCxnSpPr>
            <a:cxnSpLocks/>
            <a:stCxn id="99" idx="0"/>
          </p:cNvCxnSpPr>
          <p:nvPr/>
        </p:nvCxnSpPr>
        <p:spPr>
          <a:xfrm flipH="1" flipV="1">
            <a:off x="2148333" y="5868086"/>
            <a:ext cx="1055122" cy="199626"/>
          </a:xfrm>
          <a:prstGeom prst="straightConnector1">
            <a:avLst/>
          </a:prstGeom>
          <a:ln w="1905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8" name="ZoneTexte 107">
            <a:extLst>
              <a:ext uri="{FF2B5EF4-FFF2-40B4-BE49-F238E27FC236}">
                <a16:creationId xmlns:a16="http://schemas.microsoft.com/office/drawing/2014/main" id="{A51C11D9-B7BD-4669-AAB1-3DC352A2E0EC}"/>
              </a:ext>
            </a:extLst>
          </p:cNvPr>
          <p:cNvSpPr txBox="1"/>
          <p:nvPr/>
        </p:nvSpPr>
        <p:spPr>
          <a:xfrm rot="16200000">
            <a:off x="-709661" y="4278154"/>
            <a:ext cx="2865901" cy="369332"/>
          </a:xfrm>
          <a:prstGeom prst="rect">
            <a:avLst/>
          </a:prstGeom>
          <a:noFill/>
        </p:spPr>
        <p:txBody>
          <a:bodyPr wrap="square">
            <a:spAutoFit/>
          </a:bodyPr>
          <a:lstStyle/>
          <a:p>
            <a:pPr algn="ctr"/>
            <a:r>
              <a:rPr lang="fr-FR" sz="1800" dirty="0">
                <a:solidFill>
                  <a:srgbClr val="385D8A"/>
                </a:solidFill>
                <a:cs typeface="Calibri" panose="020F0502020204030204" pitchFamily="34" charset="0"/>
              </a:rPr>
              <a:t>Épaisseur du ruban</a:t>
            </a:r>
            <a:endParaRPr lang="fr-FR" dirty="0">
              <a:solidFill>
                <a:srgbClr val="385D8A"/>
              </a:solidFill>
            </a:endParaRPr>
          </a:p>
        </p:txBody>
      </p:sp>
      <p:cxnSp>
        <p:nvCxnSpPr>
          <p:cNvPr id="110" name="Connecteur droit avec flèche 109">
            <a:extLst>
              <a:ext uri="{FF2B5EF4-FFF2-40B4-BE49-F238E27FC236}">
                <a16:creationId xmlns:a16="http://schemas.microsoft.com/office/drawing/2014/main" id="{756D42E5-D710-425E-B159-53BC7E97EA4F}"/>
              </a:ext>
            </a:extLst>
          </p:cNvPr>
          <p:cNvCxnSpPr/>
          <p:nvPr/>
        </p:nvCxnSpPr>
        <p:spPr>
          <a:xfrm flipV="1">
            <a:off x="970670" y="3045793"/>
            <a:ext cx="0" cy="2880026"/>
          </a:xfrm>
          <a:prstGeom prst="straightConnector1">
            <a:avLst/>
          </a:prstGeom>
          <a:ln w="38100">
            <a:solidFill>
              <a:srgbClr val="385D8A"/>
            </a:solidFill>
            <a:tailEnd type="triangle"/>
          </a:ln>
        </p:spPr>
        <p:style>
          <a:lnRef idx="1">
            <a:schemeClr val="accent1"/>
          </a:lnRef>
          <a:fillRef idx="0">
            <a:schemeClr val="accent1"/>
          </a:fillRef>
          <a:effectRef idx="0">
            <a:schemeClr val="accent1"/>
          </a:effectRef>
          <a:fontRef idx="minor">
            <a:schemeClr val="tx1"/>
          </a:fontRef>
        </p:style>
      </p:cxnSp>
      <p:pic>
        <p:nvPicPr>
          <p:cNvPr id="6" name="Image 5">
            <a:extLst>
              <a:ext uri="{FF2B5EF4-FFF2-40B4-BE49-F238E27FC236}">
                <a16:creationId xmlns:a16="http://schemas.microsoft.com/office/drawing/2014/main" id="{65CEA92A-3716-46D1-B834-261833E0E5AE}"/>
              </a:ext>
            </a:extLst>
          </p:cNvPr>
          <p:cNvPicPr>
            <a:picLocks noChangeAspect="1"/>
          </p:cNvPicPr>
          <p:nvPr/>
        </p:nvPicPr>
        <p:blipFill>
          <a:blip r:embed="rId3"/>
          <a:stretch>
            <a:fillRect/>
          </a:stretch>
        </p:blipFill>
        <p:spPr>
          <a:xfrm>
            <a:off x="5849681" y="2800351"/>
            <a:ext cx="5371649" cy="3382150"/>
          </a:xfrm>
          <a:prstGeom prst="rect">
            <a:avLst/>
          </a:prstGeom>
        </p:spPr>
      </p:pic>
      <p:sp>
        <p:nvSpPr>
          <p:cNvPr id="126" name="ZoneTexte 125">
            <a:extLst>
              <a:ext uri="{FF2B5EF4-FFF2-40B4-BE49-F238E27FC236}">
                <a16:creationId xmlns:a16="http://schemas.microsoft.com/office/drawing/2014/main" id="{85B22D11-9E82-431E-AEC1-21C91CDF0C41}"/>
              </a:ext>
            </a:extLst>
          </p:cNvPr>
          <p:cNvSpPr txBox="1"/>
          <p:nvPr/>
        </p:nvSpPr>
        <p:spPr>
          <a:xfrm>
            <a:off x="6096000" y="6070974"/>
            <a:ext cx="5757233" cy="338554"/>
          </a:xfrm>
          <a:prstGeom prst="rect">
            <a:avLst/>
          </a:prstGeom>
          <a:noFill/>
        </p:spPr>
        <p:txBody>
          <a:bodyPr wrap="square">
            <a:spAutoFit/>
          </a:bodyPr>
          <a:lstStyle/>
          <a:p>
            <a:r>
              <a:rPr lang="fr-FR" sz="1600" dirty="0">
                <a:cs typeface="Calibri" panose="020F0502020204030204" pitchFamily="34" charset="0"/>
              </a:rPr>
              <a:t>Biais géométrique dans la mesure du Nd Rich spacing</a:t>
            </a:r>
          </a:p>
        </p:txBody>
      </p:sp>
      <p:sp>
        <p:nvSpPr>
          <p:cNvPr id="127" name="ZoneTexte 126">
            <a:extLst>
              <a:ext uri="{FF2B5EF4-FFF2-40B4-BE49-F238E27FC236}">
                <a16:creationId xmlns:a16="http://schemas.microsoft.com/office/drawing/2014/main" id="{8BC66BCE-4098-465E-81C3-5B6DFA456942}"/>
              </a:ext>
            </a:extLst>
          </p:cNvPr>
          <p:cNvSpPr txBox="1"/>
          <p:nvPr/>
        </p:nvSpPr>
        <p:spPr>
          <a:xfrm>
            <a:off x="5636309" y="3492897"/>
            <a:ext cx="1450291" cy="276999"/>
          </a:xfrm>
          <a:prstGeom prst="rect">
            <a:avLst/>
          </a:prstGeom>
          <a:noFill/>
          <a:ln w="19050">
            <a:solidFill>
              <a:srgbClr val="919D77"/>
            </a:solidFill>
          </a:ln>
        </p:spPr>
        <p:txBody>
          <a:bodyPr wrap="square">
            <a:spAutoFit/>
          </a:bodyPr>
          <a:lstStyle/>
          <a:p>
            <a:r>
              <a:rPr lang="fr-FR" sz="1200" dirty="0">
                <a:cs typeface="Calibri" panose="020F0502020204030204" pitchFamily="34" charset="0"/>
              </a:rPr>
              <a:t>Lamelles Nd-Rich</a:t>
            </a:r>
            <a:endParaRPr lang="fr-FR" sz="1200" dirty="0"/>
          </a:p>
        </p:txBody>
      </p:sp>
    </p:spTree>
    <p:extLst>
      <p:ext uri="{BB962C8B-B14F-4D97-AF65-F5344CB8AC3E}">
        <p14:creationId xmlns:p14="http://schemas.microsoft.com/office/powerpoint/2010/main" val="29233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3" name="Connecteur droit avec flèche 102">
            <a:extLst>
              <a:ext uri="{FF2B5EF4-FFF2-40B4-BE49-F238E27FC236}">
                <a16:creationId xmlns:a16="http://schemas.microsoft.com/office/drawing/2014/main" id="{807F75D3-CDF9-4B07-ACFA-C1DF1B6AB1CA}"/>
              </a:ext>
            </a:extLst>
          </p:cNvPr>
          <p:cNvCxnSpPr>
            <a:cxnSpLocks/>
          </p:cNvCxnSpPr>
          <p:nvPr/>
        </p:nvCxnSpPr>
        <p:spPr>
          <a:xfrm>
            <a:off x="6835371" y="6179334"/>
            <a:ext cx="1927451"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4" name="ZoneTexte 3"/>
          <p:cNvSpPr txBox="1"/>
          <p:nvPr/>
        </p:nvSpPr>
        <p:spPr>
          <a:xfrm>
            <a:off x="118433" y="451734"/>
            <a:ext cx="11734800" cy="707886"/>
          </a:xfrm>
          <a:prstGeom prst="rect">
            <a:avLst/>
          </a:prstGeom>
          <a:noFill/>
        </p:spPr>
        <p:txBody>
          <a:bodyPr wrap="square" rtlCol="0">
            <a:spAutoFit/>
          </a:bodyPr>
          <a:lstStyle/>
          <a:p>
            <a:pPr algn="just"/>
            <a:r>
              <a:rPr lang="fr-FR" sz="2000" b="1" dirty="0"/>
              <a:t>Mesure de la distance interlamellaire des phases riches en terres rares dans les rubans fabriqués par strip casting : Nd-Rich spacing.</a:t>
            </a:r>
          </a:p>
        </p:txBody>
      </p:sp>
      <p:sp>
        <p:nvSpPr>
          <p:cNvPr id="5" name="ZoneTexte 4"/>
          <p:cNvSpPr txBox="1"/>
          <p:nvPr/>
        </p:nvSpPr>
        <p:spPr>
          <a:xfrm>
            <a:off x="118433" y="1238529"/>
            <a:ext cx="11734800" cy="2862322"/>
          </a:xfrm>
          <a:prstGeom prst="rect">
            <a:avLst/>
          </a:prstGeom>
          <a:noFill/>
        </p:spPr>
        <p:txBody>
          <a:bodyPr wrap="square" rtlCol="0">
            <a:spAutoFit/>
          </a:bodyPr>
          <a:lstStyle/>
          <a:p>
            <a:pPr algn="just"/>
            <a:r>
              <a:rPr lang="fr-FR" u="sng" dirty="0"/>
              <a:t>Hypothèse</a:t>
            </a:r>
            <a:r>
              <a:rPr lang="fr-FR" dirty="0"/>
              <a:t> :</a:t>
            </a:r>
          </a:p>
          <a:p>
            <a:pPr algn="just"/>
            <a:r>
              <a:rPr lang="fr-FR" dirty="0"/>
              <a:t>O. </a:t>
            </a:r>
            <a:r>
              <a:rPr lang="fr-FR" dirty="0" err="1"/>
              <a:t>Tosoni</a:t>
            </a:r>
            <a:r>
              <a:rPr lang="fr-FR" dirty="0"/>
              <a:t> a mis en place un procédé de mesure poussée du Nd </a:t>
            </a:r>
            <a:r>
              <a:rPr lang="fr-FR" dirty="0" err="1"/>
              <a:t>rich</a:t>
            </a:r>
            <a:r>
              <a:rPr lang="fr-FR" dirty="0"/>
              <a:t> spacing prenant en compte le biais géométrique lié à l’observation du rubans selon un plan coupe. Ce mode opératoire plus long à mettre en place est décrit dans la procédure </a:t>
            </a:r>
            <a:r>
              <a:rPr lang="fr-FR" dirty="0">
                <a:solidFill>
                  <a:schemeClr val="tx2"/>
                </a:solidFill>
              </a:rPr>
              <a:t>XXX</a:t>
            </a:r>
            <a:r>
              <a:rPr lang="fr-FR" dirty="0"/>
              <a:t>. Ici, nous simplifierons le problème en ne prenant pas en compte l’erreur géométrique. Il faut donc garder en tête que la mesure réalisé par la méthode présenté ci après surestime la vraie valeur de la distance inter lamellaire.</a:t>
            </a:r>
          </a:p>
          <a:p>
            <a:pPr algn="just"/>
            <a:endParaRPr lang="fr-FR" dirty="0"/>
          </a:p>
          <a:p>
            <a:pPr algn="just"/>
            <a:r>
              <a:rPr lang="fr-FR" u="sng" dirty="0"/>
              <a:t>Mise en place de la mesure :</a:t>
            </a:r>
          </a:p>
          <a:p>
            <a:pPr algn="just"/>
            <a:r>
              <a:rPr lang="fr-FR" dirty="0"/>
              <a:t>Pour observer la microstructure lamellaire au MEB, on observe les rubans selon l’axe tangent à la roue du strip casting. </a:t>
            </a:r>
          </a:p>
        </p:txBody>
      </p:sp>
      <p:grpSp>
        <p:nvGrpSpPr>
          <p:cNvPr id="38" name="Groupe 37">
            <a:extLst>
              <a:ext uri="{FF2B5EF4-FFF2-40B4-BE49-F238E27FC236}">
                <a16:creationId xmlns:a16="http://schemas.microsoft.com/office/drawing/2014/main" id="{33A9DB27-04D1-4359-94DB-F20DDEB0E8EA}"/>
              </a:ext>
            </a:extLst>
          </p:cNvPr>
          <p:cNvGrpSpPr/>
          <p:nvPr/>
        </p:nvGrpSpPr>
        <p:grpSpPr>
          <a:xfrm>
            <a:off x="1080648" y="3982540"/>
            <a:ext cx="5233439" cy="2313585"/>
            <a:chOff x="-9526" y="76200"/>
            <a:chExt cx="4881245" cy="2209800"/>
          </a:xfrm>
        </p:grpSpPr>
        <p:grpSp>
          <p:nvGrpSpPr>
            <p:cNvPr id="39" name="Groupe 38">
              <a:extLst>
                <a:ext uri="{FF2B5EF4-FFF2-40B4-BE49-F238E27FC236}">
                  <a16:creationId xmlns:a16="http://schemas.microsoft.com/office/drawing/2014/main" id="{C219E6B5-4DCC-4237-8495-D363D1C4C99E}"/>
                </a:ext>
              </a:extLst>
            </p:cNvPr>
            <p:cNvGrpSpPr/>
            <p:nvPr/>
          </p:nvGrpSpPr>
          <p:grpSpPr>
            <a:xfrm>
              <a:off x="-9526" y="76200"/>
              <a:ext cx="4881245" cy="2209800"/>
              <a:chOff x="-9526" y="76200"/>
              <a:chExt cx="4881245" cy="2209800"/>
            </a:xfrm>
          </p:grpSpPr>
          <p:sp>
            <p:nvSpPr>
              <p:cNvPr id="42" name="Rectangle 41">
                <a:extLst>
                  <a:ext uri="{FF2B5EF4-FFF2-40B4-BE49-F238E27FC236}">
                    <a16:creationId xmlns:a16="http://schemas.microsoft.com/office/drawing/2014/main" id="{176C1C7C-169F-4D83-A937-19DE339AC419}"/>
                  </a:ext>
                </a:extLst>
              </p:cNvPr>
              <p:cNvSpPr/>
              <p:nvPr/>
            </p:nvSpPr>
            <p:spPr>
              <a:xfrm>
                <a:off x="488950" y="317500"/>
                <a:ext cx="577850" cy="63500"/>
              </a:xfrm>
              <a:prstGeom prst="rect">
                <a:avLst/>
              </a:prstGeom>
              <a:solidFill>
                <a:srgbClr val="FF0000"/>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grpSp>
            <p:nvGrpSpPr>
              <p:cNvPr id="43" name="Groupe 42">
                <a:extLst>
                  <a:ext uri="{FF2B5EF4-FFF2-40B4-BE49-F238E27FC236}">
                    <a16:creationId xmlns:a16="http://schemas.microsoft.com/office/drawing/2014/main" id="{FF24E6F7-4985-41B5-B7FE-6070F9C27FFD}"/>
                  </a:ext>
                </a:extLst>
              </p:cNvPr>
              <p:cNvGrpSpPr/>
              <p:nvPr/>
            </p:nvGrpSpPr>
            <p:grpSpPr>
              <a:xfrm>
                <a:off x="-9526" y="76200"/>
                <a:ext cx="4881245" cy="2209800"/>
                <a:chOff x="-9526" y="76200"/>
                <a:chExt cx="4881245" cy="2209800"/>
              </a:xfrm>
            </p:grpSpPr>
            <p:sp>
              <p:nvSpPr>
                <p:cNvPr id="44" name="Ellipse 43">
                  <a:extLst>
                    <a:ext uri="{FF2B5EF4-FFF2-40B4-BE49-F238E27FC236}">
                      <a16:creationId xmlns:a16="http://schemas.microsoft.com/office/drawing/2014/main" id="{6C9E368D-1CAC-4C8D-9352-786BA18BAADF}"/>
                    </a:ext>
                  </a:extLst>
                </p:cNvPr>
                <p:cNvSpPr/>
                <p:nvPr/>
              </p:nvSpPr>
              <p:spPr>
                <a:xfrm>
                  <a:off x="996950" y="127000"/>
                  <a:ext cx="1346200" cy="1193800"/>
                </a:xfrm>
                <a:prstGeom prst="ellipse">
                  <a:avLst/>
                </a:prstGeom>
                <a:solidFill>
                  <a:srgbClr val="FF0000"/>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45" name="Ellipse 44">
                  <a:extLst>
                    <a:ext uri="{FF2B5EF4-FFF2-40B4-BE49-F238E27FC236}">
                      <a16:creationId xmlns:a16="http://schemas.microsoft.com/office/drawing/2014/main" id="{4901388F-5473-4724-AC63-A065BA23303B}"/>
                    </a:ext>
                  </a:extLst>
                </p:cNvPr>
                <p:cNvSpPr/>
                <p:nvPr/>
              </p:nvSpPr>
              <p:spPr>
                <a:xfrm>
                  <a:off x="965200" y="177800"/>
                  <a:ext cx="1339850" cy="1365250"/>
                </a:xfrm>
                <a:prstGeom prst="ellipse">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46" name="Rectangle 45">
                  <a:extLst>
                    <a:ext uri="{FF2B5EF4-FFF2-40B4-BE49-F238E27FC236}">
                      <a16:creationId xmlns:a16="http://schemas.microsoft.com/office/drawing/2014/main" id="{BEBAAE51-D65D-4B67-8FA6-E21561728AF8}"/>
                    </a:ext>
                  </a:extLst>
                </p:cNvPr>
                <p:cNvSpPr/>
                <p:nvPr/>
              </p:nvSpPr>
              <p:spPr>
                <a:xfrm>
                  <a:off x="381000" y="381000"/>
                  <a:ext cx="711200" cy="45719"/>
                </a:xfrm>
                <a:prstGeom prst="rect">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47" name="Rectangle 46">
                  <a:extLst>
                    <a:ext uri="{FF2B5EF4-FFF2-40B4-BE49-F238E27FC236}">
                      <a16:creationId xmlns:a16="http://schemas.microsoft.com/office/drawing/2014/main" id="{A630DCAB-A92F-4046-A753-70AF0FA8804A}"/>
                    </a:ext>
                  </a:extLst>
                </p:cNvPr>
                <p:cNvSpPr/>
                <p:nvPr/>
              </p:nvSpPr>
              <p:spPr>
                <a:xfrm>
                  <a:off x="374650" y="76200"/>
                  <a:ext cx="82550" cy="292100"/>
                </a:xfrm>
                <a:prstGeom prst="rect">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48" name="Rectangle 47">
                  <a:extLst>
                    <a:ext uri="{FF2B5EF4-FFF2-40B4-BE49-F238E27FC236}">
                      <a16:creationId xmlns:a16="http://schemas.microsoft.com/office/drawing/2014/main" id="{30D7E40B-AB08-4CEE-A483-82CE7472B552}"/>
                    </a:ext>
                  </a:extLst>
                </p:cNvPr>
                <p:cNvSpPr/>
                <p:nvPr/>
              </p:nvSpPr>
              <p:spPr>
                <a:xfrm rot="20509287">
                  <a:off x="2427801" y="950213"/>
                  <a:ext cx="45719" cy="438150"/>
                </a:xfrm>
                <a:prstGeom prst="rect">
                  <a:avLst/>
                </a:prstGeom>
                <a:solidFill>
                  <a:srgbClr val="FF0000"/>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49" name="Rectangle 48">
                  <a:extLst>
                    <a:ext uri="{FF2B5EF4-FFF2-40B4-BE49-F238E27FC236}">
                      <a16:creationId xmlns:a16="http://schemas.microsoft.com/office/drawing/2014/main" id="{7261D057-AE0C-403C-8C42-1FB3616A4116}"/>
                    </a:ext>
                  </a:extLst>
                </p:cNvPr>
                <p:cNvSpPr/>
                <p:nvPr/>
              </p:nvSpPr>
              <p:spPr>
                <a:xfrm>
                  <a:off x="2032000" y="1581150"/>
                  <a:ext cx="45719" cy="704850"/>
                </a:xfrm>
                <a:prstGeom prst="rect">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50" name="Rectangle 49">
                  <a:extLst>
                    <a:ext uri="{FF2B5EF4-FFF2-40B4-BE49-F238E27FC236}">
                      <a16:creationId xmlns:a16="http://schemas.microsoft.com/office/drawing/2014/main" id="{0BA109E2-F99F-457C-84C4-DD4D1D76EAEF}"/>
                    </a:ext>
                  </a:extLst>
                </p:cNvPr>
                <p:cNvSpPr/>
                <p:nvPr/>
              </p:nvSpPr>
              <p:spPr>
                <a:xfrm>
                  <a:off x="2070100" y="2228850"/>
                  <a:ext cx="2774950" cy="50800"/>
                </a:xfrm>
                <a:prstGeom prst="rect">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51" name="Rectangle 50">
                  <a:extLst>
                    <a:ext uri="{FF2B5EF4-FFF2-40B4-BE49-F238E27FC236}">
                      <a16:creationId xmlns:a16="http://schemas.microsoft.com/office/drawing/2014/main" id="{E6689A4B-13B5-4F4A-947E-857F860EAEAC}"/>
                    </a:ext>
                  </a:extLst>
                </p:cNvPr>
                <p:cNvSpPr/>
                <p:nvPr/>
              </p:nvSpPr>
              <p:spPr>
                <a:xfrm>
                  <a:off x="4826000" y="1593850"/>
                  <a:ext cx="45719" cy="635000"/>
                </a:xfrm>
                <a:prstGeom prst="rect">
                  <a:avLst/>
                </a:prstGeom>
                <a:solidFill>
                  <a:srgbClr val="5B9BD5"/>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52" name="Rectangle 51">
                  <a:extLst>
                    <a:ext uri="{FF2B5EF4-FFF2-40B4-BE49-F238E27FC236}">
                      <a16:creationId xmlns:a16="http://schemas.microsoft.com/office/drawing/2014/main" id="{67B959BA-5C03-487D-9C8F-5E8997484544}"/>
                    </a:ext>
                  </a:extLst>
                </p:cNvPr>
                <p:cNvSpPr/>
                <p:nvPr/>
              </p:nvSpPr>
              <p:spPr>
                <a:xfrm rot="20945680">
                  <a:off x="2548258" y="1546226"/>
                  <a:ext cx="45719" cy="349250"/>
                </a:xfrm>
                <a:prstGeom prst="rect">
                  <a:avLst/>
                </a:prstGeom>
                <a:solidFill>
                  <a:srgbClr val="FF0000"/>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53" name="Rectangle 52">
                  <a:extLst>
                    <a:ext uri="{FF2B5EF4-FFF2-40B4-BE49-F238E27FC236}">
                      <a16:creationId xmlns:a16="http://schemas.microsoft.com/office/drawing/2014/main" id="{2EDA3BE9-1F67-4844-8462-28687093B936}"/>
                    </a:ext>
                  </a:extLst>
                </p:cNvPr>
                <p:cNvSpPr/>
                <p:nvPr/>
              </p:nvSpPr>
              <p:spPr>
                <a:xfrm>
                  <a:off x="2286000" y="2108200"/>
                  <a:ext cx="482600" cy="45719"/>
                </a:xfrm>
                <a:prstGeom prst="rect">
                  <a:avLst/>
                </a:prstGeom>
                <a:solidFill>
                  <a:srgbClr val="FF0000"/>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54" name="Rectangle 53">
                  <a:extLst>
                    <a:ext uri="{FF2B5EF4-FFF2-40B4-BE49-F238E27FC236}">
                      <a16:creationId xmlns:a16="http://schemas.microsoft.com/office/drawing/2014/main" id="{F45B43C5-1837-4F73-A2E3-06B602455C24}"/>
                    </a:ext>
                  </a:extLst>
                </p:cNvPr>
                <p:cNvSpPr/>
                <p:nvPr/>
              </p:nvSpPr>
              <p:spPr>
                <a:xfrm>
                  <a:off x="2609850" y="2038350"/>
                  <a:ext cx="514350" cy="50800"/>
                </a:xfrm>
                <a:prstGeom prst="rect">
                  <a:avLst/>
                </a:prstGeom>
                <a:solidFill>
                  <a:srgbClr val="FF0000"/>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55" name="Rectangle 54">
                  <a:extLst>
                    <a:ext uri="{FF2B5EF4-FFF2-40B4-BE49-F238E27FC236}">
                      <a16:creationId xmlns:a16="http://schemas.microsoft.com/office/drawing/2014/main" id="{06DC611A-F5A8-4C6B-ACCE-53C50A39DE2A}"/>
                    </a:ext>
                  </a:extLst>
                </p:cNvPr>
                <p:cNvSpPr/>
                <p:nvPr/>
              </p:nvSpPr>
              <p:spPr>
                <a:xfrm>
                  <a:off x="3143250" y="2165350"/>
                  <a:ext cx="533400" cy="57150"/>
                </a:xfrm>
                <a:prstGeom prst="rect">
                  <a:avLst/>
                </a:prstGeom>
                <a:solidFill>
                  <a:srgbClr val="FF0000"/>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56" name="Rectangle 55">
                  <a:extLst>
                    <a:ext uri="{FF2B5EF4-FFF2-40B4-BE49-F238E27FC236}">
                      <a16:creationId xmlns:a16="http://schemas.microsoft.com/office/drawing/2014/main" id="{1C2A4554-BFB5-4465-BA37-C82E709CE982}"/>
                    </a:ext>
                  </a:extLst>
                </p:cNvPr>
                <p:cNvSpPr/>
                <p:nvPr/>
              </p:nvSpPr>
              <p:spPr>
                <a:xfrm>
                  <a:off x="2921000" y="2095500"/>
                  <a:ext cx="590550" cy="57150"/>
                </a:xfrm>
                <a:prstGeom prst="rect">
                  <a:avLst/>
                </a:prstGeom>
                <a:solidFill>
                  <a:srgbClr val="FF0000"/>
                </a:solidFill>
                <a:ln w="12700" cap="flat" cmpd="sng" algn="ctr">
                  <a:solidFill>
                    <a:srgbClr val="5B9BD5">
                      <a:shade val="50000"/>
                    </a:srgbClr>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 lastClr="FFFFFF"/>
                    </a:solidFill>
                    <a:effectLst/>
                    <a:uLnTx/>
                    <a:uFillTx/>
                    <a:latin typeface="Calibri" panose="020F0502020204030204"/>
                    <a:ea typeface="+mn-ea"/>
                    <a:cs typeface="+mn-cs"/>
                  </a:endParaRPr>
                </a:p>
              </p:txBody>
            </p:sp>
            <p:sp>
              <p:nvSpPr>
                <p:cNvPr id="57" name="Zone de texte 17">
                  <a:extLst>
                    <a:ext uri="{FF2B5EF4-FFF2-40B4-BE49-F238E27FC236}">
                      <a16:creationId xmlns:a16="http://schemas.microsoft.com/office/drawing/2014/main" id="{D85D38C1-F36A-487D-8DDD-58907B60D3BF}"/>
                    </a:ext>
                  </a:extLst>
                </p:cNvPr>
                <p:cNvSpPr txBox="1"/>
                <p:nvPr/>
              </p:nvSpPr>
              <p:spPr>
                <a:xfrm>
                  <a:off x="-9526" y="448342"/>
                  <a:ext cx="781050" cy="254000"/>
                </a:xfrm>
                <a:prstGeom prst="rect">
                  <a:avLst/>
                </a:prstGeom>
                <a:solidFill>
                  <a:sysClr val="window" lastClr="FFFFFF"/>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r>
                    <a:rPr kumimoji="0" lang="fr-FR" sz="1400" b="0" i="0" u="none" strike="noStrike" kern="0" cap="none" spc="0" normalizeH="0" baseline="0" noProof="0" dirty="0" err="1">
                      <a:ln>
                        <a:noFill/>
                      </a:ln>
                      <a:solidFill>
                        <a:sysClr val="windowText" lastClr="000000"/>
                      </a:solidFill>
                      <a:effectLst/>
                      <a:uLnTx/>
                      <a:uFillTx/>
                      <a:latin typeface="Calibri" panose="020F0502020204030204"/>
                      <a:ea typeface="Calibri" panose="020F0502020204030204" pitchFamily="34" charset="0"/>
                      <a:cs typeface="Times New Roman" panose="02020603050405020304" pitchFamily="18" charset="0"/>
                    </a:rPr>
                    <a:t>Tundish</a:t>
                  </a:r>
                  <a:endParaRPr kumimoji="0" lang="fr-FR" sz="1400" b="0" i="0" u="none" strike="noStrike" kern="0" cap="none" spc="0" normalizeH="0" baseline="0" noProof="0" dirty="0">
                    <a:ln>
                      <a:noFill/>
                    </a:ln>
                    <a:solidFill>
                      <a:sysClr val="windowText" lastClr="000000"/>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58" name="Zone de texte 18">
                  <a:extLst>
                    <a:ext uri="{FF2B5EF4-FFF2-40B4-BE49-F238E27FC236}">
                      <a16:creationId xmlns:a16="http://schemas.microsoft.com/office/drawing/2014/main" id="{AC36E929-81F3-41DA-9066-AF38A0D0E7F3}"/>
                    </a:ext>
                  </a:extLst>
                </p:cNvPr>
                <p:cNvSpPr txBox="1"/>
                <p:nvPr/>
              </p:nvSpPr>
              <p:spPr>
                <a:xfrm>
                  <a:off x="3657600" y="1581150"/>
                  <a:ext cx="863600" cy="444500"/>
                </a:xfrm>
                <a:prstGeom prst="rect">
                  <a:avLst/>
                </a:prstGeom>
                <a:solidFill>
                  <a:sysClr val="window" lastClr="FFFFFF"/>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r>
                    <a:rPr kumimoji="0" lang="fr-FR" sz="11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rPr>
                    <a:t>Réception rubans</a:t>
                  </a:r>
                </a:p>
              </p:txBody>
            </p:sp>
            <p:sp>
              <p:nvSpPr>
                <p:cNvPr id="62" name="Zone de texte 22">
                  <a:extLst>
                    <a:ext uri="{FF2B5EF4-FFF2-40B4-BE49-F238E27FC236}">
                      <a16:creationId xmlns:a16="http://schemas.microsoft.com/office/drawing/2014/main" id="{8B18E3C6-07EA-4380-9F46-BFBB5EE19680}"/>
                    </a:ext>
                  </a:extLst>
                </p:cNvPr>
                <p:cNvSpPr txBox="1"/>
                <p:nvPr/>
              </p:nvSpPr>
              <p:spPr>
                <a:xfrm>
                  <a:off x="3733800" y="1974850"/>
                  <a:ext cx="1079500" cy="247650"/>
                </a:xfrm>
                <a:prstGeom prst="rect">
                  <a:avLst/>
                </a:prstGeom>
                <a:solidFill>
                  <a:sysClr val="window" lastClr="FFFFFF"/>
                </a:solidFill>
                <a:ln w="6350">
                  <a:noFill/>
                </a:ln>
                <a:effectLst/>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r>
                    <a:rPr kumimoji="0" lang="fr-FR" sz="1100" b="0" i="0" u="none" strike="noStrike" kern="0" cap="none" spc="0" normalizeH="0" baseline="0" noProof="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rPr>
                    <a:t>T° ambiante</a:t>
                  </a:r>
                </a:p>
              </p:txBody>
            </p:sp>
          </p:grpSp>
        </p:grpSp>
        <p:sp>
          <p:nvSpPr>
            <p:cNvPr id="40" name="Zone de texte 16">
              <a:extLst>
                <a:ext uri="{FF2B5EF4-FFF2-40B4-BE49-F238E27FC236}">
                  <a16:creationId xmlns:a16="http://schemas.microsoft.com/office/drawing/2014/main" id="{47053085-6AB7-4324-A016-48628DB785DF}"/>
                </a:ext>
              </a:extLst>
            </p:cNvPr>
            <p:cNvSpPr txBox="1"/>
            <p:nvPr/>
          </p:nvSpPr>
          <p:spPr>
            <a:xfrm>
              <a:off x="1974593" y="723900"/>
              <a:ext cx="265430" cy="234950"/>
            </a:xfrm>
            <a:prstGeom prst="rect">
              <a:avLst/>
            </a:prstGeom>
            <a:solidFill>
              <a:sysClr val="window" lastClr="FFFFFF"/>
            </a:solidFill>
            <a:ln w="6350">
              <a:noFill/>
            </a:ln>
            <a:effectLst/>
          </p:spPr>
          <p:txBody>
            <a:bodyPr rot="0" spcFirstLastPara="0" vert="horz" wrap="non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r>
                <a:rPr kumimoji="0" lang="fr-FR" sz="1100" b="0" i="0" u="none" strike="noStrike" kern="0" cap="none" spc="0" normalizeH="0" baseline="0" noProof="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rPr>
                <a:t>B</a:t>
              </a:r>
            </a:p>
          </p:txBody>
        </p:sp>
        <p:sp>
          <p:nvSpPr>
            <p:cNvPr id="41" name="Zone de texte 15">
              <a:extLst>
                <a:ext uri="{FF2B5EF4-FFF2-40B4-BE49-F238E27FC236}">
                  <a16:creationId xmlns:a16="http://schemas.microsoft.com/office/drawing/2014/main" id="{A72FD5B5-6481-4DD1-AD07-E1E4FB61FAD6}"/>
                </a:ext>
              </a:extLst>
            </p:cNvPr>
            <p:cNvSpPr txBox="1"/>
            <p:nvPr/>
          </p:nvSpPr>
          <p:spPr>
            <a:xfrm>
              <a:off x="1098407" y="438150"/>
              <a:ext cx="270510" cy="234950"/>
            </a:xfrm>
            <a:prstGeom prst="rect">
              <a:avLst/>
            </a:prstGeom>
            <a:solidFill>
              <a:sysClr val="window" lastClr="FFFFFF"/>
            </a:solidFill>
            <a:ln w="6350">
              <a:noFill/>
            </a:ln>
            <a:effectLst/>
          </p:spPr>
          <p:txBody>
            <a:bodyPr rot="0" spcFirstLastPara="0" vert="horz" wrap="none" lIns="91440"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7000"/>
                </a:lnSpc>
                <a:spcBef>
                  <a:spcPts val="0"/>
                </a:spcBef>
                <a:spcAft>
                  <a:spcPts val="800"/>
                </a:spcAft>
                <a:buClrTx/>
                <a:buSzTx/>
                <a:buFontTx/>
                <a:buNone/>
                <a:tabLst/>
                <a:defRPr/>
              </a:pPr>
              <a:r>
                <a:rPr kumimoji="0" lang="fr-FR" sz="1100" b="0" i="0" u="none" strike="noStrike" kern="0" cap="none" spc="0" normalizeH="0" baseline="0" noProof="0">
                  <a:ln>
                    <a:noFill/>
                  </a:ln>
                  <a:solidFill>
                    <a:sysClr val="windowText" lastClr="000000"/>
                  </a:solidFill>
                  <a:effectLst/>
                  <a:uLnTx/>
                  <a:uFillTx/>
                  <a:latin typeface="Calibri" panose="020F0502020204030204"/>
                  <a:ea typeface="Calibri" panose="020F0502020204030204" pitchFamily="34" charset="0"/>
                  <a:cs typeface="Times New Roman" panose="02020603050405020304" pitchFamily="18" charset="0"/>
                </a:rPr>
                <a:t>A</a:t>
              </a:r>
            </a:p>
          </p:txBody>
        </p:sp>
      </p:grpSp>
      <p:sp>
        <p:nvSpPr>
          <p:cNvPr id="64" name="ZoneTexte 63">
            <a:extLst>
              <a:ext uri="{FF2B5EF4-FFF2-40B4-BE49-F238E27FC236}">
                <a16:creationId xmlns:a16="http://schemas.microsoft.com/office/drawing/2014/main" id="{098991BB-50A0-47D2-8284-807CB0170F2B}"/>
              </a:ext>
            </a:extLst>
          </p:cNvPr>
          <p:cNvSpPr txBox="1"/>
          <p:nvPr/>
        </p:nvSpPr>
        <p:spPr>
          <a:xfrm>
            <a:off x="3623956" y="4083748"/>
            <a:ext cx="889501" cy="408623"/>
          </a:xfrm>
          <a:prstGeom prst="flowChartAlternateProcess">
            <a:avLst/>
          </a:prstGeom>
          <a:noFill/>
          <a:ln w="19050">
            <a:solidFill>
              <a:schemeClr val="tx2"/>
            </a:solidFill>
          </a:ln>
        </p:spPr>
        <p:txBody>
          <a:bodyPr wrap="square">
            <a:spAutoFit/>
          </a:bodyPr>
          <a:lstStyle/>
          <a:p>
            <a:pPr algn="ctr"/>
            <a:r>
              <a:rPr kumimoji="0" lang="fr-FR" sz="18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rPr>
              <a:t>rubans</a:t>
            </a:r>
            <a:endParaRPr lang="fr-FR" dirty="0"/>
          </a:p>
        </p:txBody>
      </p:sp>
      <p:sp>
        <p:nvSpPr>
          <p:cNvPr id="65" name="ZoneTexte 64">
            <a:extLst>
              <a:ext uri="{FF2B5EF4-FFF2-40B4-BE49-F238E27FC236}">
                <a16:creationId xmlns:a16="http://schemas.microsoft.com/office/drawing/2014/main" id="{6272718B-7157-4114-8C81-FAE87ADC1588}"/>
              </a:ext>
            </a:extLst>
          </p:cNvPr>
          <p:cNvSpPr txBox="1"/>
          <p:nvPr/>
        </p:nvSpPr>
        <p:spPr>
          <a:xfrm>
            <a:off x="1244021" y="5047914"/>
            <a:ext cx="889501" cy="408623"/>
          </a:xfrm>
          <a:prstGeom prst="flowChartAlternateProcess">
            <a:avLst/>
          </a:prstGeom>
          <a:noFill/>
          <a:ln w="19050">
            <a:solidFill>
              <a:srgbClr val="5B9BD5"/>
            </a:solidFill>
          </a:ln>
        </p:spPr>
        <p:txBody>
          <a:bodyPr wrap="square">
            <a:spAutoFit/>
          </a:bodyPr>
          <a:lstStyle/>
          <a:p>
            <a:pPr algn="ctr"/>
            <a:r>
              <a:rPr kumimoji="0" lang="fr-FR" sz="1800" b="0" i="0" u="none" strike="noStrike" kern="0" cap="none" spc="0" normalizeH="0" baseline="0" noProof="0" dirty="0">
                <a:ln>
                  <a:noFill/>
                </a:ln>
                <a:solidFill>
                  <a:sysClr val="windowText" lastClr="000000"/>
                </a:solidFill>
                <a:effectLst/>
                <a:uLnTx/>
                <a:uFillTx/>
                <a:latin typeface="Calibri" panose="020F0502020204030204" pitchFamily="34" charset="0"/>
                <a:ea typeface="Calibri" panose="020F0502020204030204" pitchFamily="34" charset="0"/>
                <a:cs typeface="Times New Roman" panose="02020603050405020304" pitchFamily="18" charset="0"/>
              </a:rPr>
              <a:t>roue</a:t>
            </a:r>
            <a:endParaRPr lang="fr-FR" dirty="0"/>
          </a:p>
        </p:txBody>
      </p:sp>
      <p:sp>
        <p:nvSpPr>
          <p:cNvPr id="66" name="Rectangle 65">
            <a:extLst>
              <a:ext uri="{FF2B5EF4-FFF2-40B4-BE49-F238E27FC236}">
                <a16:creationId xmlns:a16="http://schemas.microsoft.com/office/drawing/2014/main" id="{5D524B43-84D7-46AF-A157-D870E185AD8A}"/>
              </a:ext>
            </a:extLst>
          </p:cNvPr>
          <p:cNvSpPr/>
          <p:nvPr/>
        </p:nvSpPr>
        <p:spPr>
          <a:xfrm>
            <a:off x="7286294" y="4390689"/>
            <a:ext cx="313176" cy="1690191"/>
          </a:xfrm>
          <a:prstGeom prst="rect">
            <a:avLst/>
          </a:prstGeom>
          <a:solidFill>
            <a:srgbClr val="FF0000"/>
          </a:solidFill>
          <a:ln w="12700" cap="flat" cmpd="sng" algn="ctr">
            <a:solidFill>
              <a:srgbClr val="5B9BD5">
                <a:shade val="50000"/>
              </a:srgbClr>
            </a:solidFill>
            <a:prstDash val="solid"/>
            <a:miter lim="800000"/>
          </a:ln>
          <a:effectLst/>
        </p:spPr>
        <p:txBody>
          <a:bodyPr rot="0" spcFirstLastPara="0" vert="vert"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fr-FR" sz="1800" b="0" i="0" u="none" strike="noStrike" kern="0" cap="none" spc="0" normalizeH="0" baseline="0" noProof="0" dirty="0">
                <a:ln>
                  <a:noFill/>
                </a:ln>
                <a:solidFill>
                  <a:sysClr val="window" lastClr="FFFFFF"/>
                </a:solidFill>
                <a:effectLst/>
                <a:uLnTx/>
                <a:uFillTx/>
                <a:latin typeface="Calibri" panose="020F0502020204030204"/>
                <a:ea typeface="+mn-ea"/>
                <a:cs typeface="+mn-cs"/>
              </a:rPr>
              <a:t>ruban</a:t>
            </a:r>
          </a:p>
        </p:txBody>
      </p:sp>
      <p:sp>
        <p:nvSpPr>
          <p:cNvPr id="67" name="ZoneTexte 66">
            <a:extLst>
              <a:ext uri="{FF2B5EF4-FFF2-40B4-BE49-F238E27FC236}">
                <a16:creationId xmlns:a16="http://schemas.microsoft.com/office/drawing/2014/main" id="{CFAD8A0B-598D-49C2-8473-199DEB0EA14D}"/>
              </a:ext>
            </a:extLst>
          </p:cNvPr>
          <p:cNvSpPr txBox="1"/>
          <p:nvPr/>
        </p:nvSpPr>
        <p:spPr>
          <a:xfrm>
            <a:off x="3906146" y="4725692"/>
            <a:ext cx="2123179" cy="646331"/>
          </a:xfrm>
          <a:prstGeom prst="rect">
            <a:avLst/>
          </a:prstGeom>
          <a:noFill/>
        </p:spPr>
        <p:txBody>
          <a:bodyPr wrap="square">
            <a:spAutoFit/>
          </a:bodyPr>
          <a:lstStyle/>
          <a:p>
            <a:pPr algn="ctr"/>
            <a:r>
              <a:rPr lang="fr-FR" sz="1800" dirty="0">
                <a:solidFill>
                  <a:schemeClr val="accent3">
                    <a:lumMod val="75000"/>
                  </a:schemeClr>
                </a:solidFill>
                <a:cs typeface="Calibri" panose="020F0502020204030204" pitchFamily="34" charset="0"/>
              </a:rPr>
              <a:t>axe d’observation des rubans </a:t>
            </a:r>
            <a:endParaRPr lang="fr-FR" dirty="0">
              <a:solidFill>
                <a:schemeClr val="accent3">
                  <a:lumMod val="75000"/>
                </a:schemeClr>
              </a:solidFill>
            </a:endParaRPr>
          </a:p>
        </p:txBody>
      </p:sp>
      <p:cxnSp>
        <p:nvCxnSpPr>
          <p:cNvPr id="68" name="Connecteur droit avec flèche 67">
            <a:extLst>
              <a:ext uri="{FF2B5EF4-FFF2-40B4-BE49-F238E27FC236}">
                <a16:creationId xmlns:a16="http://schemas.microsoft.com/office/drawing/2014/main" id="{18910D26-6D29-4C1A-A3E4-D922EA12E93C}"/>
              </a:ext>
            </a:extLst>
          </p:cNvPr>
          <p:cNvCxnSpPr>
            <a:cxnSpLocks/>
          </p:cNvCxnSpPr>
          <p:nvPr/>
        </p:nvCxnSpPr>
        <p:spPr>
          <a:xfrm flipH="1" flipV="1">
            <a:off x="3820937" y="4697424"/>
            <a:ext cx="238286" cy="744396"/>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1" name="ZoneTexte 70">
            <a:extLst>
              <a:ext uri="{FF2B5EF4-FFF2-40B4-BE49-F238E27FC236}">
                <a16:creationId xmlns:a16="http://schemas.microsoft.com/office/drawing/2014/main" id="{332844A8-9EF0-4BD9-81ED-EF6730D81C8D}"/>
              </a:ext>
            </a:extLst>
          </p:cNvPr>
          <p:cNvSpPr txBox="1"/>
          <p:nvPr/>
        </p:nvSpPr>
        <p:spPr>
          <a:xfrm>
            <a:off x="5475321" y="3784403"/>
            <a:ext cx="2827284" cy="584775"/>
          </a:xfrm>
          <a:prstGeom prst="rect">
            <a:avLst/>
          </a:prstGeom>
          <a:noFill/>
        </p:spPr>
        <p:txBody>
          <a:bodyPr wrap="square">
            <a:spAutoFit/>
          </a:bodyPr>
          <a:lstStyle/>
          <a:p>
            <a:pPr algn="ctr"/>
            <a:r>
              <a:rPr lang="fr-FR" sz="1600" dirty="0">
                <a:solidFill>
                  <a:schemeClr val="accent3">
                    <a:lumMod val="75000"/>
                  </a:schemeClr>
                </a:solidFill>
                <a:cs typeface="Calibri" panose="020F0502020204030204" pitchFamily="34" charset="0"/>
              </a:rPr>
              <a:t>axe z : axe d’observation des rubans = axe du MEB</a:t>
            </a:r>
            <a:endParaRPr lang="fr-FR" sz="1600" dirty="0">
              <a:solidFill>
                <a:schemeClr val="accent3">
                  <a:lumMod val="75000"/>
                </a:schemeClr>
              </a:solidFill>
            </a:endParaRPr>
          </a:p>
        </p:txBody>
      </p:sp>
      <p:cxnSp>
        <p:nvCxnSpPr>
          <p:cNvPr id="72" name="Connecteur droit avec flèche 71">
            <a:extLst>
              <a:ext uri="{FF2B5EF4-FFF2-40B4-BE49-F238E27FC236}">
                <a16:creationId xmlns:a16="http://schemas.microsoft.com/office/drawing/2014/main" id="{49C061D7-711A-4A6E-B765-516F1536562E}"/>
              </a:ext>
            </a:extLst>
          </p:cNvPr>
          <p:cNvCxnSpPr>
            <a:cxnSpLocks/>
          </p:cNvCxnSpPr>
          <p:nvPr/>
        </p:nvCxnSpPr>
        <p:spPr>
          <a:xfrm flipH="1" flipV="1">
            <a:off x="6808943" y="4389021"/>
            <a:ext cx="43328" cy="1805942"/>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4" name="ZoneTexte 103">
            <a:extLst>
              <a:ext uri="{FF2B5EF4-FFF2-40B4-BE49-F238E27FC236}">
                <a16:creationId xmlns:a16="http://schemas.microsoft.com/office/drawing/2014/main" id="{C5690FCC-DACA-4CE0-96CD-4CB4F3E21C0C}"/>
              </a:ext>
            </a:extLst>
          </p:cNvPr>
          <p:cNvSpPr txBox="1"/>
          <p:nvPr/>
        </p:nvSpPr>
        <p:spPr>
          <a:xfrm>
            <a:off x="7971611" y="6167225"/>
            <a:ext cx="816591" cy="369332"/>
          </a:xfrm>
          <a:prstGeom prst="rect">
            <a:avLst/>
          </a:prstGeom>
          <a:noFill/>
        </p:spPr>
        <p:txBody>
          <a:bodyPr wrap="square">
            <a:spAutoFit/>
          </a:bodyPr>
          <a:lstStyle/>
          <a:p>
            <a:r>
              <a:rPr lang="fr-FR" sz="1800" dirty="0">
                <a:solidFill>
                  <a:schemeClr val="accent1"/>
                </a:solidFill>
                <a:cs typeface="Calibri" panose="020F0502020204030204" pitchFamily="34" charset="0"/>
              </a:rPr>
              <a:t>axe y </a:t>
            </a:r>
            <a:endParaRPr lang="fr-FR" dirty="0">
              <a:solidFill>
                <a:schemeClr val="accent1"/>
              </a:solidFill>
            </a:endParaRPr>
          </a:p>
        </p:txBody>
      </p:sp>
      <p:sp>
        <p:nvSpPr>
          <p:cNvPr id="105" name="Rectangle 104">
            <a:extLst>
              <a:ext uri="{FF2B5EF4-FFF2-40B4-BE49-F238E27FC236}">
                <a16:creationId xmlns:a16="http://schemas.microsoft.com/office/drawing/2014/main" id="{842901F5-4017-486D-8825-1BE757FAE752}"/>
              </a:ext>
            </a:extLst>
          </p:cNvPr>
          <p:cNvSpPr/>
          <p:nvPr/>
        </p:nvSpPr>
        <p:spPr>
          <a:xfrm rot="16200000">
            <a:off x="10114836" y="4401147"/>
            <a:ext cx="630030" cy="1791216"/>
          </a:xfrm>
          <a:prstGeom prst="rect">
            <a:avLst/>
          </a:prstGeom>
          <a:solidFill>
            <a:srgbClr val="FF0000"/>
          </a:solidFill>
          <a:ln w="12700" cap="flat" cmpd="sng" algn="ctr">
            <a:solidFill>
              <a:srgbClr val="385D8A"/>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dirty="0">
              <a:ln>
                <a:noFill/>
              </a:ln>
              <a:solidFill>
                <a:sysClr val="window" lastClr="FFFFFF"/>
              </a:solidFill>
              <a:effectLst/>
              <a:uLnTx/>
              <a:uFillTx/>
              <a:latin typeface="Calibri" panose="020F0502020204030204"/>
              <a:ea typeface="+mn-ea"/>
              <a:cs typeface="+mn-cs"/>
            </a:endParaRPr>
          </a:p>
        </p:txBody>
      </p:sp>
      <p:cxnSp>
        <p:nvCxnSpPr>
          <p:cNvPr id="107" name="Connecteur droit avec flèche 106">
            <a:extLst>
              <a:ext uri="{FF2B5EF4-FFF2-40B4-BE49-F238E27FC236}">
                <a16:creationId xmlns:a16="http://schemas.microsoft.com/office/drawing/2014/main" id="{FBD08046-FA18-4CDB-BD7D-749629720801}"/>
              </a:ext>
            </a:extLst>
          </p:cNvPr>
          <p:cNvCxnSpPr>
            <a:cxnSpLocks/>
          </p:cNvCxnSpPr>
          <p:nvPr/>
        </p:nvCxnSpPr>
        <p:spPr>
          <a:xfrm>
            <a:off x="9301618" y="6158942"/>
            <a:ext cx="1927451"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Connecteur droit avec flèche 108">
            <a:extLst>
              <a:ext uri="{FF2B5EF4-FFF2-40B4-BE49-F238E27FC236}">
                <a16:creationId xmlns:a16="http://schemas.microsoft.com/office/drawing/2014/main" id="{02457318-8BAD-4397-BC8E-93610ADA178F}"/>
              </a:ext>
            </a:extLst>
          </p:cNvPr>
          <p:cNvCxnSpPr>
            <a:cxnSpLocks/>
          </p:cNvCxnSpPr>
          <p:nvPr/>
        </p:nvCxnSpPr>
        <p:spPr>
          <a:xfrm flipH="1" flipV="1">
            <a:off x="9275190" y="4368629"/>
            <a:ext cx="43328" cy="1805942"/>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11" name="ZoneTexte 110">
            <a:extLst>
              <a:ext uri="{FF2B5EF4-FFF2-40B4-BE49-F238E27FC236}">
                <a16:creationId xmlns:a16="http://schemas.microsoft.com/office/drawing/2014/main" id="{91F93BFD-5775-4C7E-AFCD-92A94434DEF8}"/>
              </a:ext>
            </a:extLst>
          </p:cNvPr>
          <p:cNvSpPr txBox="1"/>
          <p:nvPr/>
        </p:nvSpPr>
        <p:spPr>
          <a:xfrm>
            <a:off x="10437858" y="6146833"/>
            <a:ext cx="816591" cy="369332"/>
          </a:xfrm>
          <a:prstGeom prst="rect">
            <a:avLst/>
          </a:prstGeom>
          <a:noFill/>
        </p:spPr>
        <p:txBody>
          <a:bodyPr wrap="square">
            <a:spAutoFit/>
          </a:bodyPr>
          <a:lstStyle/>
          <a:p>
            <a:r>
              <a:rPr lang="fr-FR" sz="1800" dirty="0">
                <a:solidFill>
                  <a:schemeClr val="accent1"/>
                </a:solidFill>
                <a:cs typeface="Calibri" panose="020F0502020204030204" pitchFamily="34" charset="0"/>
              </a:rPr>
              <a:t>axe x </a:t>
            </a:r>
            <a:endParaRPr lang="fr-FR" dirty="0">
              <a:solidFill>
                <a:schemeClr val="accent1"/>
              </a:solidFill>
            </a:endParaRPr>
          </a:p>
        </p:txBody>
      </p:sp>
      <p:sp>
        <p:nvSpPr>
          <p:cNvPr id="112" name="ZoneTexte 111">
            <a:extLst>
              <a:ext uri="{FF2B5EF4-FFF2-40B4-BE49-F238E27FC236}">
                <a16:creationId xmlns:a16="http://schemas.microsoft.com/office/drawing/2014/main" id="{1EC49162-3AAB-4C3A-AD19-26BFA4648B2A}"/>
              </a:ext>
            </a:extLst>
          </p:cNvPr>
          <p:cNvSpPr txBox="1"/>
          <p:nvPr/>
        </p:nvSpPr>
        <p:spPr>
          <a:xfrm>
            <a:off x="8762822" y="3918727"/>
            <a:ext cx="816591" cy="369332"/>
          </a:xfrm>
          <a:prstGeom prst="rect">
            <a:avLst/>
          </a:prstGeom>
          <a:noFill/>
        </p:spPr>
        <p:txBody>
          <a:bodyPr wrap="square">
            <a:spAutoFit/>
          </a:bodyPr>
          <a:lstStyle/>
          <a:p>
            <a:r>
              <a:rPr lang="fr-FR" sz="1800" dirty="0">
                <a:solidFill>
                  <a:schemeClr val="accent1"/>
                </a:solidFill>
                <a:cs typeface="Calibri" panose="020F0502020204030204" pitchFamily="34" charset="0"/>
              </a:rPr>
              <a:t>axe y </a:t>
            </a:r>
            <a:endParaRPr lang="fr-FR" dirty="0">
              <a:solidFill>
                <a:schemeClr val="accent1"/>
              </a:solidFill>
            </a:endParaRPr>
          </a:p>
        </p:txBody>
      </p:sp>
      <p:sp>
        <p:nvSpPr>
          <p:cNvPr id="14" name="Ellipse 13">
            <a:extLst>
              <a:ext uri="{FF2B5EF4-FFF2-40B4-BE49-F238E27FC236}">
                <a16:creationId xmlns:a16="http://schemas.microsoft.com/office/drawing/2014/main" id="{055BBF22-A93E-49B4-8473-B11DF71E95B0}"/>
              </a:ext>
            </a:extLst>
          </p:cNvPr>
          <p:cNvSpPr/>
          <p:nvPr/>
        </p:nvSpPr>
        <p:spPr>
          <a:xfrm>
            <a:off x="9249126" y="6080880"/>
            <a:ext cx="144000" cy="1440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08000" rIns="144000" bIns="144000" rtlCol="0" anchor="ctr">
            <a:spAutoFit/>
          </a:bodyPr>
          <a:lstStyle/>
          <a:p>
            <a:pPr algn="ctr"/>
            <a:endParaRPr lang="fr-FR" sz="400" dirty="0"/>
          </a:p>
        </p:txBody>
      </p:sp>
      <p:sp>
        <p:nvSpPr>
          <p:cNvPr id="113" name="Ellipse 112">
            <a:extLst>
              <a:ext uri="{FF2B5EF4-FFF2-40B4-BE49-F238E27FC236}">
                <a16:creationId xmlns:a16="http://schemas.microsoft.com/office/drawing/2014/main" id="{E03ECC24-CE02-468E-ABB7-CF3D8E12419B}"/>
              </a:ext>
            </a:extLst>
          </p:cNvPr>
          <p:cNvSpPr/>
          <p:nvPr/>
        </p:nvSpPr>
        <p:spPr>
          <a:xfrm>
            <a:off x="9302076" y="6139700"/>
            <a:ext cx="36000" cy="36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08000" rIns="144000" bIns="144000" rtlCol="0" anchor="ctr">
            <a:spAutoFit/>
          </a:bodyPr>
          <a:lstStyle/>
          <a:p>
            <a:pPr algn="ctr"/>
            <a:endParaRPr lang="fr-FR" sz="400" dirty="0"/>
          </a:p>
        </p:txBody>
      </p:sp>
      <p:sp>
        <p:nvSpPr>
          <p:cNvPr id="114" name="Ellipse 113">
            <a:extLst>
              <a:ext uri="{FF2B5EF4-FFF2-40B4-BE49-F238E27FC236}">
                <a16:creationId xmlns:a16="http://schemas.microsoft.com/office/drawing/2014/main" id="{40C3DFE2-810E-427E-9D84-6C0E0A2B3E09}"/>
              </a:ext>
            </a:extLst>
          </p:cNvPr>
          <p:cNvSpPr/>
          <p:nvPr/>
        </p:nvSpPr>
        <p:spPr>
          <a:xfrm>
            <a:off x="6792450" y="6095168"/>
            <a:ext cx="144000" cy="144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08000" rIns="144000" bIns="144000" rtlCol="0" anchor="ctr">
            <a:spAutoFit/>
          </a:bodyPr>
          <a:lstStyle/>
          <a:p>
            <a:pPr algn="ctr"/>
            <a:endParaRPr lang="fr-FR" sz="400" dirty="0"/>
          </a:p>
        </p:txBody>
      </p:sp>
      <p:sp>
        <p:nvSpPr>
          <p:cNvPr id="115" name="Ellipse 114">
            <a:extLst>
              <a:ext uri="{FF2B5EF4-FFF2-40B4-BE49-F238E27FC236}">
                <a16:creationId xmlns:a16="http://schemas.microsoft.com/office/drawing/2014/main" id="{D250C9D3-6386-4221-9918-59899AE1C647}"/>
              </a:ext>
            </a:extLst>
          </p:cNvPr>
          <p:cNvSpPr/>
          <p:nvPr/>
        </p:nvSpPr>
        <p:spPr>
          <a:xfrm>
            <a:off x="6845400" y="6153988"/>
            <a:ext cx="36000" cy="3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08000" rIns="144000" bIns="144000" rtlCol="0" anchor="ctr">
            <a:spAutoFit/>
          </a:bodyPr>
          <a:lstStyle/>
          <a:p>
            <a:pPr algn="ctr"/>
            <a:endParaRPr lang="fr-FR" sz="400" dirty="0"/>
          </a:p>
        </p:txBody>
      </p:sp>
      <p:sp>
        <p:nvSpPr>
          <p:cNvPr id="116" name="ZoneTexte 115">
            <a:extLst>
              <a:ext uri="{FF2B5EF4-FFF2-40B4-BE49-F238E27FC236}">
                <a16:creationId xmlns:a16="http://schemas.microsoft.com/office/drawing/2014/main" id="{84C730B9-88BE-46F0-AFEE-6809CA8B8E14}"/>
              </a:ext>
            </a:extLst>
          </p:cNvPr>
          <p:cNvSpPr txBox="1"/>
          <p:nvPr/>
        </p:nvSpPr>
        <p:spPr>
          <a:xfrm>
            <a:off x="6531499" y="6133907"/>
            <a:ext cx="816591" cy="369332"/>
          </a:xfrm>
          <a:prstGeom prst="rect">
            <a:avLst/>
          </a:prstGeom>
          <a:noFill/>
        </p:spPr>
        <p:txBody>
          <a:bodyPr wrap="square">
            <a:spAutoFit/>
          </a:bodyPr>
          <a:lstStyle/>
          <a:p>
            <a:r>
              <a:rPr lang="fr-FR" sz="1800" dirty="0">
                <a:solidFill>
                  <a:schemeClr val="accent1"/>
                </a:solidFill>
                <a:cs typeface="Calibri" panose="020F0502020204030204" pitchFamily="34" charset="0"/>
              </a:rPr>
              <a:t>axe x </a:t>
            </a:r>
            <a:endParaRPr lang="fr-FR" dirty="0">
              <a:solidFill>
                <a:schemeClr val="accent1"/>
              </a:solidFill>
            </a:endParaRPr>
          </a:p>
        </p:txBody>
      </p:sp>
      <p:sp>
        <p:nvSpPr>
          <p:cNvPr id="117" name="ZoneTexte 116">
            <a:extLst>
              <a:ext uri="{FF2B5EF4-FFF2-40B4-BE49-F238E27FC236}">
                <a16:creationId xmlns:a16="http://schemas.microsoft.com/office/drawing/2014/main" id="{5503F560-661E-44E9-8F5E-3770A58184B4}"/>
              </a:ext>
            </a:extLst>
          </p:cNvPr>
          <p:cNvSpPr txBox="1"/>
          <p:nvPr/>
        </p:nvSpPr>
        <p:spPr>
          <a:xfrm>
            <a:off x="9016343" y="6146833"/>
            <a:ext cx="816591" cy="369332"/>
          </a:xfrm>
          <a:prstGeom prst="rect">
            <a:avLst/>
          </a:prstGeom>
          <a:noFill/>
        </p:spPr>
        <p:txBody>
          <a:bodyPr wrap="square">
            <a:spAutoFit/>
          </a:bodyPr>
          <a:lstStyle/>
          <a:p>
            <a:r>
              <a:rPr lang="fr-FR" sz="1800" dirty="0">
                <a:solidFill>
                  <a:schemeClr val="accent3">
                    <a:lumMod val="75000"/>
                  </a:schemeClr>
                </a:solidFill>
                <a:cs typeface="Calibri" panose="020F0502020204030204" pitchFamily="34" charset="0"/>
              </a:rPr>
              <a:t>axe </a:t>
            </a:r>
            <a:r>
              <a:rPr lang="fr-FR" dirty="0">
                <a:solidFill>
                  <a:schemeClr val="accent3">
                    <a:lumMod val="75000"/>
                  </a:schemeClr>
                </a:solidFill>
                <a:cs typeface="Calibri" panose="020F0502020204030204" pitchFamily="34" charset="0"/>
              </a:rPr>
              <a:t>z</a:t>
            </a:r>
            <a:r>
              <a:rPr lang="fr-FR" sz="1800" dirty="0">
                <a:solidFill>
                  <a:schemeClr val="accent3">
                    <a:lumMod val="75000"/>
                  </a:schemeClr>
                </a:solidFill>
                <a:cs typeface="Calibri" panose="020F0502020204030204" pitchFamily="34" charset="0"/>
              </a:rPr>
              <a:t> </a:t>
            </a:r>
            <a:endParaRPr lang="fr-FR" dirty="0">
              <a:solidFill>
                <a:schemeClr val="accent3">
                  <a:lumMod val="75000"/>
                </a:schemeClr>
              </a:solidFill>
            </a:endParaRPr>
          </a:p>
        </p:txBody>
      </p:sp>
      <p:cxnSp>
        <p:nvCxnSpPr>
          <p:cNvPr id="16" name="Connecteur droit 15">
            <a:extLst>
              <a:ext uri="{FF2B5EF4-FFF2-40B4-BE49-F238E27FC236}">
                <a16:creationId xmlns:a16="http://schemas.microsoft.com/office/drawing/2014/main" id="{FFE2499F-71AB-429D-B9F6-F20A94570ACA}"/>
              </a:ext>
            </a:extLst>
          </p:cNvPr>
          <p:cNvCxnSpPr/>
          <p:nvPr/>
        </p:nvCxnSpPr>
        <p:spPr>
          <a:xfrm flipH="1" flipV="1">
            <a:off x="9721850" y="4981740"/>
            <a:ext cx="111084"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8" name="Connecteur droit 117">
            <a:extLst>
              <a:ext uri="{FF2B5EF4-FFF2-40B4-BE49-F238E27FC236}">
                <a16:creationId xmlns:a16="http://schemas.microsoft.com/office/drawing/2014/main" id="{49419282-7F58-4B17-B950-C33EF2CCAD3D}"/>
              </a:ext>
            </a:extLst>
          </p:cNvPr>
          <p:cNvCxnSpPr>
            <a:cxnSpLocks/>
          </p:cNvCxnSpPr>
          <p:nvPr/>
        </p:nvCxnSpPr>
        <p:spPr>
          <a:xfrm flipV="1">
            <a:off x="9832934" y="4981740"/>
            <a:ext cx="31792"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9" name="Connecteur droit 118">
            <a:extLst>
              <a:ext uri="{FF2B5EF4-FFF2-40B4-BE49-F238E27FC236}">
                <a16:creationId xmlns:a16="http://schemas.microsoft.com/office/drawing/2014/main" id="{98E58CB6-2797-4E02-B4F5-64AEC5ACD118}"/>
              </a:ext>
            </a:extLst>
          </p:cNvPr>
          <p:cNvCxnSpPr>
            <a:cxnSpLocks/>
          </p:cNvCxnSpPr>
          <p:nvPr/>
        </p:nvCxnSpPr>
        <p:spPr>
          <a:xfrm flipV="1">
            <a:off x="9832934" y="4981740"/>
            <a:ext cx="152400"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0" name="Connecteur droit 119">
            <a:extLst>
              <a:ext uri="{FF2B5EF4-FFF2-40B4-BE49-F238E27FC236}">
                <a16:creationId xmlns:a16="http://schemas.microsoft.com/office/drawing/2014/main" id="{74368E4F-52DE-42F6-A48A-1551C421EC1D}"/>
              </a:ext>
            </a:extLst>
          </p:cNvPr>
          <p:cNvCxnSpPr>
            <a:cxnSpLocks/>
          </p:cNvCxnSpPr>
          <p:nvPr/>
        </p:nvCxnSpPr>
        <p:spPr>
          <a:xfrm flipV="1">
            <a:off x="9836111" y="4981740"/>
            <a:ext cx="298490"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1" name="Connecteur droit 120">
            <a:extLst>
              <a:ext uri="{FF2B5EF4-FFF2-40B4-BE49-F238E27FC236}">
                <a16:creationId xmlns:a16="http://schemas.microsoft.com/office/drawing/2014/main" id="{AA864E1D-7ADD-4280-B82D-4D91291146CE}"/>
              </a:ext>
            </a:extLst>
          </p:cNvPr>
          <p:cNvCxnSpPr>
            <a:cxnSpLocks/>
          </p:cNvCxnSpPr>
          <p:nvPr/>
        </p:nvCxnSpPr>
        <p:spPr>
          <a:xfrm flipV="1">
            <a:off x="9840873" y="4981740"/>
            <a:ext cx="584216"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2" name="Connecteur droit 121">
            <a:extLst>
              <a:ext uri="{FF2B5EF4-FFF2-40B4-BE49-F238E27FC236}">
                <a16:creationId xmlns:a16="http://schemas.microsoft.com/office/drawing/2014/main" id="{B6F0BEC6-5FF9-492B-970D-E3748D890E7D}"/>
              </a:ext>
            </a:extLst>
          </p:cNvPr>
          <p:cNvCxnSpPr>
            <a:cxnSpLocks/>
          </p:cNvCxnSpPr>
          <p:nvPr/>
        </p:nvCxnSpPr>
        <p:spPr>
          <a:xfrm flipH="1" flipV="1">
            <a:off x="9601131" y="4981740"/>
            <a:ext cx="231803"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3" name="Connecteur droit 122">
            <a:extLst>
              <a:ext uri="{FF2B5EF4-FFF2-40B4-BE49-F238E27FC236}">
                <a16:creationId xmlns:a16="http://schemas.microsoft.com/office/drawing/2014/main" id="{92FAB045-0ABE-442F-A96A-A3E7E20D0C00}"/>
              </a:ext>
            </a:extLst>
          </p:cNvPr>
          <p:cNvCxnSpPr>
            <a:cxnSpLocks/>
          </p:cNvCxnSpPr>
          <p:nvPr/>
        </p:nvCxnSpPr>
        <p:spPr>
          <a:xfrm flipH="1" flipV="1">
            <a:off x="9530878" y="5154564"/>
            <a:ext cx="302057" cy="45720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4" name="Connecteur droit 123">
            <a:extLst>
              <a:ext uri="{FF2B5EF4-FFF2-40B4-BE49-F238E27FC236}">
                <a16:creationId xmlns:a16="http://schemas.microsoft.com/office/drawing/2014/main" id="{8FA6FDE0-FF28-4877-ADC6-9EE4B714E1C5}"/>
              </a:ext>
            </a:extLst>
          </p:cNvPr>
          <p:cNvCxnSpPr/>
          <p:nvPr/>
        </p:nvCxnSpPr>
        <p:spPr>
          <a:xfrm flipH="1" flipV="1">
            <a:off x="9921172" y="4981740"/>
            <a:ext cx="111084"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5" name="Connecteur droit 124">
            <a:extLst>
              <a:ext uri="{FF2B5EF4-FFF2-40B4-BE49-F238E27FC236}">
                <a16:creationId xmlns:a16="http://schemas.microsoft.com/office/drawing/2014/main" id="{9A4519C5-077D-41AB-B638-44C7B387EF55}"/>
              </a:ext>
            </a:extLst>
          </p:cNvPr>
          <p:cNvCxnSpPr>
            <a:cxnSpLocks/>
          </p:cNvCxnSpPr>
          <p:nvPr/>
        </p:nvCxnSpPr>
        <p:spPr>
          <a:xfrm flipV="1">
            <a:off x="10032256" y="4981740"/>
            <a:ext cx="31792"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6" name="Connecteur droit 125">
            <a:extLst>
              <a:ext uri="{FF2B5EF4-FFF2-40B4-BE49-F238E27FC236}">
                <a16:creationId xmlns:a16="http://schemas.microsoft.com/office/drawing/2014/main" id="{04B4C925-C40B-4320-B005-4144F770C2C0}"/>
              </a:ext>
            </a:extLst>
          </p:cNvPr>
          <p:cNvCxnSpPr>
            <a:cxnSpLocks/>
          </p:cNvCxnSpPr>
          <p:nvPr/>
        </p:nvCxnSpPr>
        <p:spPr>
          <a:xfrm flipV="1">
            <a:off x="10032256" y="4981740"/>
            <a:ext cx="152400"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7" name="Connecteur droit 126">
            <a:extLst>
              <a:ext uri="{FF2B5EF4-FFF2-40B4-BE49-F238E27FC236}">
                <a16:creationId xmlns:a16="http://schemas.microsoft.com/office/drawing/2014/main" id="{F37EE298-50BB-4CAC-8418-59E0D1E8242F}"/>
              </a:ext>
            </a:extLst>
          </p:cNvPr>
          <p:cNvCxnSpPr>
            <a:cxnSpLocks/>
          </p:cNvCxnSpPr>
          <p:nvPr/>
        </p:nvCxnSpPr>
        <p:spPr>
          <a:xfrm flipV="1">
            <a:off x="10037814" y="4981740"/>
            <a:ext cx="298490"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8" name="Connecteur droit 127">
            <a:extLst>
              <a:ext uri="{FF2B5EF4-FFF2-40B4-BE49-F238E27FC236}">
                <a16:creationId xmlns:a16="http://schemas.microsoft.com/office/drawing/2014/main" id="{37CAA97A-297F-40E2-86F3-2D685ED6F3A3}"/>
              </a:ext>
            </a:extLst>
          </p:cNvPr>
          <p:cNvCxnSpPr>
            <a:cxnSpLocks/>
          </p:cNvCxnSpPr>
          <p:nvPr/>
        </p:nvCxnSpPr>
        <p:spPr>
          <a:xfrm flipV="1">
            <a:off x="10040195" y="4981740"/>
            <a:ext cx="584216"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9" name="Connecteur droit 128">
            <a:extLst>
              <a:ext uri="{FF2B5EF4-FFF2-40B4-BE49-F238E27FC236}">
                <a16:creationId xmlns:a16="http://schemas.microsoft.com/office/drawing/2014/main" id="{8F3C720F-3BFB-4C28-AE51-D783C39757D0}"/>
              </a:ext>
            </a:extLst>
          </p:cNvPr>
          <p:cNvCxnSpPr>
            <a:cxnSpLocks/>
          </p:cNvCxnSpPr>
          <p:nvPr/>
        </p:nvCxnSpPr>
        <p:spPr>
          <a:xfrm flipH="1" flipV="1">
            <a:off x="9800453" y="4981740"/>
            <a:ext cx="231803"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0" name="Connecteur droit 129">
            <a:extLst>
              <a:ext uri="{FF2B5EF4-FFF2-40B4-BE49-F238E27FC236}">
                <a16:creationId xmlns:a16="http://schemas.microsoft.com/office/drawing/2014/main" id="{BB158A72-5E9D-4B3F-AC26-198D87A4B52F}"/>
              </a:ext>
            </a:extLst>
          </p:cNvPr>
          <p:cNvCxnSpPr>
            <a:cxnSpLocks/>
          </p:cNvCxnSpPr>
          <p:nvPr/>
        </p:nvCxnSpPr>
        <p:spPr>
          <a:xfrm flipH="1" flipV="1">
            <a:off x="9645753" y="4976442"/>
            <a:ext cx="386504" cy="63533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1" name="Connecteur droit 130">
            <a:extLst>
              <a:ext uri="{FF2B5EF4-FFF2-40B4-BE49-F238E27FC236}">
                <a16:creationId xmlns:a16="http://schemas.microsoft.com/office/drawing/2014/main" id="{F47B18F0-8046-47DB-AC57-1145927E94B9}"/>
              </a:ext>
            </a:extLst>
          </p:cNvPr>
          <p:cNvCxnSpPr/>
          <p:nvPr/>
        </p:nvCxnSpPr>
        <p:spPr>
          <a:xfrm flipH="1" flipV="1">
            <a:off x="10099864" y="4981740"/>
            <a:ext cx="111084"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2" name="Connecteur droit 131">
            <a:extLst>
              <a:ext uri="{FF2B5EF4-FFF2-40B4-BE49-F238E27FC236}">
                <a16:creationId xmlns:a16="http://schemas.microsoft.com/office/drawing/2014/main" id="{C649BC11-E633-44D0-9438-495FAE63F58F}"/>
              </a:ext>
            </a:extLst>
          </p:cNvPr>
          <p:cNvCxnSpPr>
            <a:cxnSpLocks/>
          </p:cNvCxnSpPr>
          <p:nvPr/>
        </p:nvCxnSpPr>
        <p:spPr>
          <a:xfrm flipV="1">
            <a:off x="10210948" y="4981740"/>
            <a:ext cx="31792"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3" name="Connecteur droit 132">
            <a:extLst>
              <a:ext uri="{FF2B5EF4-FFF2-40B4-BE49-F238E27FC236}">
                <a16:creationId xmlns:a16="http://schemas.microsoft.com/office/drawing/2014/main" id="{8451E88B-D404-43F9-9C5A-97DBC6DD08DE}"/>
              </a:ext>
            </a:extLst>
          </p:cNvPr>
          <p:cNvCxnSpPr>
            <a:cxnSpLocks/>
          </p:cNvCxnSpPr>
          <p:nvPr/>
        </p:nvCxnSpPr>
        <p:spPr>
          <a:xfrm flipV="1">
            <a:off x="10210948" y="4981740"/>
            <a:ext cx="152400"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4" name="Connecteur droit 133">
            <a:extLst>
              <a:ext uri="{FF2B5EF4-FFF2-40B4-BE49-F238E27FC236}">
                <a16:creationId xmlns:a16="http://schemas.microsoft.com/office/drawing/2014/main" id="{A6B67345-65BC-4202-BC3A-A2E7353D4D73}"/>
              </a:ext>
            </a:extLst>
          </p:cNvPr>
          <p:cNvCxnSpPr>
            <a:cxnSpLocks/>
          </p:cNvCxnSpPr>
          <p:nvPr/>
        </p:nvCxnSpPr>
        <p:spPr>
          <a:xfrm flipV="1">
            <a:off x="10216506" y="4981740"/>
            <a:ext cx="298490"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5" name="Connecteur droit 134">
            <a:extLst>
              <a:ext uri="{FF2B5EF4-FFF2-40B4-BE49-F238E27FC236}">
                <a16:creationId xmlns:a16="http://schemas.microsoft.com/office/drawing/2014/main" id="{283D701E-9818-48E9-A6DF-6D2442981B05}"/>
              </a:ext>
            </a:extLst>
          </p:cNvPr>
          <p:cNvCxnSpPr>
            <a:cxnSpLocks/>
          </p:cNvCxnSpPr>
          <p:nvPr/>
        </p:nvCxnSpPr>
        <p:spPr>
          <a:xfrm flipV="1">
            <a:off x="10216506" y="4981740"/>
            <a:ext cx="584216"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6" name="Connecteur droit 135">
            <a:extLst>
              <a:ext uri="{FF2B5EF4-FFF2-40B4-BE49-F238E27FC236}">
                <a16:creationId xmlns:a16="http://schemas.microsoft.com/office/drawing/2014/main" id="{A9D1F09B-9484-4CDA-B7EE-F0E2E25941A8}"/>
              </a:ext>
            </a:extLst>
          </p:cNvPr>
          <p:cNvCxnSpPr>
            <a:cxnSpLocks/>
          </p:cNvCxnSpPr>
          <p:nvPr/>
        </p:nvCxnSpPr>
        <p:spPr>
          <a:xfrm flipH="1" flipV="1">
            <a:off x="9979145" y="4981740"/>
            <a:ext cx="231803"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7" name="Connecteur droit 136">
            <a:extLst>
              <a:ext uri="{FF2B5EF4-FFF2-40B4-BE49-F238E27FC236}">
                <a16:creationId xmlns:a16="http://schemas.microsoft.com/office/drawing/2014/main" id="{F45DFA3F-B9CF-4DD6-990D-C9AD860E6B67}"/>
              </a:ext>
            </a:extLst>
          </p:cNvPr>
          <p:cNvCxnSpPr>
            <a:cxnSpLocks/>
          </p:cNvCxnSpPr>
          <p:nvPr/>
        </p:nvCxnSpPr>
        <p:spPr>
          <a:xfrm flipH="1" flipV="1">
            <a:off x="9826630" y="4976008"/>
            <a:ext cx="384319" cy="63576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8" name="Connecteur droit 137">
            <a:extLst>
              <a:ext uri="{FF2B5EF4-FFF2-40B4-BE49-F238E27FC236}">
                <a16:creationId xmlns:a16="http://schemas.microsoft.com/office/drawing/2014/main" id="{792B09E7-0964-4E1C-A88F-8C5BC7CA725D}"/>
              </a:ext>
            </a:extLst>
          </p:cNvPr>
          <p:cNvCxnSpPr/>
          <p:nvPr/>
        </p:nvCxnSpPr>
        <p:spPr>
          <a:xfrm flipH="1" flipV="1">
            <a:off x="10273401" y="4981306"/>
            <a:ext cx="111084"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9" name="Connecteur droit 138">
            <a:extLst>
              <a:ext uri="{FF2B5EF4-FFF2-40B4-BE49-F238E27FC236}">
                <a16:creationId xmlns:a16="http://schemas.microsoft.com/office/drawing/2014/main" id="{3F6CD5E7-07FA-40B5-9EC3-A919A3D12A35}"/>
              </a:ext>
            </a:extLst>
          </p:cNvPr>
          <p:cNvCxnSpPr>
            <a:cxnSpLocks/>
          </p:cNvCxnSpPr>
          <p:nvPr/>
        </p:nvCxnSpPr>
        <p:spPr>
          <a:xfrm flipV="1">
            <a:off x="10384485" y="4981306"/>
            <a:ext cx="31792"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0" name="Connecteur droit 139">
            <a:extLst>
              <a:ext uri="{FF2B5EF4-FFF2-40B4-BE49-F238E27FC236}">
                <a16:creationId xmlns:a16="http://schemas.microsoft.com/office/drawing/2014/main" id="{4227D4FF-A829-4EF2-889D-53D6A7C31A77}"/>
              </a:ext>
            </a:extLst>
          </p:cNvPr>
          <p:cNvCxnSpPr>
            <a:cxnSpLocks/>
          </p:cNvCxnSpPr>
          <p:nvPr/>
        </p:nvCxnSpPr>
        <p:spPr>
          <a:xfrm flipV="1">
            <a:off x="10384485" y="4981306"/>
            <a:ext cx="152400"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1" name="Connecteur droit 140">
            <a:extLst>
              <a:ext uri="{FF2B5EF4-FFF2-40B4-BE49-F238E27FC236}">
                <a16:creationId xmlns:a16="http://schemas.microsoft.com/office/drawing/2014/main" id="{BACA6A3A-C404-480E-AC92-80872311B1E3}"/>
              </a:ext>
            </a:extLst>
          </p:cNvPr>
          <p:cNvCxnSpPr>
            <a:cxnSpLocks/>
          </p:cNvCxnSpPr>
          <p:nvPr/>
        </p:nvCxnSpPr>
        <p:spPr>
          <a:xfrm flipV="1">
            <a:off x="10390043" y="4981306"/>
            <a:ext cx="298490"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2" name="Connecteur droit 141">
            <a:extLst>
              <a:ext uri="{FF2B5EF4-FFF2-40B4-BE49-F238E27FC236}">
                <a16:creationId xmlns:a16="http://schemas.microsoft.com/office/drawing/2014/main" id="{64112AFD-81ED-48DE-ACAB-5AE345DA7327}"/>
              </a:ext>
            </a:extLst>
          </p:cNvPr>
          <p:cNvCxnSpPr>
            <a:cxnSpLocks/>
          </p:cNvCxnSpPr>
          <p:nvPr/>
        </p:nvCxnSpPr>
        <p:spPr>
          <a:xfrm flipV="1">
            <a:off x="10394805" y="4981306"/>
            <a:ext cx="584216"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3" name="Connecteur droit 142">
            <a:extLst>
              <a:ext uri="{FF2B5EF4-FFF2-40B4-BE49-F238E27FC236}">
                <a16:creationId xmlns:a16="http://schemas.microsoft.com/office/drawing/2014/main" id="{3380D0F3-F60C-4766-BD24-05C6BD2BB4FE}"/>
              </a:ext>
            </a:extLst>
          </p:cNvPr>
          <p:cNvCxnSpPr>
            <a:cxnSpLocks/>
          </p:cNvCxnSpPr>
          <p:nvPr/>
        </p:nvCxnSpPr>
        <p:spPr>
          <a:xfrm flipH="1" flipV="1">
            <a:off x="10152682" y="4981306"/>
            <a:ext cx="231803"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4" name="Connecteur droit 143">
            <a:extLst>
              <a:ext uri="{FF2B5EF4-FFF2-40B4-BE49-F238E27FC236}">
                <a16:creationId xmlns:a16="http://schemas.microsoft.com/office/drawing/2014/main" id="{1D22D816-9A96-435E-B1DC-420BC4AE5668}"/>
              </a:ext>
            </a:extLst>
          </p:cNvPr>
          <p:cNvCxnSpPr>
            <a:cxnSpLocks/>
          </p:cNvCxnSpPr>
          <p:nvPr/>
        </p:nvCxnSpPr>
        <p:spPr>
          <a:xfrm flipH="1" flipV="1">
            <a:off x="10029097" y="4989898"/>
            <a:ext cx="355390" cy="62144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5" name="Connecteur droit 144">
            <a:extLst>
              <a:ext uri="{FF2B5EF4-FFF2-40B4-BE49-F238E27FC236}">
                <a16:creationId xmlns:a16="http://schemas.microsoft.com/office/drawing/2014/main" id="{F7CC671D-775D-4D64-B39A-24585CB16D6E}"/>
              </a:ext>
            </a:extLst>
          </p:cNvPr>
          <p:cNvCxnSpPr/>
          <p:nvPr/>
        </p:nvCxnSpPr>
        <p:spPr>
          <a:xfrm flipH="1" flipV="1">
            <a:off x="10449657" y="4976443"/>
            <a:ext cx="111084"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6" name="Connecteur droit 145">
            <a:extLst>
              <a:ext uri="{FF2B5EF4-FFF2-40B4-BE49-F238E27FC236}">
                <a16:creationId xmlns:a16="http://schemas.microsoft.com/office/drawing/2014/main" id="{5B66FC6D-3DDF-4A43-A2A7-25827E728806}"/>
              </a:ext>
            </a:extLst>
          </p:cNvPr>
          <p:cNvCxnSpPr>
            <a:cxnSpLocks/>
          </p:cNvCxnSpPr>
          <p:nvPr/>
        </p:nvCxnSpPr>
        <p:spPr>
          <a:xfrm flipV="1">
            <a:off x="10560741" y="4976443"/>
            <a:ext cx="31792"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7" name="Connecteur droit 146">
            <a:extLst>
              <a:ext uri="{FF2B5EF4-FFF2-40B4-BE49-F238E27FC236}">
                <a16:creationId xmlns:a16="http://schemas.microsoft.com/office/drawing/2014/main" id="{8DEE8192-7F28-4486-93C5-3A44786E784E}"/>
              </a:ext>
            </a:extLst>
          </p:cNvPr>
          <p:cNvCxnSpPr>
            <a:cxnSpLocks/>
          </p:cNvCxnSpPr>
          <p:nvPr/>
        </p:nvCxnSpPr>
        <p:spPr>
          <a:xfrm flipV="1">
            <a:off x="10560741" y="4976443"/>
            <a:ext cx="152400"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8" name="Connecteur droit 147">
            <a:extLst>
              <a:ext uri="{FF2B5EF4-FFF2-40B4-BE49-F238E27FC236}">
                <a16:creationId xmlns:a16="http://schemas.microsoft.com/office/drawing/2014/main" id="{CF0A9371-EE59-45FF-AD6B-C8038900D987}"/>
              </a:ext>
            </a:extLst>
          </p:cNvPr>
          <p:cNvCxnSpPr>
            <a:cxnSpLocks/>
          </p:cNvCxnSpPr>
          <p:nvPr/>
        </p:nvCxnSpPr>
        <p:spPr>
          <a:xfrm flipV="1">
            <a:off x="10563918" y="4978824"/>
            <a:ext cx="298490"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9" name="Connecteur droit 148">
            <a:extLst>
              <a:ext uri="{FF2B5EF4-FFF2-40B4-BE49-F238E27FC236}">
                <a16:creationId xmlns:a16="http://schemas.microsoft.com/office/drawing/2014/main" id="{8FBAD15E-ADD9-4008-9298-3B82A513D79B}"/>
              </a:ext>
            </a:extLst>
          </p:cNvPr>
          <p:cNvCxnSpPr>
            <a:cxnSpLocks/>
          </p:cNvCxnSpPr>
          <p:nvPr/>
        </p:nvCxnSpPr>
        <p:spPr>
          <a:xfrm flipV="1">
            <a:off x="10568680" y="4976443"/>
            <a:ext cx="584216"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0" name="Connecteur droit 149">
            <a:extLst>
              <a:ext uri="{FF2B5EF4-FFF2-40B4-BE49-F238E27FC236}">
                <a16:creationId xmlns:a16="http://schemas.microsoft.com/office/drawing/2014/main" id="{9ECE5461-9FD7-41A2-B12D-98486C2984A4}"/>
              </a:ext>
            </a:extLst>
          </p:cNvPr>
          <p:cNvCxnSpPr>
            <a:cxnSpLocks/>
          </p:cNvCxnSpPr>
          <p:nvPr/>
        </p:nvCxnSpPr>
        <p:spPr>
          <a:xfrm flipH="1" flipV="1">
            <a:off x="10328938" y="4976443"/>
            <a:ext cx="231803"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1" name="Connecteur droit 150">
            <a:extLst>
              <a:ext uri="{FF2B5EF4-FFF2-40B4-BE49-F238E27FC236}">
                <a16:creationId xmlns:a16="http://schemas.microsoft.com/office/drawing/2014/main" id="{C60B61A1-294E-4396-A13F-0607CADA45AE}"/>
              </a:ext>
            </a:extLst>
          </p:cNvPr>
          <p:cNvCxnSpPr>
            <a:cxnSpLocks/>
          </p:cNvCxnSpPr>
          <p:nvPr/>
        </p:nvCxnSpPr>
        <p:spPr>
          <a:xfrm flipH="1" flipV="1">
            <a:off x="10202098" y="4994760"/>
            <a:ext cx="358644" cy="611715"/>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2" name="Connecteur droit 151">
            <a:extLst>
              <a:ext uri="{FF2B5EF4-FFF2-40B4-BE49-F238E27FC236}">
                <a16:creationId xmlns:a16="http://schemas.microsoft.com/office/drawing/2014/main" id="{BA8E03E8-F8DA-4383-8EE4-D2E30491877E}"/>
              </a:ext>
            </a:extLst>
          </p:cNvPr>
          <p:cNvCxnSpPr>
            <a:cxnSpLocks/>
          </p:cNvCxnSpPr>
          <p:nvPr/>
        </p:nvCxnSpPr>
        <p:spPr>
          <a:xfrm flipH="1" flipV="1">
            <a:off x="10650425" y="4980872"/>
            <a:ext cx="110423" cy="61973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3" name="Connecteur droit 152">
            <a:extLst>
              <a:ext uri="{FF2B5EF4-FFF2-40B4-BE49-F238E27FC236}">
                <a16:creationId xmlns:a16="http://schemas.microsoft.com/office/drawing/2014/main" id="{E958142B-C8DA-4FAA-A96F-2114951D7527}"/>
              </a:ext>
            </a:extLst>
          </p:cNvPr>
          <p:cNvCxnSpPr>
            <a:cxnSpLocks/>
          </p:cNvCxnSpPr>
          <p:nvPr/>
        </p:nvCxnSpPr>
        <p:spPr>
          <a:xfrm flipV="1">
            <a:off x="10760848" y="4989465"/>
            <a:ext cx="25029" cy="611145"/>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4" name="Connecteur droit 153">
            <a:extLst>
              <a:ext uri="{FF2B5EF4-FFF2-40B4-BE49-F238E27FC236}">
                <a16:creationId xmlns:a16="http://schemas.microsoft.com/office/drawing/2014/main" id="{F4FF0B7F-F228-4762-85D6-C8B9BF592781}"/>
              </a:ext>
            </a:extLst>
          </p:cNvPr>
          <p:cNvCxnSpPr>
            <a:cxnSpLocks/>
          </p:cNvCxnSpPr>
          <p:nvPr/>
        </p:nvCxnSpPr>
        <p:spPr>
          <a:xfrm flipV="1">
            <a:off x="10760848" y="4980438"/>
            <a:ext cx="141910" cy="620172"/>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5" name="Connecteur droit 154">
            <a:extLst>
              <a:ext uri="{FF2B5EF4-FFF2-40B4-BE49-F238E27FC236}">
                <a16:creationId xmlns:a16="http://schemas.microsoft.com/office/drawing/2014/main" id="{C7048458-5F7D-4CF3-B7DB-16D71F479ECC}"/>
              </a:ext>
            </a:extLst>
          </p:cNvPr>
          <p:cNvCxnSpPr>
            <a:cxnSpLocks/>
          </p:cNvCxnSpPr>
          <p:nvPr/>
        </p:nvCxnSpPr>
        <p:spPr>
          <a:xfrm flipV="1">
            <a:off x="10766406" y="4979571"/>
            <a:ext cx="274186" cy="62103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6" name="Connecteur droit 155">
            <a:extLst>
              <a:ext uri="{FF2B5EF4-FFF2-40B4-BE49-F238E27FC236}">
                <a16:creationId xmlns:a16="http://schemas.microsoft.com/office/drawing/2014/main" id="{3070C5DB-B3E1-463D-9920-02707C181275}"/>
              </a:ext>
            </a:extLst>
          </p:cNvPr>
          <p:cNvCxnSpPr>
            <a:cxnSpLocks/>
          </p:cNvCxnSpPr>
          <p:nvPr/>
        </p:nvCxnSpPr>
        <p:spPr>
          <a:xfrm flipV="1">
            <a:off x="10768787" y="4979137"/>
            <a:ext cx="551910" cy="62147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7" name="Connecteur droit 156">
            <a:extLst>
              <a:ext uri="{FF2B5EF4-FFF2-40B4-BE49-F238E27FC236}">
                <a16:creationId xmlns:a16="http://schemas.microsoft.com/office/drawing/2014/main" id="{E273C6BF-8252-4DAA-B164-77A747821913}"/>
              </a:ext>
            </a:extLst>
          </p:cNvPr>
          <p:cNvCxnSpPr>
            <a:cxnSpLocks/>
            <a:endCxn id="105" idx="3"/>
          </p:cNvCxnSpPr>
          <p:nvPr/>
        </p:nvCxnSpPr>
        <p:spPr>
          <a:xfrm flipH="1" flipV="1">
            <a:off x="10429851" y="4981740"/>
            <a:ext cx="330998" cy="61887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8" name="Connecteur droit 157">
            <a:extLst>
              <a:ext uri="{FF2B5EF4-FFF2-40B4-BE49-F238E27FC236}">
                <a16:creationId xmlns:a16="http://schemas.microsoft.com/office/drawing/2014/main" id="{8008405A-4401-47BC-B2CA-A9D7534CD25D}"/>
              </a:ext>
            </a:extLst>
          </p:cNvPr>
          <p:cNvCxnSpPr>
            <a:cxnSpLocks/>
            <a:endCxn id="105" idx="3"/>
          </p:cNvCxnSpPr>
          <p:nvPr/>
        </p:nvCxnSpPr>
        <p:spPr>
          <a:xfrm flipH="1" flipV="1">
            <a:off x="10429851" y="4981740"/>
            <a:ext cx="330998" cy="61887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9" name="Connecteur droit 158">
            <a:extLst>
              <a:ext uri="{FF2B5EF4-FFF2-40B4-BE49-F238E27FC236}">
                <a16:creationId xmlns:a16="http://schemas.microsoft.com/office/drawing/2014/main" id="{32F77663-283C-4A93-ACBC-A4AF62899E94}"/>
              </a:ext>
            </a:extLst>
          </p:cNvPr>
          <p:cNvCxnSpPr/>
          <p:nvPr/>
        </p:nvCxnSpPr>
        <p:spPr>
          <a:xfrm flipH="1" flipV="1">
            <a:off x="10837669" y="4981306"/>
            <a:ext cx="111084"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0" name="Connecteur droit 159">
            <a:extLst>
              <a:ext uri="{FF2B5EF4-FFF2-40B4-BE49-F238E27FC236}">
                <a16:creationId xmlns:a16="http://schemas.microsoft.com/office/drawing/2014/main" id="{BC386BFE-5E55-45F2-9BAA-FF29CF4934BD}"/>
              </a:ext>
            </a:extLst>
          </p:cNvPr>
          <p:cNvCxnSpPr>
            <a:cxnSpLocks/>
          </p:cNvCxnSpPr>
          <p:nvPr/>
        </p:nvCxnSpPr>
        <p:spPr>
          <a:xfrm flipV="1">
            <a:off x="10948753" y="4981306"/>
            <a:ext cx="31792"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1" name="Connecteur droit 160">
            <a:extLst>
              <a:ext uri="{FF2B5EF4-FFF2-40B4-BE49-F238E27FC236}">
                <a16:creationId xmlns:a16="http://schemas.microsoft.com/office/drawing/2014/main" id="{96C913D0-2FFE-4187-A52D-1794C0384345}"/>
              </a:ext>
            </a:extLst>
          </p:cNvPr>
          <p:cNvCxnSpPr>
            <a:cxnSpLocks/>
          </p:cNvCxnSpPr>
          <p:nvPr/>
        </p:nvCxnSpPr>
        <p:spPr>
          <a:xfrm flipV="1">
            <a:off x="10948753" y="4981306"/>
            <a:ext cx="152400"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2" name="Connecteur droit 161">
            <a:extLst>
              <a:ext uri="{FF2B5EF4-FFF2-40B4-BE49-F238E27FC236}">
                <a16:creationId xmlns:a16="http://schemas.microsoft.com/office/drawing/2014/main" id="{EFEFB10B-C548-464A-9F49-4BA580E07EAA}"/>
              </a:ext>
            </a:extLst>
          </p:cNvPr>
          <p:cNvCxnSpPr>
            <a:cxnSpLocks/>
          </p:cNvCxnSpPr>
          <p:nvPr/>
        </p:nvCxnSpPr>
        <p:spPr>
          <a:xfrm flipV="1">
            <a:off x="10951930" y="4981306"/>
            <a:ext cx="298490"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3" name="Connecteur droit 162">
            <a:extLst>
              <a:ext uri="{FF2B5EF4-FFF2-40B4-BE49-F238E27FC236}">
                <a16:creationId xmlns:a16="http://schemas.microsoft.com/office/drawing/2014/main" id="{63612A96-8584-43F4-AB47-3F22B6DAA401}"/>
              </a:ext>
            </a:extLst>
          </p:cNvPr>
          <p:cNvCxnSpPr>
            <a:cxnSpLocks/>
          </p:cNvCxnSpPr>
          <p:nvPr/>
        </p:nvCxnSpPr>
        <p:spPr>
          <a:xfrm flipV="1">
            <a:off x="10951930" y="5154564"/>
            <a:ext cx="364005" cy="45677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4" name="Connecteur droit 163">
            <a:extLst>
              <a:ext uri="{FF2B5EF4-FFF2-40B4-BE49-F238E27FC236}">
                <a16:creationId xmlns:a16="http://schemas.microsoft.com/office/drawing/2014/main" id="{96749115-5E2D-4E99-8AB1-1A7AEF9CF712}"/>
              </a:ext>
            </a:extLst>
          </p:cNvPr>
          <p:cNvCxnSpPr>
            <a:cxnSpLocks/>
          </p:cNvCxnSpPr>
          <p:nvPr/>
        </p:nvCxnSpPr>
        <p:spPr>
          <a:xfrm flipH="1" flipV="1">
            <a:off x="10716950" y="4981306"/>
            <a:ext cx="231803"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5" name="Connecteur droit 164">
            <a:extLst>
              <a:ext uri="{FF2B5EF4-FFF2-40B4-BE49-F238E27FC236}">
                <a16:creationId xmlns:a16="http://schemas.microsoft.com/office/drawing/2014/main" id="{134C7440-E469-4AEA-A134-EBCE3813DB46}"/>
              </a:ext>
            </a:extLst>
          </p:cNvPr>
          <p:cNvCxnSpPr>
            <a:cxnSpLocks/>
          </p:cNvCxnSpPr>
          <p:nvPr/>
        </p:nvCxnSpPr>
        <p:spPr>
          <a:xfrm flipH="1" flipV="1">
            <a:off x="10557476" y="4989898"/>
            <a:ext cx="391278" cy="62144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6" name="Connecteur droit 165">
            <a:extLst>
              <a:ext uri="{FF2B5EF4-FFF2-40B4-BE49-F238E27FC236}">
                <a16:creationId xmlns:a16="http://schemas.microsoft.com/office/drawing/2014/main" id="{353DC178-9BAD-4D15-A519-45E896E20DD1}"/>
              </a:ext>
            </a:extLst>
          </p:cNvPr>
          <p:cNvCxnSpPr>
            <a:cxnSpLocks/>
          </p:cNvCxnSpPr>
          <p:nvPr/>
        </p:nvCxnSpPr>
        <p:spPr>
          <a:xfrm flipH="1" flipV="1">
            <a:off x="11064903" y="4989465"/>
            <a:ext cx="112157" cy="621873"/>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7" name="Connecteur droit 166">
            <a:extLst>
              <a:ext uri="{FF2B5EF4-FFF2-40B4-BE49-F238E27FC236}">
                <a16:creationId xmlns:a16="http://schemas.microsoft.com/office/drawing/2014/main" id="{D892FA2A-1625-4129-AF67-8B72CF0068AC}"/>
              </a:ext>
            </a:extLst>
          </p:cNvPr>
          <p:cNvCxnSpPr>
            <a:cxnSpLocks/>
          </p:cNvCxnSpPr>
          <p:nvPr/>
        </p:nvCxnSpPr>
        <p:spPr>
          <a:xfrm flipV="1">
            <a:off x="11177060" y="4981306"/>
            <a:ext cx="31792"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8" name="Connecteur droit 167">
            <a:extLst>
              <a:ext uri="{FF2B5EF4-FFF2-40B4-BE49-F238E27FC236}">
                <a16:creationId xmlns:a16="http://schemas.microsoft.com/office/drawing/2014/main" id="{28B26A70-E74E-4078-9FB1-61E3A48D8F8E}"/>
              </a:ext>
            </a:extLst>
          </p:cNvPr>
          <p:cNvCxnSpPr>
            <a:cxnSpLocks/>
          </p:cNvCxnSpPr>
          <p:nvPr/>
        </p:nvCxnSpPr>
        <p:spPr>
          <a:xfrm flipV="1">
            <a:off x="11177060" y="4981306"/>
            <a:ext cx="152400"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9" name="Connecteur droit 168">
            <a:extLst>
              <a:ext uri="{FF2B5EF4-FFF2-40B4-BE49-F238E27FC236}">
                <a16:creationId xmlns:a16="http://schemas.microsoft.com/office/drawing/2014/main" id="{3EB08D54-E740-4165-BA1C-2AA745F5ED41}"/>
              </a:ext>
            </a:extLst>
          </p:cNvPr>
          <p:cNvCxnSpPr>
            <a:cxnSpLocks/>
          </p:cNvCxnSpPr>
          <p:nvPr/>
        </p:nvCxnSpPr>
        <p:spPr>
          <a:xfrm flipV="1">
            <a:off x="11182618" y="5296755"/>
            <a:ext cx="135698" cy="31458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0" name="Connecteur droit 169">
            <a:extLst>
              <a:ext uri="{FF2B5EF4-FFF2-40B4-BE49-F238E27FC236}">
                <a16:creationId xmlns:a16="http://schemas.microsoft.com/office/drawing/2014/main" id="{F17CA9D6-462E-441F-B2E3-D3601E91DD25}"/>
              </a:ext>
            </a:extLst>
          </p:cNvPr>
          <p:cNvCxnSpPr>
            <a:cxnSpLocks/>
          </p:cNvCxnSpPr>
          <p:nvPr/>
        </p:nvCxnSpPr>
        <p:spPr>
          <a:xfrm flipV="1">
            <a:off x="11184999" y="5441820"/>
            <a:ext cx="135698" cy="16951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1" name="Connecteur droit 170">
            <a:extLst>
              <a:ext uri="{FF2B5EF4-FFF2-40B4-BE49-F238E27FC236}">
                <a16:creationId xmlns:a16="http://schemas.microsoft.com/office/drawing/2014/main" id="{5A5D2BE0-CC6D-4598-B98B-A2769B7113EF}"/>
              </a:ext>
            </a:extLst>
          </p:cNvPr>
          <p:cNvCxnSpPr>
            <a:cxnSpLocks/>
          </p:cNvCxnSpPr>
          <p:nvPr/>
        </p:nvCxnSpPr>
        <p:spPr>
          <a:xfrm flipH="1" flipV="1">
            <a:off x="10945257" y="4981306"/>
            <a:ext cx="231803"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2" name="Connecteur droit 171">
            <a:extLst>
              <a:ext uri="{FF2B5EF4-FFF2-40B4-BE49-F238E27FC236}">
                <a16:creationId xmlns:a16="http://schemas.microsoft.com/office/drawing/2014/main" id="{466EB552-2B67-452C-B158-05FF013E7738}"/>
              </a:ext>
            </a:extLst>
          </p:cNvPr>
          <p:cNvCxnSpPr>
            <a:cxnSpLocks/>
          </p:cNvCxnSpPr>
          <p:nvPr/>
        </p:nvCxnSpPr>
        <p:spPr>
          <a:xfrm flipH="1" flipV="1">
            <a:off x="10857907" y="4980004"/>
            <a:ext cx="319154" cy="631334"/>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3" name="Connecteur droit 172">
            <a:extLst>
              <a:ext uri="{FF2B5EF4-FFF2-40B4-BE49-F238E27FC236}">
                <a16:creationId xmlns:a16="http://schemas.microsoft.com/office/drawing/2014/main" id="{DAC11517-D005-4BDA-BFBB-7D4EF7D1186B}"/>
              </a:ext>
            </a:extLst>
          </p:cNvPr>
          <p:cNvCxnSpPr/>
          <p:nvPr/>
        </p:nvCxnSpPr>
        <p:spPr>
          <a:xfrm flipH="1" flipV="1">
            <a:off x="9525513" y="4976443"/>
            <a:ext cx="111084"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4" name="Connecteur droit 173">
            <a:extLst>
              <a:ext uri="{FF2B5EF4-FFF2-40B4-BE49-F238E27FC236}">
                <a16:creationId xmlns:a16="http://schemas.microsoft.com/office/drawing/2014/main" id="{921E31BF-5C24-4C9F-8282-A9691F44A707}"/>
              </a:ext>
            </a:extLst>
          </p:cNvPr>
          <p:cNvCxnSpPr>
            <a:cxnSpLocks/>
          </p:cNvCxnSpPr>
          <p:nvPr/>
        </p:nvCxnSpPr>
        <p:spPr>
          <a:xfrm flipV="1">
            <a:off x="9636597" y="4976443"/>
            <a:ext cx="31792"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5" name="Connecteur droit 174">
            <a:extLst>
              <a:ext uri="{FF2B5EF4-FFF2-40B4-BE49-F238E27FC236}">
                <a16:creationId xmlns:a16="http://schemas.microsoft.com/office/drawing/2014/main" id="{A7E2B3D0-93A7-4DC9-A583-D3FDAB9F59B6}"/>
              </a:ext>
            </a:extLst>
          </p:cNvPr>
          <p:cNvCxnSpPr>
            <a:cxnSpLocks/>
          </p:cNvCxnSpPr>
          <p:nvPr/>
        </p:nvCxnSpPr>
        <p:spPr>
          <a:xfrm flipV="1">
            <a:off x="9636597" y="4976443"/>
            <a:ext cx="152400"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6" name="Connecteur droit 175">
            <a:extLst>
              <a:ext uri="{FF2B5EF4-FFF2-40B4-BE49-F238E27FC236}">
                <a16:creationId xmlns:a16="http://schemas.microsoft.com/office/drawing/2014/main" id="{AFD03FBB-7378-4941-86EE-244EF8D40ADE}"/>
              </a:ext>
            </a:extLst>
          </p:cNvPr>
          <p:cNvCxnSpPr>
            <a:cxnSpLocks/>
          </p:cNvCxnSpPr>
          <p:nvPr/>
        </p:nvCxnSpPr>
        <p:spPr>
          <a:xfrm flipV="1">
            <a:off x="9642155" y="4976443"/>
            <a:ext cx="298490"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7" name="Connecteur droit 176">
            <a:extLst>
              <a:ext uri="{FF2B5EF4-FFF2-40B4-BE49-F238E27FC236}">
                <a16:creationId xmlns:a16="http://schemas.microsoft.com/office/drawing/2014/main" id="{C545E6B9-1BA5-409B-A0D8-6F857049D1AE}"/>
              </a:ext>
            </a:extLst>
          </p:cNvPr>
          <p:cNvCxnSpPr>
            <a:cxnSpLocks/>
          </p:cNvCxnSpPr>
          <p:nvPr/>
        </p:nvCxnSpPr>
        <p:spPr>
          <a:xfrm flipV="1">
            <a:off x="9644536" y="4976443"/>
            <a:ext cx="584216" cy="630031"/>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8" name="Connecteur droit 177">
            <a:extLst>
              <a:ext uri="{FF2B5EF4-FFF2-40B4-BE49-F238E27FC236}">
                <a16:creationId xmlns:a16="http://schemas.microsoft.com/office/drawing/2014/main" id="{91B01EF8-1EC1-4330-94EB-F12EDCD61455}"/>
              </a:ext>
            </a:extLst>
          </p:cNvPr>
          <p:cNvCxnSpPr>
            <a:cxnSpLocks/>
            <a:endCxn id="105" idx="0"/>
          </p:cNvCxnSpPr>
          <p:nvPr/>
        </p:nvCxnSpPr>
        <p:spPr>
          <a:xfrm flipH="1" flipV="1">
            <a:off x="9534243" y="5296755"/>
            <a:ext cx="102356" cy="30972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9" name="Connecteur droit 178">
            <a:extLst>
              <a:ext uri="{FF2B5EF4-FFF2-40B4-BE49-F238E27FC236}">
                <a16:creationId xmlns:a16="http://schemas.microsoft.com/office/drawing/2014/main" id="{FCA4B53B-B217-4B00-8A83-A4340BA37A5D}"/>
              </a:ext>
            </a:extLst>
          </p:cNvPr>
          <p:cNvCxnSpPr>
            <a:cxnSpLocks/>
          </p:cNvCxnSpPr>
          <p:nvPr/>
        </p:nvCxnSpPr>
        <p:spPr>
          <a:xfrm flipH="1" flipV="1">
            <a:off x="9527069" y="5441820"/>
            <a:ext cx="109529" cy="164655"/>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0" name="ZoneTexte 189">
            <a:extLst>
              <a:ext uri="{FF2B5EF4-FFF2-40B4-BE49-F238E27FC236}">
                <a16:creationId xmlns:a16="http://schemas.microsoft.com/office/drawing/2014/main" id="{57C38E9A-6E56-4CC4-9D72-CF105E380675}"/>
              </a:ext>
            </a:extLst>
          </p:cNvPr>
          <p:cNvSpPr txBox="1"/>
          <p:nvPr/>
        </p:nvSpPr>
        <p:spPr>
          <a:xfrm>
            <a:off x="10098630" y="5740309"/>
            <a:ext cx="1791216" cy="246221"/>
          </a:xfrm>
          <a:prstGeom prst="rect">
            <a:avLst/>
          </a:prstGeom>
          <a:noFill/>
        </p:spPr>
        <p:txBody>
          <a:bodyPr wrap="square">
            <a:spAutoFit/>
          </a:bodyPr>
          <a:lstStyle/>
          <a:p>
            <a:pPr algn="ctr"/>
            <a:r>
              <a:rPr lang="fr-FR" sz="1000" dirty="0">
                <a:solidFill>
                  <a:schemeClr val="accent1"/>
                </a:solidFill>
                <a:cs typeface="Calibri" panose="020F0502020204030204" pitchFamily="34" charset="0"/>
              </a:rPr>
              <a:t>Points de germinations</a:t>
            </a:r>
            <a:endParaRPr lang="fr-FR" sz="1000" dirty="0">
              <a:solidFill>
                <a:schemeClr val="accent1"/>
              </a:solidFill>
            </a:endParaRPr>
          </a:p>
        </p:txBody>
      </p:sp>
      <p:sp>
        <p:nvSpPr>
          <p:cNvPr id="191" name="ZoneTexte 190">
            <a:extLst>
              <a:ext uri="{FF2B5EF4-FFF2-40B4-BE49-F238E27FC236}">
                <a16:creationId xmlns:a16="http://schemas.microsoft.com/office/drawing/2014/main" id="{674A8B0C-48DC-4E7B-BB81-17346E41CAC4}"/>
              </a:ext>
            </a:extLst>
          </p:cNvPr>
          <p:cNvSpPr txBox="1"/>
          <p:nvPr/>
        </p:nvSpPr>
        <p:spPr>
          <a:xfrm>
            <a:off x="11331320" y="5027244"/>
            <a:ext cx="752069" cy="553998"/>
          </a:xfrm>
          <a:prstGeom prst="rect">
            <a:avLst/>
          </a:prstGeom>
          <a:noFill/>
        </p:spPr>
        <p:txBody>
          <a:bodyPr wrap="square">
            <a:spAutoFit/>
          </a:bodyPr>
          <a:lstStyle/>
          <a:p>
            <a:pPr algn="ctr"/>
            <a:r>
              <a:rPr lang="fr-FR" sz="1000" dirty="0">
                <a:solidFill>
                  <a:schemeClr val="accent1"/>
                </a:solidFill>
                <a:cs typeface="Calibri" panose="020F0502020204030204" pitchFamily="34" charset="0"/>
              </a:rPr>
              <a:t>Lamelles de Nd Rich</a:t>
            </a:r>
            <a:endParaRPr lang="fr-FR" sz="1000" dirty="0">
              <a:solidFill>
                <a:schemeClr val="accent1"/>
              </a:solidFill>
            </a:endParaRPr>
          </a:p>
        </p:txBody>
      </p:sp>
      <p:sp>
        <p:nvSpPr>
          <p:cNvPr id="192" name="ZoneTexte 191">
            <a:extLst>
              <a:ext uri="{FF2B5EF4-FFF2-40B4-BE49-F238E27FC236}">
                <a16:creationId xmlns:a16="http://schemas.microsoft.com/office/drawing/2014/main" id="{EB3787B6-654F-4B2B-A1D2-8681CD0E9414}"/>
              </a:ext>
            </a:extLst>
          </p:cNvPr>
          <p:cNvSpPr txBox="1"/>
          <p:nvPr/>
        </p:nvSpPr>
        <p:spPr>
          <a:xfrm>
            <a:off x="9336143" y="5628716"/>
            <a:ext cx="752069" cy="246221"/>
          </a:xfrm>
          <a:prstGeom prst="rect">
            <a:avLst/>
          </a:prstGeom>
          <a:noFill/>
        </p:spPr>
        <p:txBody>
          <a:bodyPr wrap="square">
            <a:spAutoFit/>
          </a:bodyPr>
          <a:lstStyle/>
          <a:p>
            <a:pPr algn="ctr"/>
            <a:r>
              <a:rPr lang="fr-FR" sz="1000" dirty="0">
                <a:solidFill>
                  <a:schemeClr val="accent1"/>
                </a:solidFill>
                <a:cs typeface="Calibri" panose="020F0502020204030204" pitchFamily="34" charset="0"/>
              </a:rPr>
              <a:t>Coté roue</a:t>
            </a:r>
            <a:endParaRPr lang="fr-FR" sz="1000" dirty="0">
              <a:solidFill>
                <a:schemeClr val="accent1"/>
              </a:solidFill>
            </a:endParaRPr>
          </a:p>
        </p:txBody>
      </p:sp>
      <p:sp>
        <p:nvSpPr>
          <p:cNvPr id="193" name="ZoneTexte 192">
            <a:extLst>
              <a:ext uri="{FF2B5EF4-FFF2-40B4-BE49-F238E27FC236}">
                <a16:creationId xmlns:a16="http://schemas.microsoft.com/office/drawing/2014/main" id="{6DE73967-062C-4BC9-BB25-E41ACBAB9ACC}"/>
              </a:ext>
            </a:extLst>
          </p:cNvPr>
          <p:cNvSpPr txBox="1"/>
          <p:nvPr/>
        </p:nvSpPr>
        <p:spPr>
          <a:xfrm>
            <a:off x="9314228" y="4738184"/>
            <a:ext cx="752069" cy="246221"/>
          </a:xfrm>
          <a:prstGeom prst="rect">
            <a:avLst/>
          </a:prstGeom>
          <a:noFill/>
        </p:spPr>
        <p:txBody>
          <a:bodyPr wrap="square">
            <a:spAutoFit/>
          </a:bodyPr>
          <a:lstStyle/>
          <a:p>
            <a:pPr algn="ctr"/>
            <a:r>
              <a:rPr lang="fr-FR" sz="1000" dirty="0">
                <a:solidFill>
                  <a:schemeClr val="accent1"/>
                </a:solidFill>
                <a:cs typeface="Calibri" panose="020F0502020204030204" pitchFamily="34" charset="0"/>
              </a:rPr>
              <a:t>Coté libre</a:t>
            </a:r>
            <a:endParaRPr lang="fr-FR" sz="1000" dirty="0">
              <a:solidFill>
                <a:schemeClr val="accent1"/>
              </a:solidFill>
            </a:endParaRPr>
          </a:p>
        </p:txBody>
      </p:sp>
      <p:sp>
        <p:nvSpPr>
          <p:cNvPr id="194" name="ZoneTexte 193">
            <a:extLst>
              <a:ext uri="{FF2B5EF4-FFF2-40B4-BE49-F238E27FC236}">
                <a16:creationId xmlns:a16="http://schemas.microsoft.com/office/drawing/2014/main" id="{3B603135-58BB-47B0-B127-AE1A4E5B167B}"/>
              </a:ext>
            </a:extLst>
          </p:cNvPr>
          <p:cNvSpPr txBox="1"/>
          <p:nvPr/>
        </p:nvSpPr>
        <p:spPr>
          <a:xfrm rot="5400000">
            <a:off x="6795857" y="4623875"/>
            <a:ext cx="752069" cy="246221"/>
          </a:xfrm>
          <a:prstGeom prst="rect">
            <a:avLst/>
          </a:prstGeom>
          <a:noFill/>
        </p:spPr>
        <p:txBody>
          <a:bodyPr wrap="square">
            <a:spAutoFit/>
          </a:bodyPr>
          <a:lstStyle/>
          <a:p>
            <a:pPr algn="ctr"/>
            <a:r>
              <a:rPr lang="fr-FR" sz="1000" dirty="0">
                <a:solidFill>
                  <a:schemeClr val="accent1"/>
                </a:solidFill>
                <a:cs typeface="Calibri" panose="020F0502020204030204" pitchFamily="34" charset="0"/>
              </a:rPr>
              <a:t>Coté roue</a:t>
            </a:r>
            <a:endParaRPr lang="fr-FR" sz="1000" dirty="0">
              <a:solidFill>
                <a:schemeClr val="accent1"/>
              </a:solidFill>
            </a:endParaRPr>
          </a:p>
        </p:txBody>
      </p:sp>
      <p:sp>
        <p:nvSpPr>
          <p:cNvPr id="195" name="ZoneTexte 194">
            <a:extLst>
              <a:ext uri="{FF2B5EF4-FFF2-40B4-BE49-F238E27FC236}">
                <a16:creationId xmlns:a16="http://schemas.microsoft.com/office/drawing/2014/main" id="{F2A7647C-6629-40D3-A142-2F781DFA5B49}"/>
              </a:ext>
            </a:extLst>
          </p:cNvPr>
          <p:cNvSpPr txBox="1"/>
          <p:nvPr/>
        </p:nvSpPr>
        <p:spPr>
          <a:xfrm rot="5400000">
            <a:off x="7394346" y="4644267"/>
            <a:ext cx="752069" cy="246221"/>
          </a:xfrm>
          <a:prstGeom prst="rect">
            <a:avLst/>
          </a:prstGeom>
          <a:noFill/>
        </p:spPr>
        <p:txBody>
          <a:bodyPr wrap="square">
            <a:spAutoFit/>
          </a:bodyPr>
          <a:lstStyle/>
          <a:p>
            <a:pPr algn="ctr"/>
            <a:r>
              <a:rPr lang="fr-FR" sz="1000" dirty="0">
                <a:solidFill>
                  <a:schemeClr val="accent1"/>
                </a:solidFill>
                <a:cs typeface="Calibri" panose="020F0502020204030204" pitchFamily="34" charset="0"/>
              </a:rPr>
              <a:t>Coté libre</a:t>
            </a:r>
            <a:endParaRPr lang="fr-FR" sz="1000" dirty="0">
              <a:solidFill>
                <a:schemeClr val="accent1"/>
              </a:solidFill>
            </a:endParaRPr>
          </a:p>
        </p:txBody>
      </p:sp>
      <p:cxnSp>
        <p:nvCxnSpPr>
          <p:cNvPr id="197" name="Connecteur droit avec flèche 196">
            <a:extLst>
              <a:ext uri="{FF2B5EF4-FFF2-40B4-BE49-F238E27FC236}">
                <a16:creationId xmlns:a16="http://schemas.microsoft.com/office/drawing/2014/main" id="{3DAF17FE-4776-404F-9BC8-FAB2D1F75E71}"/>
              </a:ext>
            </a:extLst>
          </p:cNvPr>
          <p:cNvCxnSpPr>
            <a:cxnSpLocks/>
          </p:cNvCxnSpPr>
          <p:nvPr/>
        </p:nvCxnSpPr>
        <p:spPr>
          <a:xfrm flipH="1" flipV="1">
            <a:off x="10584498" y="5612205"/>
            <a:ext cx="213330" cy="1545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9845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18433" y="451734"/>
            <a:ext cx="11734800" cy="707886"/>
          </a:xfrm>
          <a:prstGeom prst="rect">
            <a:avLst/>
          </a:prstGeom>
          <a:noFill/>
        </p:spPr>
        <p:txBody>
          <a:bodyPr wrap="square" rtlCol="0">
            <a:spAutoFit/>
          </a:bodyPr>
          <a:lstStyle/>
          <a:p>
            <a:pPr algn="just"/>
            <a:r>
              <a:rPr lang="fr-FR" sz="2000" b="1" dirty="0"/>
              <a:t>Mesure de la distance interlamellaire des phases riches en terres rares dans les rubans fabriqués par strip casting : Nd-Rich spacing.</a:t>
            </a:r>
          </a:p>
        </p:txBody>
      </p:sp>
      <p:sp>
        <p:nvSpPr>
          <p:cNvPr id="5" name="ZoneTexte 4"/>
          <p:cNvSpPr txBox="1"/>
          <p:nvPr/>
        </p:nvSpPr>
        <p:spPr>
          <a:xfrm>
            <a:off x="118433" y="1238529"/>
            <a:ext cx="7473394" cy="3139321"/>
          </a:xfrm>
          <a:prstGeom prst="rect">
            <a:avLst/>
          </a:prstGeom>
          <a:noFill/>
        </p:spPr>
        <p:txBody>
          <a:bodyPr wrap="square" rtlCol="0">
            <a:spAutoFit/>
          </a:bodyPr>
          <a:lstStyle/>
          <a:p>
            <a:pPr algn="just"/>
            <a:r>
              <a:rPr lang="fr-FR" u="sng" dirty="0"/>
              <a:t>Mise en place de la mesure :</a:t>
            </a:r>
          </a:p>
          <a:p>
            <a:pPr algn="just"/>
            <a:endParaRPr lang="fr-FR" u="sng" dirty="0"/>
          </a:p>
          <a:p>
            <a:pPr marL="285750" indent="-285750" algn="just">
              <a:buFont typeface="Wingdings" panose="05000000000000000000" pitchFamily="2" charset="2"/>
              <a:buChar char="§"/>
            </a:pPr>
            <a:r>
              <a:rPr lang="fr-FR" dirty="0"/>
              <a:t>Prendre 3 rubans aléatoirement dans le lot de strip casting. Essayer de prendre des rubans dont l’épaisseur couvrent la plage d’épaisseur du rubans du lot (exemple : un épais, un fin, un dans la moyenne).</a:t>
            </a:r>
          </a:p>
          <a:p>
            <a:pPr marL="285750" indent="-285750" algn="just">
              <a:buFont typeface="Wingdings" panose="05000000000000000000" pitchFamily="2" charset="2"/>
              <a:buChar char="§"/>
            </a:pPr>
            <a:endParaRPr lang="fr-FR" dirty="0"/>
          </a:p>
          <a:p>
            <a:pPr marL="285750" indent="-285750" algn="just">
              <a:buFont typeface="Wingdings" panose="05000000000000000000" pitchFamily="2" charset="2"/>
              <a:buChar char="§"/>
            </a:pPr>
            <a:r>
              <a:rPr lang="fr-FR" dirty="0"/>
              <a:t>Repérer l’axe d’observation, c’est-à-dire l’axe tangent à l’écoulement de la roue. Il est reconnaissable par les rayures créés par la roue. (voir photo ci contre). Casser les rubans pour essayer d’avoir un morceau dont les rayures sont bien parallèles à l’axe d’observation.</a:t>
            </a:r>
          </a:p>
          <a:p>
            <a:pPr algn="just"/>
            <a:endParaRPr lang="fr-FR" dirty="0"/>
          </a:p>
        </p:txBody>
      </p:sp>
      <p:pic>
        <p:nvPicPr>
          <p:cNvPr id="1026" name="Picture 2">
            <a:extLst>
              <a:ext uri="{FF2B5EF4-FFF2-40B4-BE49-F238E27FC236}">
                <a16:creationId xmlns:a16="http://schemas.microsoft.com/office/drawing/2014/main" id="{6F6239D4-2134-40F3-BACE-6C85141B55ED}"/>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29762" b="74554" l="7077" r="75000">
                        <a14:foregroundMark x1="17593" y1="44395" x2="13690" y2="44742"/>
                        <a14:foregroundMark x1="13690" y1="44742" x2="12169" y2="46081"/>
                        <a14:foregroundMark x1="9392" y1="48958" x2="7275" y2="44990"/>
                        <a14:foregroundMark x1="7275" y1="44990" x2="6812" y2="47966"/>
                        <a14:foregroundMark x1="6812" y1="47966" x2="9921" y2="49008"/>
                        <a14:foregroundMark x1="9921" y1="49008" x2="9854" y2="45734"/>
                        <a14:foregroundMark x1="9854" y1="45734" x2="8995" y2="44196"/>
                        <a14:foregroundMark x1="60450" y1="41319" x2="63492" y2="38294"/>
                        <a14:foregroundMark x1="63492" y1="38294" x2="64815" y2="34127"/>
                        <a14:foregroundMark x1="64815" y1="34127" x2="67130" y2="36855"/>
                        <a14:foregroundMark x1="67130" y1="36855" x2="67063" y2="56250"/>
                        <a14:foregroundMark x1="67063" y1="56250" x2="70304" y2="64236"/>
                        <a14:foregroundMark x1="70304" y1="64236" x2="70370" y2="68204"/>
                        <a14:foregroundMark x1="70370" y1="68204" x2="69114" y2="70933"/>
                        <a14:foregroundMark x1="69114" y1="70933" x2="62037" y2="71230"/>
                        <a14:foregroundMark x1="62698" y1="73462" x2="67526" y2="74702"/>
                        <a14:foregroundMark x1="67526" y1="74702" x2="72156" y2="73760"/>
                        <a14:foregroundMark x1="72156" y1="73760" x2="75000" y2="71627"/>
                        <a14:foregroundMark x1="75000" y1="71627" x2="74272" y2="65476"/>
                        <a14:foregroundMark x1="53638" y1="70933" x2="66138" y2="74554"/>
                        <a14:foregroundMark x1="66138" y1="74554" x2="71098" y2="73611"/>
                        <a14:foregroundMark x1="60185" y1="30456" x2="67394" y2="29762"/>
                        <a14:foregroundMark x1="67394" y1="29762" x2="67460" y2="29762"/>
                        <a14:foregroundMark x1="6019" y1="43353" x2="7077" y2="46181"/>
                        <a14:foregroundMark x1="7077" y1="46181" x2="7407" y2="46429"/>
                      </a14:backgroundRemoval>
                    </a14:imgEffect>
                    <a14:imgEffect>
                      <a14:saturation sat="66000"/>
                    </a14:imgEffect>
                    <a14:imgEffect>
                      <a14:brightnessContrast contrast="20000"/>
                    </a14:imgEffect>
                  </a14:imgLayer>
                </a14:imgProps>
              </a:ext>
              <a:ext uri="{28A0092B-C50C-407E-A947-70E740481C1C}">
                <a14:useLocalDpi xmlns:a14="http://schemas.microsoft.com/office/drawing/2010/main" val="0"/>
              </a:ext>
            </a:extLst>
          </a:blip>
          <a:srcRect l="4542" t="25595" r="18815" b="23811"/>
          <a:stretch/>
        </p:blipFill>
        <p:spPr bwMode="auto">
          <a:xfrm>
            <a:off x="8445877" y="1200131"/>
            <a:ext cx="2722385" cy="2396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ZoneTexte 5">
            <a:extLst>
              <a:ext uri="{FF2B5EF4-FFF2-40B4-BE49-F238E27FC236}">
                <a16:creationId xmlns:a16="http://schemas.microsoft.com/office/drawing/2014/main" id="{7BA8C0C2-05EF-4ECC-920E-33B933FCACD1}"/>
              </a:ext>
            </a:extLst>
          </p:cNvPr>
          <p:cNvSpPr txBox="1"/>
          <p:nvPr/>
        </p:nvSpPr>
        <p:spPr>
          <a:xfrm>
            <a:off x="228600" y="4011309"/>
            <a:ext cx="11734799" cy="2031325"/>
          </a:xfrm>
          <a:prstGeom prst="rect">
            <a:avLst/>
          </a:prstGeom>
          <a:noFill/>
        </p:spPr>
        <p:txBody>
          <a:bodyPr wrap="square">
            <a:spAutoFit/>
          </a:bodyPr>
          <a:lstStyle/>
          <a:p>
            <a:pPr marL="285750" indent="-285750" algn="just">
              <a:buFont typeface="Wingdings" panose="05000000000000000000" pitchFamily="2" charset="2"/>
              <a:buChar char="§"/>
            </a:pPr>
            <a:endParaRPr lang="fr-FR" dirty="0"/>
          </a:p>
          <a:p>
            <a:pPr marL="285750" indent="-285750" algn="just">
              <a:buFont typeface="Wingdings" panose="05000000000000000000" pitchFamily="2" charset="2"/>
              <a:buChar char="§"/>
            </a:pPr>
            <a:r>
              <a:rPr lang="fr-FR" dirty="0"/>
              <a:t>Enrober dans la résine époxy les 3 rubans avec l’axe d’observation vertical (les rubans sont sur la tranches).</a:t>
            </a:r>
          </a:p>
          <a:p>
            <a:pPr algn="just"/>
            <a:r>
              <a:rPr lang="fr-FR" dirty="0"/>
              <a:t>/!\ L’enrobage à chaud ne fonctionne par car la contrainte mécanique et thermique brise les rubans. Mettre les rubans dans la cocotte sous pression. Laisser durcir (24h).</a:t>
            </a:r>
          </a:p>
          <a:p>
            <a:pPr marL="285750" indent="-285750" algn="just">
              <a:buFont typeface="Wingdings" panose="05000000000000000000" pitchFamily="2" charset="2"/>
              <a:buChar char="§"/>
            </a:pPr>
            <a:endParaRPr lang="fr-FR" dirty="0"/>
          </a:p>
          <a:p>
            <a:pPr marL="285750" indent="-285750" algn="just">
              <a:buFont typeface="Wingdings" panose="05000000000000000000" pitchFamily="2" charset="2"/>
              <a:buChar char="§"/>
            </a:pPr>
            <a:r>
              <a:rPr lang="fr-FR" dirty="0"/>
              <a:t>Polir les rubans en utilisant le cycle de polissage dédié : cycle « rubans NdFeB ». Attention à ne pas briser les rubans lors du polissage (ne pas appuyer trop fort).</a:t>
            </a:r>
          </a:p>
        </p:txBody>
      </p:sp>
      <p:sp>
        <p:nvSpPr>
          <p:cNvPr id="7" name="ZoneTexte 6">
            <a:extLst>
              <a:ext uri="{FF2B5EF4-FFF2-40B4-BE49-F238E27FC236}">
                <a16:creationId xmlns:a16="http://schemas.microsoft.com/office/drawing/2014/main" id="{D6317B81-50F8-498B-95F3-B8000BDEA7DC}"/>
              </a:ext>
            </a:extLst>
          </p:cNvPr>
          <p:cNvSpPr txBox="1"/>
          <p:nvPr/>
        </p:nvSpPr>
        <p:spPr>
          <a:xfrm>
            <a:off x="7812161" y="3696666"/>
            <a:ext cx="4261405" cy="338554"/>
          </a:xfrm>
          <a:prstGeom prst="rect">
            <a:avLst/>
          </a:prstGeom>
          <a:noFill/>
        </p:spPr>
        <p:txBody>
          <a:bodyPr wrap="square">
            <a:spAutoFit/>
          </a:bodyPr>
          <a:lstStyle/>
          <a:p>
            <a:pPr algn="ctr"/>
            <a:r>
              <a:rPr lang="fr-FR" sz="1600" i="1" u="sng" dirty="0"/>
              <a:t>Photo d’un ruban strip casting, face « roue ».</a:t>
            </a:r>
          </a:p>
        </p:txBody>
      </p:sp>
      <p:sp>
        <p:nvSpPr>
          <p:cNvPr id="8" name="ZoneTexte 7">
            <a:extLst>
              <a:ext uri="{FF2B5EF4-FFF2-40B4-BE49-F238E27FC236}">
                <a16:creationId xmlns:a16="http://schemas.microsoft.com/office/drawing/2014/main" id="{2C9844CB-76AA-4ECC-AC0A-36EA45E84DAE}"/>
              </a:ext>
            </a:extLst>
          </p:cNvPr>
          <p:cNvSpPr txBox="1"/>
          <p:nvPr/>
        </p:nvSpPr>
        <p:spPr>
          <a:xfrm>
            <a:off x="9076065" y="817414"/>
            <a:ext cx="3115935" cy="584775"/>
          </a:xfrm>
          <a:prstGeom prst="rect">
            <a:avLst/>
          </a:prstGeom>
          <a:noFill/>
        </p:spPr>
        <p:txBody>
          <a:bodyPr wrap="square">
            <a:spAutoFit/>
          </a:bodyPr>
          <a:lstStyle/>
          <a:p>
            <a:pPr algn="ctr"/>
            <a:r>
              <a:rPr lang="fr-FR" sz="1600" dirty="0">
                <a:solidFill>
                  <a:schemeClr val="accent3">
                    <a:lumMod val="75000"/>
                  </a:schemeClr>
                </a:solidFill>
                <a:cs typeface="Calibri" panose="020F0502020204030204" pitchFamily="34" charset="0"/>
              </a:rPr>
              <a:t>axe z : axe d’observation des rubans = axe du MEB</a:t>
            </a:r>
            <a:endParaRPr lang="fr-FR" sz="1600" dirty="0">
              <a:solidFill>
                <a:schemeClr val="accent3">
                  <a:lumMod val="75000"/>
                </a:schemeClr>
              </a:solidFill>
            </a:endParaRPr>
          </a:p>
        </p:txBody>
      </p:sp>
      <p:cxnSp>
        <p:nvCxnSpPr>
          <p:cNvPr id="9" name="Connecteur droit avec flèche 8">
            <a:extLst>
              <a:ext uri="{FF2B5EF4-FFF2-40B4-BE49-F238E27FC236}">
                <a16:creationId xmlns:a16="http://schemas.microsoft.com/office/drawing/2014/main" id="{9B496357-C3ED-407E-B22C-83A4D22D2DCE}"/>
              </a:ext>
            </a:extLst>
          </p:cNvPr>
          <p:cNvCxnSpPr>
            <a:cxnSpLocks/>
          </p:cNvCxnSpPr>
          <p:nvPr/>
        </p:nvCxnSpPr>
        <p:spPr>
          <a:xfrm flipH="1" flipV="1">
            <a:off x="11253987" y="1559857"/>
            <a:ext cx="43328" cy="1805942"/>
          </a:xfrm>
          <a:prstGeom prst="straightConnector1">
            <a:avLst/>
          </a:prstGeom>
          <a:ln w="38100">
            <a:solidFill>
              <a:schemeClr val="accent3">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necteur droit avec flèche 10">
            <a:extLst>
              <a:ext uri="{FF2B5EF4-FFF2-40B4-BE49-F238E27FC236}">
                <a16:creationId xmlns:a16="http://schemas.microsoft.com/office/drawing/2014/main" id="{C8F1EC3A-656B-4F19-96BE-42DE1D69B96D}"/>
              </a:ext>
            </a:extLst>
          </p:cNvPr>
          <p:cNvCxnSpPr>
            <a:cxnSpLocks/>
          </p:cNvCxnSpPr>
          <p:nvPr/>
        </p:nvCxnSpPr>
        <p:spPr>
          <a:xfrm flipV="1">
            <a:off x="7591827" y="2623524"/>
            <a:ext cx="1533316" cy="41155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416DAD1-2869-4609-BCD6-9275B58B0CA9}"/>
              </a:ext>
            </a:extLst>
          </p:cNvPr>
          <p:cNvCxnSpPr>
            <a:cxnSpLocks/>
          </p:cNvCxnSpPr>
          <p:nvPr/>
        </p:nvCxnSpPr>
        <p:spPr>
          <a:xfrm>
            <a:off x="9458325" y="1300556"/>
            <a:ext cx="95250" cy="190936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Connecteur droit 18">
            <a:extLst>
              <a:ext uri="{FF2B5EF4-FFF2-40B4-BE49-F238E27FC236}">
                <a16:creationId xmlns:a16="http://schemas.microsoft.com/office/drawing/2014/main" id="{3C0DBE7B-9091-4533-8B5C-68D5A4D31FF4}"/>
              </a:ext>
            </a:extLst>
          </p:cNvPr>
          <p:cNvCxnSpPr>
            <a:cxnSpLocks/>
          </p:cNvCxnSpPr>
          <p:nvPr/>
        </p:nvCxnSpPr>
        <p:spPr>
          <a:xfrm>
            <a:off x="9625227" y="1330209"/>
            <a:ext cx="95250" cy="1872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 name="Connecteur droit 19">
            <a:extLst>
              <a:ext uri="{FF2B5EF4-FFF2-40B4-BE49-F238E27FC236}">
                <a16:creationId xmlns:a16="http://schemas.microsoft.com/office/drawing/2014/main" id="{3FC666FE-4F43-47EB-B7DD-ECF96383D112}"/>
              </a:ext>
            </a:extLst>
          </p:cNvPr>
          <p:cNvCxnSpPr>
            <a:cxnSpLocks/>
          </p:cNvCxnSpPr>
          <p:nvPr/>
        </p:nvCxnSpPr>
        <p:spPr>
          <a:xfrm>
            <a:off x="9806202" y="1360995"/>
            <a:ext cx="90265" cy="18360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23" name="ZoneTexte 22">
            <a:extLst>
              <a:ext uri="{FF2B5EF4-FFF2-40B4-BE49-F238E27FC236}">
                <a16:creationId xmlns:a16="http://schemas.microsoft.com/office/drawing/2014/main" id="{0FD55743-EFBC-43E3-BED6-D0DB77CB2C0D}"/>
              </a:ext>
            </a:extLst>
          </p:cNvPr>
          <p:cNvSpPr txBox="1"/>
          <p:nvPr/>
        </p:nvSpPr>
        <p:spPr>
          <a:xfrm>
            <a:off x="7677552" y="3209925"/>
            <a:ext cx="2722385" cy="374571"/>
          </a:xfrm>
          <a:prstGeom prst="roundRect">
            <a:avLst/>
          </a:prstGeom>
          <a:noFill/>
          <a:ln>
            <a:solidFill>
              <a:schemeClr val="tx2"/>
            </a:solidFill>
          </a:ln>
        </p:spPr>
        <p:txBody>
          <a:bodyPr wrap="square">
            <a:spAutoFit/>
          </a:bodyPr>
          <a:lstStyle/>
          <a:p>
            <a:r>
              <a:rPr lang="fr-FR" sz="1600" dirty="0"/>
              <a:t>Rayures créés par la  roue </a:t>
            </a:r>
          </a:p>
        </p:txBody>
      </p:sp>
    </p:spTree>
    <p:extLst>
      <p:ext uri="{BB962C8B-B14F-4D97-AF65-F5344CB8AC3E}">
        <p14:creationId xmlns:p14="http://schemas.microsoft.com/office/powerpoint/2010/main" val="27165790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18433" y="451734"/>
            <a:ext cx="11734800" cy="707886"/>
          </a:xfrm>
          <a:prstGeom prst="rect">
            <a:avLst/>
          </a:prstGeom>
          <a:noFill/>
        </p:spPr>
        <p:txBody>
          <a:bodyPr wrap="square" rtlCol="0">
            <a:spAutoFit/>
          </a:bodyPr>
          <a:lstStyle/>
          <a:p>
            <a:pPr algn="just"/>
            <a:r>
              <a:rPr lang="fr-FR" sz="2000" b="1" dirty="0"/>
              <a:t>Mesure de la distance interlamellaire des phases riches en terres rares dans les rubans fabriqués par strip casting : Nd-Rich spacing.</a:t>
            </a:r>
          </a:p>
        </p:txBody>
      </p:sp>
      <p:sp>
        <p:nvSpPr>
          <p:cNvPr id="5" name="ZoneTexte 4"/>
          <p:cNvSpPr txBox="1"/>
          <p:nvPr/>
        </p:nvSpPr>
        <p:spPr>
          <a:xfrm>
            <a:off x="118433" y="1213362"/>
            <a:ext cx="11734800" cy="4801314"/>
          </a:xfrm>
          <a:prstGeom prst="rect">
            <a:avLst/>
          </a:prstGeom>
          <a:noFill/>
        </p:spPr>
        <p:txBody>
          <a:bodyPr wrap="square" rtlCol="0">
            <a:spAutoFit/>
          </a:bodyPr>
          <a:lstStyle/>
          <a:p>
            <a:pPr algn="just"/>
            <a:r>
              <a:rPr lang="fr-FR" u="sng" dirty="0"/>
              <a:t>Acquisition des images :</a:t>
            </a:r>
          </a:p>
          <a:p>
            <a:pPr algn="just"/>
            <a:endParaRPr lang="fr-FR" u="sng" dirty="0"/>
          </a:p>
          <a:p>
            <a:pPr marL="285750" indent="-285750" algn="just">
              <a:buFont typeface="Wingdings" panose="05000000000000000000" pitchFamily="2" charset="2"/>
              <a:buChar char="§"/>
            </a:pPr>
            <a:r>
              <a:rPr lang="fr-FR" dirty="0"/>
              <a:t>Effectuer un dépôt carbone avant l’observation au MEB.</a:t>
            </a:r>
          </a:p>
          <a:p>
            <a:pPr algn="just"/>
            <a:r>
              <a:rPr lang="fr-FR" dirty="0"/>
              <a:t>Une fois l’enrobé disposé dans le MEB :</a:t>
            </a:r>
          </a:p>
          <a:p>
            <a:pPr marL="285750" indent="-285750" algn="just">
              <a:buFont typeface="Wingdings" panose="05000000000000000000" pitchFamily="2" charset="2"/>
              <a:buChar char="§"/>
            </a:pPr>
            <a:r>
              <a:rPr lang="fr-FR" dirty="0"/>
              <a:t>Mettre la référence de la coulée sur les images : IN-OUT </a:t>
            </a:r>
            <a:r>
              <a:rPr lang="fr-FR" dirty="0">
                <a:sym typeface="Wingdings" panose="05000000000000000000" pitchFamily="2" charset="2"/>
              </a:rPr>
              <a:t> </a:t>
            </a:r>
            <a:r>
              <a:rPr lang="fr-FR" dirty="0" err="1">
                <a:sym typeface="Wingdings" panose="05000000000000000000" pitchFamily="2" charset="2"/>
              </a:rPr>
              <a:t>Databar</a:t>
            </a:r>
            <a:r>
              <a:rPr lang="fr-FR" dirty="0">
                <a:sym typeface="Wingdings" panose="05000000000000000000" pitchFamily="2" charset="2"/>
              </a:rPr>
              <a:t> setup  User </a:t>
            </a:r>
            <a:r>
              <a:rPr lang="fr-FR" dirty="0" err="1">
                <a:sym typeface="Wingdings" panose="05000000000000000000" pitchFamily="2" charset="2"/>
              </a:rPr>
              <a:t>text</a:t>
            </a:r>
            <a:r>
              <a:rPr lang="fr-FR" dirty="0">
                <a:sym typeface="Wingdings" panose="05000000000000000000" pitchFamily="2" charset="2"/>
              </a:rPr>
              <a:t>  « Rubans </a:t>
            </a:r>
            <a:r>
              <a:rPr lang="fr-FR" dirty="0" err="1">
                <a:sym typeface="Wingdings" panose="05000000000000000000" pitchFamily="2" charset="2"/>
              </a:rPr>
              <a:t>SCxxx</a:t>
            </a:r>
            <a:r>
              <a:rPr lang="fr-FR" dirty="0">
                <a:sym typeface="Wingdings" panose="05000000000000000000" pitchFamily="2" charset="2"/>
              </a:rPr>
              <a:t> ».</a:t>
            </a:r>
          </a:p>
          <a:p>
            <a:pPr marL="285750" indent="-285750" algn="just">
              <a:buFont typeface="Wingdings" panose="05000000000000000000" pitchFamily="2" charset="2"/>
              <a:buChar char="§"/>
            </a:pPr>
            <a:r>
              <a:rPr lang="fr-FR" dirty="0">
                <a:sym typeface="Wingdings" panose="05000000000000000000" pitchFamily="2" charset="2"/>
              </a:rPr>
              <a:t>Régler les paramètres comme suivant : Tension = 15 kV; Spot size = 5; </a:t>
            </a:r>
            <a:r>
              <a:rPr lang="fr-FR" dirty="0" err="1">
                <a:sym typeface="Wingdings" panose="05000000000000000000" pitchFamily="2" charset="2"/>
              </a:rPr>
              <a:t>Contrast</a:t>
            </a:r>
            <a:r>
              <a:rPr lang="fr-FR" dirty="0">
                <a:sym typeface="Wingdings" panose="05000000000000000000" pitchFamily="2" charset="2"/>
              </a:rPr>
              <a:t> = [75:80] (maximiser le contraste sans cramer les tons blancs), </a:t>
            </a:r>
            <a:r>
              <a:rPr lang="fr-FR" dirty="0" err="1">
                <a:sym typeface="Wingdings" panose="05000000000000000000" pitchFamily="2" charset="2"/>
              </a:rPr>
              <a:t>Brightness</a:t>
            </a:r>
            <a:r>
              <a:rPr lang="fr-FR" dirty="0">
                <a:sym typeface="Wingdings" panose="05000000000000000000" pitchFamily="2" charset="2"/>
              </a:rPr>
              <a:t> = ajuster en fonction.</a:t>
            </a:r>
            <a:endParaRPr lang="fr-FR" dirty="0"/>
          </a:p>
          <a:p>
            <a:pPr marL="285750" indent="-285750">
              <a:buFont typeface="Wingdings" panose="05000000000000000000" pitchFamily="2" charset="2"/>
              <a:buChar char="§"/>
            </a:pPr>
            <a:r>
              <a:rPr lang="fr-FR" dirty="0"/>
              <a:t>Trouver un des 3 échantillons de rubans en grossissement minimum.</a:t>
            </a:r>
          </a:p>
          <a:p>
            <a:pPr marL="285750" indent="-285750">
              <a:buFont typeface="Wingdings" panose="05000000000000000000" pitchFamily="2" charset="2"/>
              <a:buChar char="§"/>
            </a:pPr>
            <a:endParaRPr lang="fr-FR" dirty="0"/>
          </a:p>
          <a:p>
            <a:pPr marL="285750" indent="-285750">
              <a:buFont typeface="Wingdings" panose="05000000000000000000" pitchFamily="2" charset="2"/>
              <a:buChar char="§"/>
            </a:pPr>
            <a:r>
              <a:rPr lang="fr-FR" dirty="0"/>
              <a:t>Avec « </a:t>
            </a:r>
            <a:r>
              <a:rPr lang="fr-FR" dirty="0" err="1"/>
              <a:t>scanrotation</a:t>
            </a:r>
            <a:r>
              <a:rPr lang="fr-FR" dirty="0"/>
              <a:t> », le placer parallèlement avec la face ROUE en bas. Elle est reconnaissable parce qu'elle est bien droite, alors que la face arrière est gondolée. De plus les points de germinations se situe sur la face roue.</a:t>
            </a:r>
          </a:p>
          <a:p>
            <a:pPr marL="285750" indent="-285750">
              <a:buFont typeface="Wingdings" panose="05000000000000000000" pitchFamily="2" charset="2"/>
              <a:buChar char="§"/>
            </a:pPr>
            <a:endParaRPr lang="fr-FR" dirty="0"/>
          </a:p>
          <a:p>
            <a:pPr marL="285750" indent="-285750">
              <a:buFont typeface="Wingdings" panose="05000000000000000000" pitchFamily="2" charset="2"/>
              <a:buChar char="§"/>
            </a:pPr>
            <a:r>
              <a:rPr lang="fr-FR" dirty="0"/>
              <a:t>Prendre une photo d'ensemble à faible grossissement (200 environ) avec la mesure d'épaisseur. Enregistrer l’image au format avec l’option « afficher l’échelle » puis en décochant l’affichage de l’échelle. Nommer les images SCxxx-01 puis incrémenter : F2 </a:t>
            </a:r>
            <a:r>
              <a:rPr lang="fr-FR" dirty="0">
                <a:sym typeface="Wingdings" panose="05000000000000000000" pitchFamily="2" charset="2"/>
              </a:rPr>
              <a:t> </a:t>
            </a:r>
            <a:r>
              <a:rPr lang="fr-FR" dirty="0"/>
              <a:t>IN-OUT </a:t>
            </a:r>
            <a:r>
              <a:rPr lang="fr-FR" dirty="0">
                <a:sym typeface="Wingdings" panose="05000000000000000000" pitchFamily="2" charset="2"/>
              </a:rPr>
              <a:t> Image Burn In </a:t>
            </a:r>
            <a:r>
              <a:rPr lang="fr-FR" dirty="0" err="1">
                <a:sym typeface="Wingdings" panose="05000000000000000000" pitchFamily="2" charset="2"/>
              </a:rPr>
              <a:t>Databar</a:t>
            </a:r>
            <a:r>
              <a:rPr lang="fr-FR" dirty="0">
                <a:sym typeface="Wingdings" panose="05000000000000000000" pitchFamily="2" charset="2"/>
              </a:rPr>
              <a:t>  cocher </a:t>
            </a:r>
            <a:r>
              <a:rPr lang="fr-FR" dirty="0"/>
              <a:t>☑ (première image) et enregistrer. Recommencer l’export en décochant « Burn In ».</a:t>
            </a:r>
          </a:p>
        </p:txBody>
      </p:sp>
    </p:spTree>
    <p:extLst>
      <p:ext uri="{BB962C8B-B14F-4D97-AF65-F5344CB8AC3E}">
        <p14:creationId xmlns:p14="http://schemas.microsoft.com/office/powerpoint/2010/main" val="3194008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18433" y="451734"/>
            <a:ext cx="11734800" cy="707886"/>
          </a:xfrm>
          <a:prstGeom prst="rect">
            <a:avLst/>
          </a:prstGeom>
          <a:noFill/>
        </p:spPr>
        <p:txBody>
          <a:bodyPr wrap="square" rtlCol="0">
            <a:spAutoFit/>
          </a:bodyPr>
          <a:lstStyle/>
          <a:p>
            <a:pPr algn="just"/>
            <a:r>
              <a:rPr lang="fr-FR" sz="2000" b="1" dirty="0"/>
              <a:t>Mesure de la distance interlamellaire des phases riches en terres rares dans les rubans fabriqués par strip casting : Nd-Rich spacing.</a:t>
            </a:r>
          </a:p>
        </p:txBody>
      </p:sp>
      <p:sp>
        <p:nvSpPr>
          <p:cNvPr id="5" name="ZoneTexte 4"/>
          <p:cNvSpPr txBox="1"/>
          <p:nvPr/>
        </p:nvSpPr>
        <p:spPr>
          <a:xfrm>
            <a:off x="118433" y="1213362"/>
            <a:ext cx="11734800" cy="4801314"/>
          </a:xfrm>
          <a:prstGeom prst="rect">
            <a:avLst/>
          </a:prstGeom>
          <a:noFill/>
        </p:spPr>
        <p:txBody>
          <a:bodyPr wrap="square" rtlCol="0">
            <a:spAutoFit/>
          </a:bodyPr>
          <a:lstStyle/>
          <a:p>
            <a:pPr algn="just"/>
            <a:r>
              <a:rPr lang="fr-FR" u="sng" dirty="0"/>
              <a:t>Réalisation de la mesure :</a:t>
            </a:r>
          </a:p>
          <a:p>
            <a:pPr algn="just"/>
            <a:endParaRPr lang="fr-FR" u="sng" dirty="0"/>
          </a:p>
          <a:p>
            <a:pPr marL="285750" indent="-285750">
              <a:buFont typeface="Wingdings" panose="05000000000000000000" pitchFamily="2" charset="2"/>
              <a:buChar char="§"/>
            </a:pPr>
            <a:r>
              <a:rPr lang="fr-FR" dirty="0"/>
              <a:t>Zoomer sur un morceau du rubans. Passer en grossissement 650x. Faire une photo avec le bord inférieur aligné sur la face ROUE, puis une autre avec le bord supérieur aligné sur la face ARRIERE (avec ce grossissement ces deux photos se juxtaposeront suffisamment, rien à vérifier). Enregistrer l’image avec sans l’affichage de l’échelle (option « Burn In »). Incrémenter le nom des images : SCxxx-01 (bas avec échelle affichée) SCxxx-02 (bas sans échelle); SCxxx-03 (haut avec échelle affichée) SCxxx-04 (haut sans échelle). </a:t>
            </a:r>
          </a:p>
          <a:p>
            <a:r>
              <a:rPr lang="fr-FR" dirty="0"/>
              <a:t>F2 </a:t>
            </a:r>
            <a:r>
              <a:rPr lang="fr-FR" dirty="0">
                <a:sym typeface="Wingdings" panose="05000000000000000000" pitchFamily="2" charset="2"/>
              </a:rPr>
              <a:t> </a:t>
            </a:r>
            <a:r>
              <a:rPr lang="fr-FR" dirty="0"/>
              <a:t>IN-OUT </a:t>
            </a:r>
            <a:r>
              <a:rPr lang="fr-FR" dirty="0">
                <a:sym typeface="Wingdings" panose="05000000000000000000" pitchFamily="2" charset="2"/>
              </a:rPr>
              <a:t> Image Burn In </a:t>
            </a:r>
            <a:r>
              <a:rPr lang="fr-FR" dirty="0" err="1">
                <a:sym typeface="Wingdings" panose="05000000000000000000" pitchFamily="2" charset="2"/>
              </a:rPr>
              <a:t>Databar</a:t>
            </a:r>
            <a:r>
              <a:rPr lang="fr-FR" dirty="0">
                <a:sym typeface="Wingdings" panose="05000000000000000000" pitchFamily="2" charset="2"/>
              </a:rPr>
              <a:t>  cocher </a:t>
            </a:r>
            <a:r>
              <a:rPr lang="fr-FR" dirty="0"/>
              <a:t>☑ (première image) et enregistrer. Recommencer l’export en décochant « Burn In ». </a:t>
            </a:r>
          </a:p>
          <a:p>
            <a:endParaRPr lang="fr-FR" dirty="0"/>
          </a:p>
          <a:p>
            <a:pPr marL="285750" indent="-285750">
              <a:buFont typeface="Wingdings" panose="05000000000000000000" pitchFamily="2" charset="2"/>
              <a:buChar char="§"/>
            </a:pPr>
            <a:r>
              <a:rPr lang="fr-FR" dirty="0"/>
              <a:t>Recommencer à deux autres endroits un peu éloignés du même ruban. Éviter les trous et rayures autant que possible.</a:t>
            </a:r>
          </a:p>
          <a:p>
            <a:pPr marL="285750" indent="-285750">
              <a:buFont typeface="Wingdings" panose="05000000000000000000" pitchFamily="2" charset="2"/>
              <a:buChar char="§"/>
            </a:pPr>
            <a:endParaRPr lang="fr-FR" dirty="0"/>
          </a:p>
          <a:p>
            <a:pPr marL="285750" indent="-285750">
              <a:buFont typeface="Wingdings" panose="05000000000000000000" pitchFamily="2" charset="2"/>
              <a:buChar char="§"/>
            </a:pPr>
            <a:r>
              <a:rPr lang="fr-FR" dirty="0"/>
              <a:t>Répéter le processus sur les deux autres échantillons de rubans. Au total, on doit obtenir 3 zones observés sur 3 échantillons, donc 9 zones. Cela représente 18 acquisitions (bas et haut) + 9 acquisitions dézoomés.</a:t>
            </a:r>
          </a:p>
          <a:p>
            <a:pPr marL="285750" indent="-285750">
              <a:buFont typeface="Wingdings" panose="05000000000000000000" pitchFamily="2" charset="2"/>
              <a:buChar char="§"/>
            </a:pPr>
            <a:endParaRPr lang="fr-FR" dirty="0"/>
          </a:p>
          <a:p>
            <a:pPr marL="285750" indent="-285750">
              <a:buFont typeface="Wingdings" panose="05000000000000000000" pitchFamily="2" charset="2"/>
              <a:buChar char="§"/>
            </a:pPr>
            <a:endParaRPr lang="fr-FR" dirty="0"/>
          </a:p>
        </p:txBody>
      </p:sp>
    </p:spTree>
    <p:extLst>
      <p:ext uri="{BB962C8B-B14F-4D97-AF65-F5344CB8AC3E}">
        <p14:creationId xmlns:p14="http://schemas.microsoft.com/office/powerpoint/2010/main" val="31863655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3FAD072-C7A8-4968-891F-39E221A24641}"/>
              </a:ext>
            </a:extLst>
          </p:cNvPr>
          <p:cNvSpPr/>
          <p:nvPr/>
        </p:nvSpPr>
        <p:spPr>
          <a:xfrm>
            <a:off x="5503197" y="408189"/>
            <a:ext cx="4248000" cy="5940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08000" rIns="144000" bIns="144000" rtlCol="0" anchor="ctr">
            <a:spAutoFit/>
          </a:bodyPr>
          <a:lstStyle/>
          <a:p>
            <a:pPr algn="ctr"/>
            <a:endParaRPr lang="fr-FR" dirty="0"/>
          </a:p>
        </p:txBody>
      </p:sp>
      <p:sp>
        <p:nvSpPr>
          <p:cNvPr id="5" name="ZoneTexte 4"/>
          <p:cNvSpPr txBox="1"/>
          <p:nvPr/>
        </p:nvSpPr>
        <p:spPr>
          <a:xfrm>
            <a:off x="137483" y="424615"/>
            <a:ext cx="1578106" cy="369332"/>
          </a:xfrm>
          <a:prstGeom prst="rect">
            <a:avLst/>
          </a:prstGeom>
          <a:noFill/>
        </p:spPr>
        <p:txBody>
          <a:bodyPr wrap="square" rtlCol="0">
            <a:spAutoFit/>
          </a:bodyPr>
          <a:lstStyle/>
          <a:p>
            <a:pPr algn="just"/>
            <a:r>
              <a:rPr lang="fr-FR" u="sng" dirty="0"/>
              <a:t>Exemple:</a:t>
            </a:r>
          </a:p>
        </p:txBody>
      </p:sp>
      <p:pic>
        <p:nvPicPr>
          <p:cNvPr id="3" name="Image 2">
            <a:extLst>
              <a:ext uri="{FF2B5EF4-FFF2-40B4-BE49-F238E27FC236}">
                <a16:creationId xmlns:a16="http://schemas.microsoft.com/office/drawing/2014/main" id="{F401C3ED-753C-4B78-8B88-FE4E830A4C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814" y="1347945"/>
            <a:ext cx="4896956" cy="4060488"/>
          </a:xfrm>
          <a:prstGeom prst="rect">
            <a:avLst/>
          </a:prstGeom>
        </p:spPr>
      </p:pic>
      <p:pic>
        <p:nvPicPr>
          <p:cNvPr id="7" name="Image 6">
            <a:extLst>
              <a:ext uri="{FF2B5EF4-FFF2-40B4-BE49-F238E27FC236}">
                <a16:creationId xmlns:a16="http://schemas.microsoft.com/office/drawing/2014/main" id="{7C5FA4C9-3413-4E7E-90B0-E16BFEE749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3830" y="3046742"/>
            <a:ext cx="3907446" cy="3240000"/>
          </a:xfrm>
          <a:prstGeom prst="rect">
            <a:avLst/>
          </a:prstGeom>
          <a:ln w="19050">
            <a:solidFill>
              <a:srgbClr val="FFFF00"/>
            </a:solidFill>
          </a:ln>
        </p:spPr>
      </p:pic>
      <p:pic>
        <p:nvPicPr>
          <p:cNvPr id="9" name="Image 8">
            <a:extLst>
              <a:ext uri="{FF2B5EF4-FFF2-40B4-BE49-F238E27FC236}">
                <a16:creationId xmlns:a16="http://schemas.microsoft.com/office/drawing/2014/main" id="{A05C0055-8CCE-4FAD-9865-1A3E908814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42166" y="451734"/>
            <a:ext cx="3907446" cy="3240000"/>
          </a:xfrm>
          <a:prstGeom prst="rect">
            <a:avLst/>
          </a:prstGeom>
          <a:ln w="19050">
            <a:solidFill>
              <a:srgbClr val="FFFF00"/>
            </a:solidFill>
          </a:ln>
        </p:spPr>
      </p:pic>
      <p:sp>
        <p:nvSpPr>
          <p:cNvPr id="11" name="ZoneTexte 10">
            <a:extLst>
              <a:ext uri="{FF2B5EF4-FFF2-40B4-BE49-F238E27FC236}">
                <a16:creationId xmlns:a16="http://schemas.microsoft.com/office/drawing/2014/main" id="{0CD0F349-8DEE-4594-9C90-4D8DD792B79B}"/>
              </a:ext>
            </a:extLst>
          </p:cNvPr>
          <p:cNvSpPr txBox="1"/>
          <p:nvPr/>
        </p:nvSpPr>
        <p:spPr>
          <a:xfrm>
            <a:off x="373432" y="5408433"/>
            <a:ext cx="4554583" cy="646331"/>
          </a:xfrm>
          <a:prstGeom prst="rect">
            <a:avLst/>
          </a:prstGeom>
          <a:noFill/>
        </p:spPr>
        <p:txBody>
          <a:bodyPr wrap="square" rtlCol="0">
            <a:spAutoFit/>
          </a:bodyPr>
          <a:lstStyle/>
          <a:p>
            <a:pPr algn="ctr"/>
            <a:r>
              <a:rPr lang="fr-FR" i="1" u="sng" dirty="0"/>
              <a:t>Image du ruban entier en faible grossissement (x250)</a:t>
            </a:r>
          </a:p>
        </p:txBody>
      </p:sp>
      <p:sp>
        <p:nvSpPr>
          <p:cNvPr id="12" name="ZoneTexte 11">
            <a:extLst>
              <a:ext uri="{FF2B5EF4-FFF2-40B4-BE49-F238E27FC236}">
                <a16:creationId xmlns:a16="http://schemas.microsoft.com/office/drawing/2014/main" id="{37681C70-5A87-4C30-ADF6-999DF941C1F2}"/>
              </a:ext>
            </a:extLst>
          </p:cNvPr>
          <p:cNvSpPr txBox="1"/>
          <p:nvPr/>
        </p:nvSpPr>
        <p:spPr>
          <a:xfrm>
            <a:off x="9780245" y="2413337"/>
            <a:ext cx="2272418" cy="2031325"/>
          </a:xfrm>
          <a:prstGeom prst="rect">
            <a:avLst/>
          </a:prstGeom>
          <a:noFill/>
        </p:spPr>
        <p:txBody>
          <a:bodyPr wrap="square" rtlCol="0">
            <a:spAutoFit/>
          </a:bodyPr>
          <a:lstStyle/>
          <a:p>
            <a:pPr algn="ctr"/>
            <a:r>
              <a:rPr lang="fr-FR" i="1" u="sng" dirty="0"/>
              <a:t>Zoom sur la partie supérieure et inférieure du ruban en grossissement x650. Les images se chevauchent au centre.</a:t>
            </a:r>
          </a:p>
        </p:txBody>
      </p:sp>
      <p:sp>
        <p:nvSpPr>
          <p:cNvPr id="14" name="ZoneTexte 13">
            <a:extLst>
              <a:ext uri="{FF2B5EF4-FFF2-40B4-BE49-F238E27FC236}">
                <a16:creationId xmlns:a16="http://schemas.microsoft.com/office/drawing/2014/main" id="{6F009B1D-D7FD-4A5A-B68C-D6BC95AC7638}"/>
              </a:ext>
            </a:extLst>
          </p:cNvPr>
          <p:cNvSpPr txBox="1"/>
          <p:nvPr/>
        </p:nvSpPr>
        <p:spPr>
          <a:xfrm>
            <a:off x="5659957" y="377883"/>
            <a:ext cx="4117367" cy="307777"/>
          </a:xfrm>
          <a:prstGeom prst="rect">
            <a:avLst/>
          </a:prstGeom>
          <a:noFill/>
        </p:spPr>
        <p:txBody>
          <a:bodyPr wrap="square">
            <a:spAutoFit/>
          </a:bodyPr>
          <a:lstStyle/>
          <a:p>
            <a:r>
              <a:rPr lang="fr-FR" sz="1400" dirty="0">
                <a:solidFill>
                  <a:srgbClr val="FFFF00"/>
                </a:solidFill>
              </a:rPr>
              <a:t>Partie supérieure du ruban : côté « libre »</a:t>
            </a:r>
          </a:p>
        </p:txBody>
      </p:sp>
      <p:sp>
        <p:nvSpPr>
          <p:cNvPr id="15" name="ZoneTexte 14">
            <a:extLst>
              <a:ext uri="{FF2B5EF4-FFF2-40B4-BE49-F238E27FC236}">
                <a16:creationId xmlns:a16="http://schemas.microsoft.com/office/drawing/2014/main" id="{183A280C-1C84-4E73-865D-F24FAB4510EC}"/>
              </a:ext>
            </a:extLst>
          </p:cNvPr>
          <p:cNvSpPr txBox="1"/>
          <p:nvPr/>
        </p:nvSpPr>
        <p:spPr>
          <a:xfrm>
            <a:off x="5568513" y="6041965"/>
            <a:ext cx="4117367" cy="307777"/>
          </a:xfrm>
          <a:prstGeom prst="rect">
            <a:avLst/>
          </a:prstGeom>
          <a:noFill/>
        </p:spPr>
        <p:txBody>
          <a:bodyPr wrap="square">
            <a:spAutoFit/>
          </a:bodyPr>
          <a:lstStyle/>
          <a:p>
            <a:r>
              <a:rPr lang="fr-FR" sz="1400" dirty="0">
                <a:solidFill>
                  <a:srgbClr val="FFFF00"/>
                </a:solidFill>
              </a:rPr>
              <a:t>Partie inférieure du ruban : côté « roue »</a:t>
            </a:r>
          </a:p>
        </p:txBody>
      </p:sp>
    </p:spTree>
    <p:extLst>
      <p:ext uri="{BB962C8B-B14F-4D97-AF65-F5344CB8AC3E}">
        <p14:creationId xmlns:p14="http://schemas.microsoft.com/office/powerpoint/2010/main" val="4595499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18433" y="451734"/>
            <a:ext cx="11734800" cy="707886"/>
          </a:xfrm>
          <a:prstGeom prst="rect">
            <a:avLst/>
          </a:prstGeom>
          <a:noFill/>
        </p:spPr>
        <p:txBody>
          <a:bodyPr wrap="square" rtlCol="0">
            <a:spAutoFit/>
          </a:bodyPr>
          <a:lstStyle/>
          <a:p>
            <a:pPr algn="just"/>
            <a:r>
              <a:rPr lang="fr-FR" sz="2000" b="1" dirty="0"/>
              <a:t>Mesure de la distance interlamellaire des phases riches en terres rares dans les rubans fabriqués par strip casting : Nd-Rich spacing.</a:t>
            </a:r>
          </a:p>
        </p:txBody>
      </p:sp>
      <p:sp>
        <p:nvSpPr>
          <p:cNvPr id="5" name="ZoneTexte 4"/>
          <p:cNvSpPr txBox="1"/>
          <p:nvPr/>
        </p:nvSpPr>
        <p:spPr>
          <a:xfrm>
            <a:off x="118433" y="1213362"/>
            <a:ext cx="11734800" cy="4247317"/>
          </a:xfrm>
          <a:prstGeom prst="rect">
            <a:avLst/>
          </a:prstGeom>
          <a:noFill/>
        </p:spPr>
        <p:txBody>
          <a:bodyPr wrap="square" rtlCol="0">
            <a:spAutoFit/>
          </a:bodyPr>
          <a:lstStyle/>
          <a:p>
            <a:pPr algn="just"/>
            <a:r>
              <a:rPr lang="fr-FR" u="sng" dirty="0"/>
              <a:t>Réalisation de la mesure :</a:t>
            </a:r>
          </a:p>
          <a:p>
            <a:pPr algn="just"/>
            <a:endParaRPr lang="fr-FR" dirty="0"/>
          </a:p>
          <a:p>
            <a:pPr algn="just"/>
            <a:r>
              <a:rPr lang="fr-FR" dirty="0"/>
              <a:t>Une fois les images réalisées :</a:t>
            </a:r>
          </a:p>
          <a:p>
            <a:pPr algn="just"/>
            <a:endParaRPr lang="fr-FR" dirty="0"/>
          </a:p>
          <a:p>
            <a:pPr marL="285750" indent="-285750" algn="just">
              <a:buFont typeface="Wingdings" panose="05000000000000000000" pitchFamily="2" charset="2"/>
              <a:buChar char="§"/>
            </a:pPr>
            <a:r>
              <a:rPr lang="fr-FR" dirty="0"/>
              <a:t>Copier les données sur une clé USB, créer un dossier « </a:t>
            </a:r>
            <a:r>
              <a:rPr lang="fr-FR" dirty="0" err="1"/>
              <a:t>NdRichspacing</a:t>
            </a:r>
            <a:r>
              <a:rPr lang="fr-FR" dirty="0"/>
              <a:t> » dans le dossier de la coulée correspondante : S:\380-Matériaux\380.74-TerresRares\TECHNIQUE NdFeB FRITTES\Strip Casting\Suivi des coulées\SCXXX puis coller les images dans le dossier.</a:t>
            </a:r>
          </a:p>
          <a:p>
            <a:pPr marL="285750" indent="-285750" algn="just">
              <a:buFont typeface="Wingdings" panose="05000000000000000000" pitchFamily="2" charset="2"/>
              <a:buChar char="§"/>
            </a:pPr>
            <a:endParaRPr lang="fr-FR" dirty="0"/>
          </a:p>
          <a:p>
            <a:pPr marL="285750" indent="-285750" algn="just">
              <a:buFont typeface="Wingdings" panose="05000000000000000000" pitchFamily="2" charset="2"/>
              <a:buChar char="§"/>
            </a:pPr>
            <a:r>
              <a:rPr lang="fr-FR" dirty="0"/>
              <a:t>Redimensionner les images au format 644 x 484 pixels. Pour éviter de redimensionner toutes les images une par une à la main, il existe un outil windows appelé « Image Resizer ». </a:t>
            </a:r>
            <a:r>
              <a:rPr lang="fr-FR" b="1" dirty="0"/>
              <a:t>Voir annexe n°1.</a:t>
            </a:r>
          </a:p>
          <a:p>
            <a:pPr marL="285750" indent="-285750" algn="just">
              <a:buFont typeface="Wingdings" panose="05000000000000000000" pitchFamily="2" charset="2"/>
              <a:buChar char="§"/>
            </a:pPr>
            <a:endParaRPr lang="fr-FR" b="1" dirty="0"/>
          </a:p>
          <a:p>
            <a:pPr marL="285750" indent="-285750" algn="just">
              <a:buFont typeface="Wingdings" panose="05000000000000000000" pitchFamily="2" charset="2"/>
              <a:buChar char="§"/>
            </a:pPr>
            <a:r>
              <a:rPr lang="fr-FR" dirty="0"/>
              <a:t>La mesure du </a:t>
            </a:r>
            <a:r>
              <a:rPr lang="fr-FR" dirty="0" err="1"/>
              <a:t>NdRich</a:t>
            </a:r>
            <a:r>
              <a:rPr lang="fr-FR" dirty="0"/>
              <a:t> peut se réaliser par deux manières : en comptant à l’œil ou en utilisant le programme informatique développé au laboratoire. Le programme informatique est plus rapide mais introduit un biais sur la binarisation des images d’entrée et donc sur la précision de la mesure. Les deux </a:t>
            </a:r>
            <a:r>
              <a:rPr lang="fr-FR" dirty="0" err="1"/>
              <a:t>facon</a:t>
            </a:r>
            <a:r>
              <a:rPr lang="fr-FR" dirty="0"/>
              <a:t> de faire sont présentés ci après avec leurs avantages/inconvénients.</a:t>
            </a:r>
            <a:endParaRPr lang="fr-FR" b="1" dirty="0"/>
          </a:p>
        </p:txBody>
      </p:sp>
    </p:spTree>
    <p:extLst>
      <p:ext uri="{BB962C8B-B14F-4D97-AF65-F5344CB8AC3E}">
        <p14:creationId xmlns:p14="http://schemas.microsoft.com/office/powerpoint/2010/main" val="39807191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18433" y="325899"/>
            <a:ext cx="6784808" cy="400110"/>
          </a:xfrm>
          <a:prstGeom prst="rect">
            <a:avLst/>
          </a:prstGeom>
          <a:noFill/>
        </p:spPr>
        <p:txBody>
          <a:bodyPr wrap="square" rtlCol="0">
            <a:spAutoFit/>
          </a:bodyPr>
          <a:lstStyle/>
          <a:p>
            <a:pPr algn="just"/>
            <a:r>
              <a:rPr lang="fr-FR" sz="2000" b="1" dirty="0"/>
              <a:t>Mesure « à l’œil » du Nd-Rich spacing.</a:t>
            </a:r>
          </a:p>
        </p:txBody>
      </p:sp>
      <mc:AlternateContent xmlns:mc="http://schemas.openxmlformats.org/markup-compatibility/2006">
        <mc:Choice xmlns:a14="http://schemas.microsoft.com/office/drawing/2010/main" Requires="a14">
          <p:sp>
            <p:nvSpPr>
              <p:cNvPr id="5" name="ZoneTexte 4"/>
              <p:cNvSpPr txBox="1"/>
              <p:nvPr/>
            </p:nvSpPr>
            <p:spPr>
              <a:xfrm>
                <a:off x="220211" y="751176"/>
                <a:ext cx="6683030" cy="5386346"/>
              </a:xfrm>
              <a:prstGeom prst="rect">
                <a:avLst/>
              </a:prstGeom>
              <a:noFill/>
            </p:spPr>
            <p:txBody>
              <a:bodyPr wrap="square" rtlCol="0">
                <a:spAutoFit/>
              </a:bodyPr>
              <a:lstStyle/>
              <a:p>
                <a:pPr marL="285750" indent="-285750" algn="just">
                  <a:buFont typeface="Wingdings" panose="05000000000000000000" pitchFamily="2" charset="2"/>
                  <a:buChar char="§"/>
                </a:pPr>
                <a:r>
                  <a:rPr lang="fr-FR" dirty="0"/>
                  <a:t>Ouvrir la première paire d’images représentant le rubans sur toute son épaisseur (grossissement x650).</a:t>
                </a:r>
              </a:p>
              <a:p>
                <a:pPr marL="285750" indent="-285750" algn="just">
                  <a:buFont typeface="Wingdings" panose="05000000000000000000" pitchFamily="2" charset="2"/>
                  <a:buChar char="§"/>
                </a:pPr>
                <a:endParaRPr lang="fr-FR" dirty="0"/>
              </a:p>
              <a:p>
                <a:pPr marL="285750" indent="-285750" algn="just">
                  <a:buFont typeface="Wingdings" panose="05000000000000000000" pitchFamily="2" charset="2"/>
                  <a:buChar char="§"/>
                </a:pPr>
                <a:r>
                  <a:rPr lang="fr-FR" dirty="0"/>
                  <a:t>Ouvrir un logiciel d’édition d’image type </a:t>
                </a:r>
                <a:r>
                  <a:rPr lang="fr-FR" dirty="0" err="1"/>
                  <a:t>ImageJ</a:t>
                </a:r>
                <a:r>
                  <a:rPr lang="fr-FR" dirty="0"/>
                  <a:t> (Fiji) et tracer un trait horizontal au niveau du premier tier inférieur de l’image. Voir image ci contre (trait bleu).</a:t>
                </a:r>
              </a:p>
              <a:p>
                <a:pPr marL="285750" indent="-285750" algn="just">
                  <a:buFont typeface="Wingdings" panose="05000000000000000000" pitchFamily="2" charset="2"/>
                  <a:buChar char="§"/>
                </a:pPr>
                <a:endParaRPr lang="fr-FR" dirty="0"/>
              </a:p>
              <a:p>
                <a:pPr marL="285750" indent="-285750" algn="just">
                  <a:buFont typeface="Wingdings" panose="05000000000000000000" pitchFamily="2" charset="2"/>
                  <a:buChar char="§"/>
                </a:pPr>
                <a:r>
                  <a:rPr lang="fr-FR" dirty="0"/>
                  <a:t>Ouvrir un tableur (Excel). Une feuille modèle vierge est disponible ici : </a:t>
                </a:r>
                <a:r>
                  <a:rPr lang="fr-FR" sz="1400" dirty="0"/>
                  <a:t>S:\380-Matériaux\380.74-TerresRares\TECHNIQUE NdFeB FRITTES\Strip Casting\Suivi des coulées\Code Py - Fiche vierge. </a:t>
                </a:r>
                <a:r>
                  <a:rPr lang="fr-FR" dirty="0"/>
                  <a:t>Compter le nombre de dendrite blanche de Nd Rich qui coupe le trait de comptage bleu. Entrer ce nombre dans le tableur en face du numéro de l’image. On appellera ce nombre : </a:t>
                </a:r>
                <a14:m>
                  <m:oMath xmlns:m="http://schemas.openxmlformats.org/officeDocument/2006/math">
                    <m:sSub>
                      <m:sSubPr>
                        <m:ctrlPr>
                          <a:rPr lang="fr-FR" b="0" i="1" smtClean="0">
                            <a:latin typeface="Cambria Math" panose="02040503050406030204" pitchFamily="18" charset="0"/>
                          </a:rPr>
                        </m:ctrlPr>
                      </m:sSubPr>
                      <m:e>
                        <m:r>
                          <a:rPr lang="fr-FR" i="1">
                            <a:latin typeface="Cambria Math" panose="02040503050406030204" pitchFamily="18" charset="0"/>
                          </a:rPr>
                          <m:t>𝑁</m:t>
                        </m:r>
                        <m:r>
                          <a:rPr lang="fr-FR" b="0" i="1" smtClean="0">
                            <a:latin typeface="Cambria Math" panose="02040503050406030204" pitchFamily="18" charset="0"/>
                          </a:rPr>
                          <m:t>𝑏</m:t>
                        </m:r>
                      </m:e>
                      <m:sub>
                        <m:r>
                          <a:rPr lang="fr-FR" b="0" i="1" smtClean="0">
                            <a:latin typeface="Cambria Math" panose="02040503050406030204" pitchFamily="18" charset="0"/>
                          </a:rPr>
                          <m:t>𝑁𝑑</m:t>
                        </m:r>
                        <m:r>
                          <a:rPr lang="fr-FR" b="0" i="1" smtClean="0">
                            <a:latin typeface="Cambria Math" panose="02040503050406030204" pitchFamily="18" charset="0"/>
                          </a:rPr>
                          <m:t> </m:t>
                        </m:r>
                        <m:r>
                          <a:rPr lang="fr-FR" b="0" i="1" smtClean="0">
                            <a:latin typeface="Cambria Math" panose="02040503050406030204" pitchFamily="18" charset="0"/>
                          </a:rPr>
                          <m:t>𝑅𝑖𝑐h</m:t>
                        </m:r>
                      </m:sub>
                    </m:sSub>
                  </m:oMath>
                </a14:m>
                <a:r>
                  <a:rPr lang="fr-FR" dirty="0"/>
                  <a:t> </a:t>
                </a:r>
              </a:p>
              <a:p>
                <a:pPr marL="285750" indent="-285750" algn="just">
                  <a:buFont typeface="Wingdings" panose="05000000000000000000" pitchFamily="2" charset="2"/>
                  <a:buChar char="§"/>
                </a:pPr>
                <a:r>
                  <a:rPr lang="fr-FR" dirty="0"/>
                  <a:t>La taille du Nd Rich spacing est donné par la formule :</a:t>
                </a:r>
              </a:p>
              <a:p>
                <a:pPr algn="just"/>
                <a14:m>
                  <m:oMathPara xmlns:m="http://schemas.openxmlformats.org/officeDocument/2006/math">
                    <m:oMathParaPr>
                      <m:jc m:val="center"/>
                    </m:oMathParaPr>
                    <m:oMath xmlns:m="http://schemas.openxmlformats.org/officeDocument/2006/math">
                      <m:sSub>
                        <m:sSubPr>
                          <m:ctrlPr>
                            <a:rPr lang="fr-FR">
                              <a:latin typeface="Cambria Math" panose="02040503050406030204" pitchFamily="18" charset="0"/>
                            </a:rPr>
                          </m:ctrlPr>
                        </m:sSubPr>
                        <m:e>
                          <m:r>
                            <a:rPr lang="fr-FR">
                              <a:latin typeface="Cambria Math" panose="02040503050406030204" pitchFamily="18" charset="0"/>
                            </a:rPr>
                            <m:t>𝐸𝑝</m:t>
                          </m:r>
                        </m:e>
                        <m:sub>
                          <m:r>
                            <a:rPr lang="fr-FR">
                              <a:latin typeface="Cambria Math" panose="02040503050406030204" pitchFamily="18" charset="0"/>
                            </a:rPr>
                            <m:t>𝑁𝑑𝑅𝑖𝑐h</m:t>
                          </m:r>
                        </m:sub>
                      </m:sSub>
                      <m:r>
                        <a:rPr lang="fr-FR">
                          <a:latin typeface="Cambria Math" panose="02040503050406030204" pitchFamily="18" charset="0"/>
                        </a:rPr>
                        <m:t>=</m:t>
                      </m:r>
                      <m:f>
                        <m:fPr>
                          <m:ctrlPr>
                            <a:rPr lang="fr-FR">
                              <a:latin typeface="Cambria Math" panose="02040503050406030204" pitchFamily="18" charset="0"/>
                            </a:rPr>
                          </m:ctrlPr>
                        </m:fPr>
                        <m:num>
                          <m:r>
                            <a:rPr lang="fr-FR">
                              <a:latin typeface="Cambria Math" panose="02040503050406030204" pitchFamily="18" charset="0"/>
                            </a:rPr>
                            <m:t>𝑇𝑎𝑖𝑙𝑙𝑒</m:t>
                          </m:r>
                          <m:r>
                            <a:rPr lang="fr-FR">
                              <a:latin typeface="Cambria Math" panose="02040503050406030204" pitchFamily="18" charset="0"/>
                            </a:rPr>
                            <m:t> </m:t>
                          </m:r>
                          <m:r>
                            <a:rPr lang="fr-FR">
                              <a:latin typeface="Cambria Math" panose="02040503050406030204" pitchFamily="18" charset="0"/>
                            </a:rPr>
                            <m:t>𝑑𝑒</m:t>
                          </m:r>
                          <m:r>
                            <a:rPr lang="fr-FR">
                              <a:latin typeface="Cambria Math" panose="02040503050406030204" pitchFamily="18" charset="0"/>
                            </a:rPr>
                            <m:t> </m:t>
                          </m:r>
                          <m:sSup>
                            <m:sSupPr>
                              <m:ctrlPr>
                                <a:rPr lang="fr-FR">
                                  <a:latin typeface="Cambria Math" panose="02040503050406030204" pitchFamily="18" charset="0"/>
                                </a:rPr>
                              </m:ctrlPr>
                            </m:sSupPr>
                            <m:e>
                              <m:r>
                                <a:rPr lang="fr-FR">
                                  <a:latin typeface="Cambria Math" panose="02040503050406030204" pitchFamily="18" charset="0"/>
                                </a:rPr>
                                <m:t>𝑙</m:t>
                              </m:r>
                            </m:e>
                            <m:sup>
                              <m:r>
                                <a:rPr lang="fr-FR">
                                  <a:latin typeface="Cambria Math" panose="02040503050406030204" pitchFamily="18" charset="0"/>
                                </a:rPr>
                                <m:t>′</m:t>
                              </m:r>
                            </m:sup>
                          </m:sSup>
                          <m:r>
                            <a:rPr lang="fr-FR">
                              <a:latin typeface="Cambria Math" panose="02040503050406030204" pitchFamily="18" charset="0"/>
                            </a:rPr>
                            <m:t>𝑖𝑚𝑎𝑔𝑒</m:t>
                          </m:r>
                        </m:num>
                        <m:den>
                          <m:r>
                            <a:rPr lang="fr-FR">
                              <a:latin typeface="Cambria Math" panose="02040503050406030204" pitchFamily="18" charset="0"/>
                            </a:rPr>
                            <m:t>é</m:t>
                          </m:r>
                          <m:r>
                            <a:rPr lang="fr-FR">
                              <a:latin typeface="Cambria Math" panose="02040503050406030204" pitchFamily="18" charset="0"/>
                            </a:rPr>
                            <m:t>𝑐h𝑒𝑙𝑙𝑒</m:t>
                          </m:r>
                          <m:r>
                            <a:rPr lang="fr-FR">
                              <a:latin typeface="Cambria Math" panose="02040503050406030204" pitchFamily="18" charset="0"/>
                            </a:rPr>
                            <m:t> </m:t>
                          </m:r>
                          <m:r>
                            <a:rPr lang="fr-FR">
                              <a:latin typeface="Cambria Math" panose="02040503050406030204" pitchFamily="18" charset="0"/>
                            </a:rPr>
                            <m:t>𝑑𝑒</m:t>
                          </m:r>
                          <m:r>
                            <a:rPr lang="fr-FR">
                              <a:latin typeface="Cambria Math" panose="02040503050406030204" pitchFamily="18" charset="0"/>
                            </a:rPr>
                            <m:t> </m:t>
                          </m:r>
                          <m:sSup>
                            <m:sSupPr>
                              <m:ctrlPr>
                                <a:rPr lang="fr-FR">
                                  <a:latin typeface="Cambria Math" panose="02040503050406030204" pitchFamily="18" charset="0"/>
                                </a:rPr>
                              </m:ctrlPr>
                            </m:sSupPr>
                            <m:e>
                              <m:r>
                                <a:rPr lang="fr-FR">
                                  <a:latin typeface="Cambria Math" panose="02040503050406030204" pitchFamily="18" charset="0"/>
                                </a:rPr>
                                <m:t>𝑙</m:t>
                              </m:r>
                            </m:e>
                            <m:sup>
                              <m:r>
                                <a:rPr lang="fr-FR">
                                  <a:latin typeface="Cambria Math" panose="02040503050406030204" pitchFamily="18" charset="0"/>
                                </a:rPr>
                                <m:t>′</m:t>
                              </m:r>
                            </m:sup>
                          </m:sSup>
                          <m:r>
                            <a:rPr lang="fr-FR">
                              <a:latin typeface="Cambria Math" panose="02040503050406030204" pitchFamily="18" charset="0"/>
                            </a:rPr>
                            <m:t>𝑖𝑚𝑎𝑔𝑒</m:t>
                          </m:r>
                        </m:den>
                      </m:f>
                      <m:r>
                        <a:rPr lang="fr-FR">
                          <a:latin typeface="Cambria Math" panose="02040503050406030204" pitchFamily="18" charset="0"/>
                        </a:rPr>
                        <m:t>∗</m:t>
                      </m:r>
                      <m:sSub>
                        <m:sSubPr>
                          <m:ctrlPr>
                            <a:rPr lang="fr-FR">
                              <a:latin typeface="Cambria Math" panose="02040503050406030204" pitchFamily="18" charset="0"/>
                            </a:rPr>
                          </m:ctrlPr>
                        </m:sSubPr>
                        <m:e>
                          <m:r>
                            <a:rPr lang="fr-FR">
                              <a:latin typeface="Cambria Math" panose="02040503050406030204" pitchFamily="18" charset="0"/>
                            </a:rPr>
                            <m:t>𝑁𝑏</m:t>
                          </m:r>
                        </m:e>
                        <m:sub>
                          <m:r>
                            <a:rPr lang="fr-FR">
                              <a:latin typeface="Cambria Math" panose="02040503050406030204" pitchFamily="18" charset="0"/>
                            </a:rPr>
                            <m:t>𝑁𝑑</m:t>
                          </m:r>
                          <m:r>
                            <a:rPr lang="fr-FR">
                              <a:latin typeface="Cambria Math" panose="02040503050406030204" pitchFamily="18" charset="0"/>
                            </a:rPr>
                            <m:t> </m:t>
                          </m:r>
                          <m:r>
                            <a:rPr lang="fr-FR">
                              <a:latin typeface="Cambria Math" panose="02040503050406030204" pitchFamily="18" charset="0"/>
                            </a:rPr>
                            <m:t>𝑅𝑖𝑐h</m:t>
                          </m:r>
                        </m:sub>
                      </m:sSub>
                    </m:oMath>
                  </m:oMathPara>
                </a14:m>
                <a:endParaRPr lang="fr-FR" dirty="0"/>
              </a:p>
              <a:p>
                <a:pPr algn="just"/>
                <a14:m>
                  <m:oMathPara xmlns:m="http://schemas.openxmlformats.org/officeDocument/2006/math">
                    <m:oMathParaPr>
                      <m:jc m:val="left"/>
                    </m:oMathParaPr>
                    <m:oMath xmlns:m="http://schemas.openxmlformats.org/officeDocument/2006/math">
                      <m:r>
                        <m:rPr>
                          <m:sty m:val="p"/>
                        </m:rPr>
                        <a:rPr lang="fr-FR" smtClean="0">
                          <a:ea typeface="Cambria Math" panose="02040503050406030204" pitchFamily="18" charset="0"/>
                        </a:rPr>
                        <m:t>o</m:t>
                      </m:r>
                      <m:r>
                        <m:rPr>
                          <m:nor/>
                        </m:rPr>
                        <a:rPr lang="fr-FR" smtClean="0">
                          <a:ea typeface="Cambria Math" panose="02040503050406030204" pitchFamily="18" charset="0"/>
                        </a:rPr>
                        <m:t>ù</m:t>
                      </m:r>
                      <m:r>
                        <m:rPr>
                          <m:nor/>
                        </m:rPr>
                        <a:rPr lang="fr-FR" b="0" i="0" smtClean="0">
                          <a:ea typeface="Cambria Math" panose="02040503050406030204" pitchFamily="18" charset="0"/>
                        </a:rPr>
                        <m:t> </m:t>
                      </m:r>
                      <m:r>
                        <m:rPr>
                          <m:nor/>
                        </m:rPr>
                        <a:rPr lang="fr-FR" b="0" i="0" smtClean="0">
                          <a:ea typeface="Cambria Math" panose="02040503050406030204" pitchFamily="18" charset="0"/>
                        </a:rPr>
                        <m:t>l</m:t>
                      </m:r>
                      <m:r>
                        <m:rPr>
                          <m:nor/>
                        </m:rPr>
                        <a:rPr lang="fr-FR" b="0" i="0" smtClean="0">
                          <a:ea typeface="Cambria Math" panose="02040503050406030204" pitchFamily="18" charset="0"/>
                        </a:rPr>
                        <m:t>'é</m:t>
                      </m:r>
                      <m:r>
                        <m:rPr>
                          <m:nor/>
                        </m:rPr>
                        <a:rPr lang="fr-FR" b="0" i="0" smtClean="0">
                          <a:ea typeface="Cambria Math" panose="02040503050406030204" pitchFamily="18" charset="0"/>
                        </a:rPr>
                        <m:t>chelle</m:t>
                      </m:r>
                      <m:r>
                        <m:rPr>
                          <m:nor/>
                        </m:rPr>
                        <a:rPr lang="fr-FR" b="0" i="0" smtClean="0">
                          <a:ea typeface="Cambria Math" panose="02040503050406030204" pitchFamily="18" charset="0"/>
                        </a:rPr>
                        <m:t> </m:t>
                      </m:r>
                      <m:r>
                        <m:rPr>
                          <m:nor/>
                        </m:rPr>
                        <a:rPr lang="fr-FR" b="0" i="0" smtClean="0">
                          <a:ea typeface="Cambria Math" panose="02040503050406030204" pitchFamily="18" charset="0"/>
                        </a:rPr>
                        <m:t>de</m:t>
                      </m:r>
                      <m:r>
                        <m:rPr>
                          <m:nor/>
                        </m:rPr>
                        <a:rPr lang="fr-FR" b="0" i="0" smtClean="0">
                          <a:ea typeface="Cambria Math" panose="02040503050406030204" pitchFamily="18" charset="0"/>
                        </a:rPr>
                        <m:t> </m:t>
                      </m:r>
                      <m:r>
                        <m:rPr>
                          <m:nor/>
                        </m:rPr>
                        <a:rPr lang="fr-FR" b="0" i="0" smtClean="0">
                          <a:ea typeface="Cambria Math" panose="02040503050406030204" pitchFamily="18" charset="0"/>
                        </a:rPr>
                        <m:t>l</m:t>
                      </m:r>
                      <m:r>
                        <m:rPr>
                          <m:nor/>
                        </m:rPr>
                        <a:rPr lang="fr-FR" b="0" i="0" smtClean="0">
                          <a:ea typeface="Cambria Math" panose="02040503050406030204" pitchFamily="18" charset="0"/>
                        </a:rPr>
                        <m:t>'</m:t>
                      </m:r>
                      <m:r>
                        <m:rPr>
                          <m:nor/>
                        </m:rPr>
                        <a:rPr lang="fr-FR" b="0" i="0" smtClean="0">
                          <a:ea typeface="Cambria Math" panose="02040503050406030204" pitchFamily="18" charset="0"/>
                        </a:rPr>
                        <m:t>image</m:t>
                      </m:r>
                      <m:r>
                        <m:rPr>
                          <m:nor/>
                        </m:rPr>
                        <a:rPr lang="fr-FR" b="0" i="0" smtClean="0">
                          <a:ea typeface="Cambria Math" panose="02040503050406030204" pitchFamily="18" charset="0"/>
                        </a:rPr>
                        <m:t> </m:t>
                      </m:r>
                      <m:r>
                        <m:rPr>
                          <m:nor/>
                        </m:rPr>
                        <a:rPr lang="fr-FR" b="0" i="0" smtClean="0">
                          <a:ea typeface="Cambria Math" panose="02040503050406030204" pitchFamily="18" charset="0"/>
                        </a:rPr>
                        <m:t>est</m:t>
                      </m:r>
                      <m:r>
                        <m:rPr>
                          <m:nor/>
                        </m:rPr>
                        <a:rPr lang="fr-FR" b="0" i="0" smtClean="0">
                          <a:ea typeface="Cambria Math" panose="02040503050406030204" pitchFamily="18" charset="0"/>
                        </a:rPr>
                        <m:t> </m:t>
                      </m:r>
                      <m:r>
                        <m:rPr>
                          <m:nor/>
                        </m:rPr>
                        <a:rPr lang="fr-FR" b="0" i="0" smtClean="0">
                          <a:ea typeface="Cambria Math" panose="02040503050406030204" pitchFamily="18" charset="0"/>
                        </a:rPr>
                        <m:t>le</m:t>
                      </m:r>
                      <m:r>
                        <m:rPr>
                          <m:nor/>
                        </m:rPr>
                        <a:rPr lang="fr-FR" b="0" i="0" smtClean="0">
                          <a:ea typeface="Cambria Math" panose="02040503050406030204" pitchFamily="18" charset="0"/>
                        </a:rPr>
                        <m:t> </m:t>
                      </m:r>
                      <m:r>
                        <m:rPr>
                          <m:nor/>
                        </m:rPr>
                        <a:rPr lang="fr-FR" b="0" i="0" smtClean="0">
                          <a:ea typeface="Cambria Math" panose="02040503050406030204" pitchFamily="18" charset="0"/>
                        </a:rPr>
                        <m:t>nombre</m:t>
                      </m:r>
                      <m:r>
                        <m:rPr>
                          <m:nor/>
                        </m:rPr>
                        <a:rPr lang="fr-FR" b="0" i="0" smtClean="0">
                          <a:ea typeface="Cambria Math" panose="02040503050406030204" pitchFamily="18" charset="0"/>
                        </a:rPr>
                        <m:t> </m:t>
                      </m:r>
                      <m:r>
                        <m:rPr>
                          <m:nor/>
                        </m:rPr>
                        <a:rPr lang="fr-FR" b="0" i="0" smtClean="0">
                          <a:ea typeface="Cambria Math" panose="02040503050406030204" pitchFamily="18" charset="0"/>
                        </a:rPr>
                        <m:t>de</m:t>
                      </m:r>
                      <m:r>
                        <m:rPr>
                          <m:nor/>
                        </m:rPr>
                        <a:rPr lang="fr-FR" b="0" i="0" smtClean="0">
                          <a:ea typeface="Cambria Math" panose="02040503050406030204" pitchFamily="18" charset="0"/>
                        </a:rPr>
                        <m:t> </m:t>
                      </m:r>
                      <m:r>
                        <m:rPr>
                          <m:nor/>
                        </m:rPr>
                        <a:rPr lang="fr-FR" b="0" i="0" smtClean="0">
                          <a:ea typeface="Cambria Math" panose="02040503050406030204" pitchFamily="18" charset="0"/>
                        </a:rPr>
                        <m:t>pixels</m:t>
                      </m:r>
                      <m:r>
                        <m:rPr>
                          <m:nor/>
                        </m:rPr>
                        <a:rPr lang="fr-FR" b="0" i="0" smtClean="0">
                          <a:ea typeface="Cambria Math" panose="02040503050406030204" pitchFamily="18" charset="0"/>
                        </a:rPr>
                        <m:t> </m:t>
                      </m:r>
                    </m:oMath>
                  </m:oMathPara>
                </a14:m>
                <a:endParaRPr lang="fr-FR" b="0" i="0" dirty="0">
                  <a:ea typeface="Cambria Math" panose="02040503050406030204" pitchFamily="18" charset="0"/>
                </a:endParaRPr>
              </a:p>
              <a:p>
                <a:pPr algn="just"/>
                <a14:m>
                  <m:oMath xmlns:m="http://schemas.openxmlformats.org/officeDocument/2006/math">
                    <m:r>
                      <m:rPr>
                        <m:nor/>
                      </m:rPr>
                      <a:rPr lang="fr-FR" b="0" i="0" smtClean="0">
                        <a:ea typeface="Cambria Math" panose="02040503050406030204" pitchFamily="18" charset="0"/>
                      </a:rPr>
                      <m:t>par</m:t>
                    </m:r>
                    <m:r>
                      <m:rPr>
                        <m:nor/>
                      </m:rPr>
                      <a:rPr lang="fr-FR" b="0" i="0" smtClean="0">
                        <a:ea typeface="Cambria Math" panose="02040503050406030204" pitchFamily="18" charset="0"/>
                      </a:rPr>
                      <m:t> </m:t>
                    </m:r>
                    <m:r>
                      <m:rPr>
                        <m:nor/>
                      </m:rPr>
                      <a:rPr lang="fr-FR" b="0" i="0" smtClean="0">
                        <a:ea typeface="Cambria Math" panose="02040503050406030204" pitchFamily="18" charset="0"/>
                      </a:rPr>
                      <m:t>microm</m:t>
                    </m:r>
                    <m:r>
                      <m:rPr>
                        <m:nor/>
                      </m:rPr>
                      <a:rPr lang="fr-FR" b="0" i="0" smtClean="0">
                        <a:ea typeface="Cambria Math" panose="02040503050406030204" pitchFamily="18" charset="0"/>
                      </a:rPr>
                      <m:t>è</m:t>
                    </m:r>
                    <m:r>
                      <m:rPr>
                        <m:nor/>
                      </m:rPr>
                      <a:rPr lang="fr-FR" b="0" i="0" smtClean="0">
                        <a:ea typeface="Cambria Math" panose="02040503050406030204" pitchFamily="18" charset="0"/>
                      </a:rPr>
                      <m:t>tre</m:t>
                    </m:r>
                  </m:oMath>
                </a14:m>
                <a:r>
                  <a:rPr lang="fr-FR" dirty="0">
                    <a:ea typeface="Cambria Math" panose="02040503050406030204" pitchFamily="18" charset="0"/>
                  </a:rPr>
                  <a:t>.</a:t>
                </a:r>
              </a:p>
              <a:p>
                <a:pPr algn="just"/>
                <a:r>
                  <a:rPr lang="fr-FR" dirty="0">
                    <a:ea typeface="Cambria Math" panose="02040503050406030204" pitchFamily="18" charset="0"/>
                  </a:rPr>
                  <a:t>Pour les images en x650 l’échelle est 3,4 pixels par micron</a:t>
                </a:r>
              </a:p>
            </p:txBody>
          </p:sp>
        </mc:Choice>
        <mc:Fallback>
          <p:sp>
            <p:nvSpPr>
              <p:cNvPr id="5" name="ZoneTexte 4"/>
              <p:cNvSpPr txBox="1">
                <a:spLocks noRot="1" noChangeAspect="1" noMove="1" noResize="1" noEditPoints="1" noAdjustHandles="1" noChangeArrowheads="1" noChangeShapeType="1" noTextEdit="1"/>
              </p:cNvSpPr>
              <p:nvPr/>
            </p:nvSpPr>
            <p:spPr>
              <a:xfrm>
                <a:off x="220211" y="751176"/>
                <a:ext cx="6683030" cy="5386346"/>
              </a:xfrm>
              <a:prstGeom prst="rect">
                <a:avLst/>
              </a:prstGeom>
              <a:blipFill>
                <a:blip r:embed="rId2"/>
                <a:stretch>
                  <a:fillRect l="-730" t="-566" r="-821" b="-905"/>
                </a:stretch>
              </a:blipFill>
            </p:spPr>
            <p:txBody>
              <a:bodyPr/>
              <a:lstStyle/>
              <a:p>
                <a:r>
                  <a:rPr lang="fr-FR">
                    <a:noFill/>
                  </a:rPr>
                  <a:t> </a:t>
                </a:r>
              </a:p>
            </p:txBody>
          </p:sp>
        </mc:Fallback>
      </mc:AlternateContent>
      <p:sp>
        <p:nvSpPr>
          <p:cNvPr id="6" name="Rectangle 5">
            <a:extLst>
              <a:ext uri="{FF2B5EF4-FFF2-40B4-BE49-F238E27FC236}">
                <a16:creationId xmlns:a16="http://schemas.microsoft.com/office/drawing/2014/main" id="{03AB5E7E-F29F-4F21-964B-F9643710074C}"/>
              </a:ext>
            </a:extLst>
          </p:cNvPr>
          <p:cNvSpPr/>
          <p:nvPr/>
        </p:nvSpPr>
        <p:spPr>
          <a:xfrm>
            <a:off x="7004826" y="482040"/>
            <a:ext cx="4248000" cy="5940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08000" rIns="144000" bIns="144000" rtlCol="0" anchor="ctr">
            <a:spAutoFit/>
          </a:bodyPr>
          <a:lstStyle/>
          <a:p>
            <a:pPr algn="ctr"/>
            <a:endParaRPr lang="fr-FR" dirty="0"/>
          </a:p>
        </p:txBody>
      </p:sp>
      <p:pic>
        <p:nvPicPr>
          <p:cNvPr id="7" name="Image 6">
            <a:extLst>
              <a:ext uri="{FF2B5EF4-FFF2-40B4-BE49-F238E27FC236}">
                <a16:creationId xmlns:a16="http://schemas.microsoft.com/office/drawing/2014/main" id="{EE5B21CF-A251-43F2-AD9B-F6781A4F45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5459" y="3120593"/>
            <a:ext cx="3907446" cy="3240000"/>
          </a:xfrm>
          <a:prstGeom prst="rect">
            <a:avLst/>
          </a:prstGeom>
          <a:ln w="19050">
            <a:solidFill>
              <a:srgbClr val="FFFF00"/>
            </a:solidFill>
          </a:ln>
        </p:spPr>
      </p:pic>
      <p:pic>
        <p:nvPicPr>
          <p:cNvPr id="8" name="Image 7">
            <a:extLst>
              <a:ext uri="{FF2B5EF4-FFF2-40B4-BE49-F238E27FC236}">
                <a16:creationId xmlns:a16="http://schemas.microsoft.com/office/drawing/2014/main" id="{B13A23FB-D808-45AD-A7FC-FAA39816B5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43795" y="525585"/>
            <a:ext cx="3907446" cy="3240000"/>
          </a:xfrm>
          <a:prstGeom prst="rect">
            <a:avLst/>
          </a:prstGeom>
          <a:ln w="19050">
            <a:solidFill>
              <a:srgbClr val="FFFF00"/>
            </a:solidFill>
          </a:ln>
        </p:spPr>
      </p:pic>
      <p:sp>
        <p:nvSpPr>
          <p:cNvPr id="9" name="ZoneTexte 8">
            <a:extLst>
              <a:ext uri="{FF2B5EF4-FFF2-40B4-BE49-F238E27FC236}">
                <a16:creationId xmlns:a16="http://schemas.microsoft.com/office/drawing/2014/main" id="{CDD7285D-AD81-46C1-94F8-F51103152600}"/>
              </a:ext>
            </a:extLst>
          </p:cNvPr>
          <p:cNvSpPr txBox="1"/>
          <p:nvPr/>
        </p:nvSpPr>
        <p:spPr>
          <a:xfrm>
            <a:off x="9781563" y="4035559"/>
            <a:ext cx="2318431" cy="919401"/>
          </a:xfrm>
          <a:prstGeom prst="roundRect">
            <a:avLst/>
          </a:prstGeom>
          <a:solidFill>
            <a:schemeClr val="tx1"/>
          </a:solidFill>
        </p:spPr>
        <p:txBody>
          <a:bodyPr wrap="square" rtlCol="0">
            <a:spAutoFit/>
          </a:bodyPr>
          <a:lstStyle/>
          <a:p>
            <a:pPr algn="ctr"/>
            <a:r>
              <a:rPr lang="fr-FR" sz="1600" i="1" u="sng" dirty="0">
                <a:solidFill>
                  <a:schemeClr val="bg1"/>
                </a:solidFill>
              </a:rPr>
              <a:t>Mesure à l’œil du Nd Rich spacing : traits de comptage en bleu</a:t>
            </a:r>
          </a:p>
        </p:txBody>
      </p:sp>
      <p:sp>
        <p:nvSpPr>
          <p:cNvPr id="10" name="ZoneTexte 9">
            <a:extLst>
              <a:ext uri="{FF2B5EF4-FFF2-40B4-BE49-F238E27FC236}">
                <a16:creationId xmlns:a16="http://schemas.microsoft.com/office/drawing/2014/main" id="{B75626A8-0B7D-4886-80E4-F386F08E2904}"/>
              </a:ext>
            </a:extLst>
          </p:cNvPr>
          <p:cNvSpPr txBox="1"/>
          <p:nvPr/>
        </p:nvSpPr>
        <p:spPr>
          <a:xfrm>
            <a:off x="7161586" y="451734"/>
            <a:ext cx="4117367" cy="307777"/>
          </a:xfrm>
          <a:prstGeom prst="rect">
            <a:avLst/>
          </a:prstGeom>
          <a:noFill/>
        </p:spPr>
        <p:txBody>
          <a:bodyPr wrap="square">
            <a:spAutoFit/>
          </a:bodyPr>
          <a:lstStyle/>
          <a:p>
            <a:r>
              <a:rPr lang="fr-FR" sz="1400" dirty="0">
                <a:solidFill>
                  <a:srgbClr val="FFFF00"/>
                </a:solidFill>
              </a:rPr>
              <a:t>Partie supérieure du ruban : côté « libre »</a:t>
            </a:r>
          </a:p>
        </p:txBody>
      </p:sp>
      <p:sp>
        <p:nvSpPr>
          <p:cNvPr id="11" name="ZoneTexte 10">
            <a:extLst>
              <a:ext uri="{FF2B5EF4-FFF2-40B4-BE49-F238E27FC236}">
                <a16:creationId xmlns:a16="http://schemas.microsoft.com/office/drawing/2014/main" id="{4FD84AD3-A745-47BE-9F73-712A310E6703}"/>
              </a:ext>
            </a:extLst>
          </p:cNvPr>
          <p:cNvSpPr txBox="1"/>
          <p:nvPr/>
        </p:nvSpPr>
        <p:spPr>
          <a:xfrm>
            <a:off x="7070142" y="6115816"/>
            <a:ext cx="4117367" cy="307777"/>
          </a:xfrm>
          <a:prstGeom prst="rect">
            <a:avLst/>
          </a:prstGeom>
          <a:noFill/>
        </p:spPr>
        <p:txBody>
          <a:bodyPr wrap="square">
            <a:spAutoFit/>
          </a:bodyPr>
          <a:lstStyle/>
          <a:p>
            <a:r>
              <a:rPr lang="fr-FR" sz="1400" dirty="0">
                <a:solidFill>
                  <a:srgbClr val="FFFF00"/>
                </a:solidFill>
              </a:rPr>
              <a:t>Partie inférieure du ruban : côté « roue »</a:t>
            </a:r>
          </a:p>
        </p:txBody>
      </p:sp>
      <p:cxnSp>
        <p:nvCxnSpPr>
          <p:cNvPr id="3" name="Connecteur droit 2">
            <a:extLst>
              <a:ext uri="{FF2B5EF4-FFF2-40B4-BE49-F238E27FC236}">
                <a16:creationId xmlns:a16="http://schemas.microsoft.com/office/drawing/2014/main" id="{78C1EB03-2D3C-42E5-BD0D-25D9D5D37A92}"/>
              </a:ext>
            </a:extLst>
          </p:cNvPr>
          <p:cNvCxnSpPr/>
          <p:nvPr/>
        </p:nvCxnSpPr>
        <p:spPr>
          <a:xfrm>
            <a:off x="7135459" y="5310231"/>
            <a:ext cx="3907446"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754B9492-B6D3-46BD-80E0-70754D678A89}"/>
              </a:ext>
            </a:extLst>
          </p:cNvPr>
          <p:cNvCxnSpPr/>
          <p:nvPr/>
        </p:nvCxnSpPr>
        <p:spPr>
          <a:xfrm>
            <a:off x="7127070" y="3591886"/>
            <a:ext cx="3996000"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8D38E54F-2DDE-4A7B-B48B-6827C04C3783}"/>
              </a:ext>
            </a:extLst>
          </p:cNvPr>
          <p:cNvCxnSpPr/>
          <p:nvPr/>
        </p:nvCxnSpPr>
        <p:spPr>
          <a:xfrm>
            <a:off x="7238564" y="1579926"/>
            <a:ext cx="3888000"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6D32A3A9-C35A-4008-A622-D2FD8642CBD5}"/>
              </a:ext>
            </a:extLst>
          </p:cNvPr>
          <p:cNvCxnSpPr/>
          <p:nvPr/>
        </p:nvCxnSpPr>
        <p:spPr>
          <a:xfrm>
            <a:off x="7127070" y="3591886"/>
            <a:ext cx="4032000"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22482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18433" y="325899"/>
            <a:ext cx="6784808" cy="400110"/>
          </a:xfrm>
          <a:prstGeom prst="rect">
            <a:avLst/>
          </a:prstGeom>
          <a:noFill/>
        </p:spPr>
        <p:txBody>
          <a:bodyPr wrap="square" rtlCol="0">
            <a:spAutoFit/>
          </a:bodyPr>
          <a:lstStyle/>
          <a:p>
            <a:pPr algn="just"/>
            <a:r>
              <a:rPr lang="fr-FR" sz="2000" b="1" dirty="0"/>
              <a:t>Mesure « à l’œil » du Nd-Rich spacing.</a:t>
            </a:r>
          </a:p>
        </p:txBody>
      </p:sp>
      <p:sp>
        <p:nvSpPr>
          <p:cNvPr id="5" name="ZoneTexte 4"/>
          <p:cNvSpPr txBox="1"/>
          <p:nvPr/>
        </p:nvSpPr>
        <p:spPr>
          <a:xfrm>
            <a:off x="220211" y="751176"/>
            <a:ext cx="6683030" cy="5170646"/>
          </a:xfrm>
          <a:prstGeom prst="rect">
            <a:avLst/>
          </a:prstGeom>
          <a:noFill/>
        </p:spPr>
        <p:txBody>
          <a:bodyPr wrap="square" rtlCol="0">
            <a:spAutoFit/>
          </a:bodyPr>
          <a:lstStyle/>
          <a:p>
            <a:pPr marL="285750" indent="-285750" algn="just">
              <a:buFont typeface="Wingdings" panose="05000000000000000000" pitchFamily="2" charset="2"/>
              <a:buChar char="§"/>
            </a:pPr>
            <a:r>
              <a:rPr lang="fr-FR" dirty="0"/>
              <a:t>Répéter l’opération en traçant un trait au milieu de l’épaisseur du rubans puis au dernier tier du ruban. Cela permet de moyenner la taille du Nd </a:t>
            </a:r>
            <a:r>
              <a:rPr lang="fr-FR" dirty="0" err="1"/>
              <a:t>rich</a:t>
            </a:r>
            <a:r>
              <a:rPr lang="fr-FR" dirty="0"/>
              <a:t> sur l’épaisseur du ruban. En effet, les dendrites sont plus fines sur la partie inférieure du ruban (côté roue) que sur la partie supérieure (côté libre).</a:t>
            </a:r>
          </a:p>
          <a:p>
            <a:pPr marL="285750" indent="-285750" algn="just">
              <a:buFont typeface="Wingdings" panose="05000000000000000000" pitchFamily="2" charset="2"/>
              <a:buChar char="§"/>
            </a:pPr>
            <a:endParaRPr lang="fr-FR" dirty="0"/>
          </a:p>
          <a:p>
            <a:pPr marL="285750" indent="-285750" algn="just">
              <a:buFont typeface="Wingdings" panose="05000000000000000000" pitchFamily="2" charset="2"/>
              <a:buChar char="§"/>
            </a:pPr>
            <a:r>
              <a:rPr lang="fr-FR" dirty="0"/>
              <a:t>Faire de même sur toutes les paires d’images.</a:t>
            </a:r>
          </a:p>
          <a:p>
            <a:pPr marL="285750" indent="-285750" algn="just">
              <a:buFont typeface="Wingdings" panose="05000000000000000000" pitchFamily="2" charset="2"/>
              <a:buChar char="§"/>
            </a:pPr>
            <a:endParaRPr lang="fr-FR" dirty="0"/>
          </a:p>
          <a:p>
            <a:pPr marL="285750" indent="-285750" algn="just">
              <a:buFont typeface="Wingdings" panose="05000000000000000000" pitchFamily="2" charset="2"/>
              <a:buChar char="§"/>
            </a:pPr>
            <a:r>
              <a:rPr lang="fr-FR" dirty="0"/>
              <a:t>Faire ensuite la moyenne et l’écart type des résultats sur l’ensemble des images pour obtenir la valeur du Nd-</a:t>
            </a:r>
            <a:r>
              <a:rPr lang="fr-FR" dirty="0" err="1"/>
              <a:t>rich</a:t>
            </a:r>
            <a:r>
              <a:rPr lang="fr-FR" dirty="0"/>
              <a:t> spacing que l’on gardera.</a:t>
            </a:r>
          </a:p>
          <a:p>
            <a:pPr marL="285750" indent="-285750" algn="just">
              <a:buFont typeface="Wingdings" panose="05000000000000000000" pitchFamily="2" charset="2"/>
              <a:buChar char="§"/>
            </a:pPr>
            <a:endParaRPr lang="fr-FR" dirty="0"/>
          </a:p>
          <a:p>
            <a:pPr marL="285750" indent="-285750" algn="just">
              <a:buFont typeface="Wingdings" panose="05000000000000000000" pitchFamily="2" charset="2"/>
              <a:buChar char="§"/>
            </a:pPr>
            <a:r>
              <a:rPr lang="fr-FR" dirty="0"/>
              <a:t>Remplir l’onglet « contrôles » dans la fiche de suivi du lot de strip casting en question </a:t>
            </a:r>
            <a:r>
              <a:rPr lang="fr-FR" sz="1200" dirty="0"/>
              <a:t>(S:\380-Matériaux\380.74-TerresRares\TECHNIQUE NdFeB FRITTES\Strip Casting\Suivi des coulées )</a:t>
            </a:r>
            <a:r>
              <a:rPr lang="fr-FR" sz="1200" b="1" i="0" dirty="0">
                <a:solidFill>
                  <a:srgbClr val="428BCA"/>
                </a:solidFill>
                <a:effectLst/>
                <a:latin typeface="Calibri" panose="020F0502020204030204" pitchFamily="34" charset="0"/>
              </a:rPr>
              <a:t> .</a:t>
            </a:r>
          </a:p>
          <a:p>
            <a:pPr marL="285750" indent="-285750" algn="just">
              <a:buFont typeface="Wingdings" panose="05000000000000000000" pitchFamily="2" charset="2"/>
              <a:buChar char="§"/>
            </a:pPr>
            <a:endParaRPr lang="fr-FR" sz="1200" b="1" dirty="0">
              <a:solidFill>
                <a:srgbClr val="428BCA"/>
              </a:solidFill>
              <a:latin typeface="Calibri" panose="020F0502020204030204" pitchFamily="34" charset="0"/>
            </a:endParaRPr>
          </a:p>
          <a:p>
            <a:pPr marL="285750" indent="-285750" algn="just">
              <a:buFont typeface="Wingdings" panose="05000000000000000000" pitchFamily="2" charset="2"/>
              <a:buChar char="§"/>
            </a:pPr>
            <a:r>
              <a:rPr lang="fr-FR" dirty="0"/>
              <a:t>La mesure est terminée.</a:t>
            </a:r>
          </a:p>
          <a:p>
            <a:pPr marL="285750" indent="-285750" algn="just">
              <a:buFont typeface="Wingdings" panose="05000000000000000000" pitchFamily="2" charset="2"/>
              <a:buChar char="§"/>
            </a:pPr>
            <a:endParaRPr lang="fr-FR" dirty="0"/>
          </a:p>
        </p:txBody>
      </p:sp>
      <p:sp>
        <p:nvSpPr>
          <p:cNvPr id="6" name="Rectangle 5">
            <a:extLst>
              <a:ext uri="{FF2B5EF4-FFF2-40B4-BE49-F238E27FC236}">
                <a16:creationId xmlns:a16="http://schemas.microsoft.com/office/drawing/2014/main" id="{03AB5E7E-F29F-4F21-964B-F9643710074C}"/>
              </a:ext>
            </a:extLst>
          </p:cNvPr>
          <p:cNvSpPr/>
          <p:nvPr/>
        </p:nvSpPr>
        <p:spPr>
          <a:xfrm>
            <a:off x="7004826" y="482040"/>
            <a:ext cx="4248000" cy="5940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08000" rIns="144000" bIns="144000" rtlCol="0" anchor="ctr">
            <a:spAutoFit/>
          </a:bodyPr>
          <a:lstStyle/>
          <a:p>
            <a:pPr algn="ctr"/>
            <a:endParaRPr lang="fr-FR" dirty="0"/>
          </a:p>
        </p:txBody>
      </p:sp>
      <p:pic>
        <p:nvPicPr>
          <p:cNvPr id="7" name="Image 6">
            <a:extLst>
              <a:ext uri="{FF2B5EF4-FFF2-40B4-BE49-F238E27FC236}">
                <a16:creationId xmlns:a16="http://schemas.microsoft.com/office/drawing/2014/main" id="{EE5B21CF-A251-43F2-AD9B-F6781A4F45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5459" y="3120593"/>
            <a:ext cx="3907446" cy="3240000"/>
          </a:xfrm>
          <a:prstGeom prst="rect">
            <a:avLst/>
          </a:prstGeom>
          <a:ln w="19050">
            <a:solidFill>
              <a:srgbClr val="FFFF00"/>
            </a:solidFill>
          </a:ln>
        </p:spPr>
      </p:pic>
      <p:pic>
        <p:nvPicPr>
          <p:cNvPr id="8" name="Image 7">
            <a:extLst>
              <a:ext uri="{FF2B5EF4-FFF2-40B4-BE49-F238E27FC236}">
                <a16:creationId xmlns:a16="http://schemas.microsoft.com/office/drawing/2014/main" id="{B13A23FB-D808-45AD-A7FC-FAA39816B5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43795" y="525585"/>
            <a:ext cx="3907446" cy="3240000"/>
          </a:xfrm>
          <a:prstGeom prst="rect">
            <a:avLst/>
          </a:prstGeom>
          <a:ln w="19050">
            <a:solidFill>
              <a:srgbClr val="FFFF00"/>
            </a:solidFill>
          </a:ln>
        </p:spPr>
      </p:pic>
      <p:sp>
        <p:nvSpPr>
          <p:cNvPr id="9" name="ZoneTexte 8">
            <a:extLst>
              <a:ext uri="{FF2B5EF4-FFF2-40B4-BE49-F238E27FC236}">
                <a16:creationId xmlns:a16="http://schemas.microsoft.com/office/drawing/2014/main" id="{CDD7285D-AD81-46C1-94F8-F51103152600}"/>
              </a:ext>
            </a:extLst>
          </p:cNvPr>
          <p:cNvSpPr txBox="1"/>
          <p:nvPr/>
        </p:nvSpPr>
        <p:spPr>
          <a:xfrm>
            <a:off x="9781563" y="4035559"/>
            <a:ext cx="2318431" cy="919401"/>
          </a:xfrm>
          <a:prstGeom prst="roundRect">
            <a:avLst/>
          </a:prstGeom>
          <a:solidFill>
            <a:schemeClr val="tx1"/>
          </a:solidFill>
        </p:spPr>
        <p:txBody>
          <a:bodyPr wrap="square" rtlCol="0">
            <a:spAutoFit/>
          </a:bodyPr>
          <a:lstStyle/>
          <a:p>
            <a:pPr algn="ctr"/>
            <a:r>
              <a:rPr lang="fr-FR" sz="1600" i="1" u="sng" dirty="0">
                <a:solidFill>
                  <a:schemeClr val="bg1"/>
                </a:solidFill>
              </a:rPr>
              <a:t>Mesure à l’œil du Nd Rich spacing : traits de comptage en bleu</a:t>
            </a:r>
          </a:p>
        </p:txBody>
      </p:sp>
      <p:sp>
        <p:nvSpPr>
          <p:cNvPr id="10" name="ZoneTexte 9">
            <a:extLst>
              <a:ext uri="{FF2B5EF4-FFF2-40B4-BE49-F238E27FC236}">
                <a16:creationId xmlns:a16="http://schemas.microsoft.com/office/drawing/2014/main" id="{B75626A8-0B7D-4886-80E4-F386F08E2904}"/>
              </a:ext>
            </a:extLst>
          </p:cNvPr>
          <p:cNvSpPr txBox="1"/>
          <p:nvPr/>
        </p:nvSpPr>
        <p:spPr>
          <a:xfrm>
            <a:off x="7161586" y="451734"/>
            <a:ext cx="4117367" cy="307777"/>
          </a:xfrm>
          <a:prstGeom prst="rect">
            <a:avLst/>
          </a:prstGeom>
          <a:noFill/>
        </p:spPr>
        <p:txBody>
          <a:bodyPr wrap="square">
            <a:spAutoFit/>
          </a:bodyPr>
          <a:lstStyle/>
          <a:p>
            <a:r>
              <a:rPr lang="fr-FR" sz="1400" dirty="0">
                <a:solidFill>
                  <a:srgbClr val="FFFF00"/>
                </a:solidFill>
              </a:rPr>
              <a:t>Partie supérieure du ruban : côté « libre »</a:t>
            </a:r>
          </a:p>
        </p:txBody>
      </p:sp>
      <p:sp>
        <p:nvSpPr>
          <p:cNvPr id="11" name="ZoneTexte 10">
            <a:extLst>
              <a:ext uri="{FF2B5EF4-FFF2-40B4-BE49-F238E27FC236}">
                <a16:creationId xmlns:a16="http://schemas.microsoft.com/office/drawing/2014/main" id="{4FD84AD3-A745-47BE-9F73-712A310E6703}"/>
              </a:ext>
            </a:extLst>
          </p:cNvPr>
          <p:cNvSpPr txBox="1"/>
          <p:nvPr/>
        </p:nvSpPr>
        <p:spPr>
          <a:xfrm>
            <a:off x="7070142" y="6115816"/>
            <a:ext cx="4117367" cy="307777"/>
          </a:xfrm>
          <a:prstGeom prst="rect">
            <a:avLst/>
          </a:prstGeom>
          <a:noFill/>
        </p:spPr>
        <p:txBody>
          <a:bodyPr wrap="square">
            <a:spAutoFit/>
          </a:bodyPr>
          <a:lstStyle/>
          <a:p>
            <a:r>
              <a:rPr lang="fr-FR" sz="1400" dirty="0">
                <a:solidFill>
                  <a:srgbClr val="FFFF00"/>
                </a:solidFill>
              </a:rPr>
              <a:t>Partie inférieure du ruban : côté « roue »</a:t>
            </a:r>
          </a:p>
        </p:txBody>
      </p:sp>
      <p:cxnSp>
        <p:nvCxnSpPr>
          <p:cNvPr id="3" name="Connecteur droit 2">
            <a:extLst>
              <a:ext uri="{FF2B5EF4-FFF2-40B4-BE49-F238E27FC236}">
                <a16:creationId xmlns:a16="http://schemas.microsoft.com/office/drawing/2014/main" id="{78C1EB03-2D3C-42E5-BD0D-25D9D5D37A92}"/>
              </a:ext>
            </a:extLst>
          </p:cNvPr>
          <p:cNvCxnSpPr/>
          <p:nvPr/>
        </p:nvCxnSpPr>
        <p:spPr>
          <a:xfrm>
            <a:off x="7135459" y="5310231"/>
            <a:ext cx="3907446"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754B9492-B6D3-46BD-80E0-70754D678A89}"/>
              </a:ext>
            </a:extLst>
          </p:cNvPr>
          <p:cNvCxnSpPr/>
          <p:nvPr/>
        </p:nvCxnSpPr>
        <p:spPr>
          <a:xfrm>
            <a:off x="7127070" y="3591886"/>
            <a:ext cx="3996000"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 name="Connecteur droit 12">
            <a:extLst>
              <a:ext uri="{FF2B5EF4-FFF2-40B4-BE49-F238E27FC236}">
                <a16:creationId xmlns:a16="http://schemas.microsoft.com/office/drawing/2014/main" id="{8D38E54F-2DDE-4A7B-B48B-6827C04C3783}"/>
              </a:ext>
            </a:extLst>
          </p:cNvPr>
          <p:cNvCxnSpPr/>
          <p:nvPr/>
        </p:nvCxnSpPr>
        <p:spPr>
          <a:xfrm>
            <a:off x="7238564" y="1579926"/>
            <a:ext cx="3888000"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6D32A3A9-C35A-4008-A622-D2FD8642CBD5}"/>
              </a:ext>
            </a:extLst>
          </p:cNvPr>
          <p:cNvCxnSpPr/>
          <p:nvPr/>
        </p:nvCxnSpPr>
        <p:spPr>
          <a:xfrm>
            <a:off x="7127070" y="3591886"/>
            <a:ext cx="4032000" cy="0"/>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6192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18433" y="325899"/>
            <a:ext cx="6784808" cy="400110"/>
          </a:xfrm>
          <a:prstGeom prst="rect">
            <a:avLst/>
          </a:prstGeom>
          <a:noFill/>
        </p:spPr>
        <p:txBody>
          <a:bodyPr wrap="square" rtlCol="0">
            <a:spAutoFit/>
          </a:bodyPr>
          <a:lstStyle/>
          <a:p>
            <a:pPr algn="just"/>
            <a:r>
              <a:rPr lang="fr-FR" sz="2000" b="1" dirty="0"/>
              <a:t>Mesure « automatique » du Nd-Rich spacing.</a:t>
            </a:r>
          </a:p>
        </p:txBody>
      </p:sp>
      <p:sp>
        <p:nvSpPr>
          <p:cNvPr id="5" name="ZoneTexte 4"/>
          <p:cNvSpPr txBox="1"/>
          <p:nvPr/>
        </p:nvSpPr>
        <p:spPr>
          <a:xfrm>
            <a:off x="220211" y="751176"/>
            <a:ext cx="6683030" cy="5386090"/>
          </a:xfrm>
          <a:prstGeom prst="rect">
            <a:avLst/>
          </a:prstGeom>
          <a:noFill/>
        </p:spPr>
        <p:txBody>
          <a:bodyPr wrap="square" rtlCol="0">
            <a:spAutoFit/>
          </a:bodyPr>
          <a:lstStyle/>
          <a:p>
            <a:pPr marL="285750" indent="-285750" algn="just">
              <a:buFont typeface="Wingdings" panose="05000000000000000000" pitchFamily="2" charset="2"/>
              <a:buChar char="§"/>
            </a:pPr>
            <a:r>
              <a:rPr lang="fr-FR" dirty="0"/>
              <a:t>Lancer un interpréteur python (ex: </a:t>
            </a:r>
            <a:r>
              <a:rPr lang="fr-FR" dirty="0" err="1"/>
              <a:t>Spyder</a:t>
            </a:r>
            <a:r>
              <a:rPr lang="fr-FR" dirty="0"/>
              <a:t>) et ouvrir le programme « Calcul </a:t>
            </a:r>
            <a:r>
              <a:rPr lang="fr-FR" dirty="0" err="1"/>
              <a:t>NdRich</a:t>
            </a:r>
            <a:r>
              <a:rPr lang="fr-FR" dirty="0"/>
              <a:t> traitement image » situé sur le serveur : </a:t>
            </a:r>
            <a:r>
              <a:rPr lang="fr-FR" sz="1400" dirty="0"/>
              <a:t>S:\380-Matériaux\380.74-TerresRares\TECHNIQUE NdFeB FRITTES\Strip Casting\Suivi des coulées\Code Py - Fiche vierge</a:t>
            </a:r>
          </a:p>
          <a:p>
            <a:pPr marL="285750" indent="-285750" algn="just">
              <a:buFont typeface="Wingdings" panose="05000000000000000000" pitchFamily="2" charset="2"/>
              <a:buChar char="§"/>
            </a:pPr>
            <a:endParaRPr lang="fr-FR" sz="1400" dirty="0"/>
          </a:p>
          <a:p>
            <a:pPr marL="285750" indent="-285750" algn="just">
              <a:buFont typeface="Wingdings" panose="05000000000000000000" pitchFamily="2" charset="2"/>
              <a:buChar char="§"/>
            </a:pPr>
            <a:endParaRPr lang="fr-FR" sz="1400" dirty="0"/>
          </a:p>
          <a:p>
            <a:pPr marL="285750" indent="-285750" algn="just">
              <a:buFont typeface="Wingdings" panose="05000000000000000000" pitchFamily="2" charset="2"/>
              <a:buChar char="§"/>
            </a:pPr>
            <a:endParaRPr lang="fr-FR" sz="1400" dirty="0">
              <a:ea typeface="Cambria Math" panose="02040503050406030204" pitchFamily="18" charset="0"/>
            </a:endParaRPr>
          </a:p>
          <a:p>
            <a:pPr marL="285750" indent="-285750" algn="just">
              <a:buFont typeface="Wingdings" panose="05000000000000000000" pitchFamily="2" charset="2"/>
              <a:buChar char="§"/>
            </a:pPr>
            <a:r>
              <a:rPr lang="fr-FR" dirty="0">
                <a:ea typeface="Cambria Math" panose="02040503050406030204" pitchFamily="18" charset="0"/>
              </a:rPr>
              <a:t>Lancer le code (F5), une fenêtre se lance. Choisir « parcourir » puis sélectionner toutes les paires d’images (haut/bas du rubans) en maintenant la touche Ctrl. Cliquer sur « ouvrir ». Le programme s’exécute.</a:t>
            </a:r>
          </a:p>
          <a:p>
            <a:pPr marL="285750" indent="-285750" algn="just">
              <a:buFont typeface="Wingdings" panose="05000000000000000000" pitchFamily="2" charset="2"/>
              <a:buChar char="§"/>
            </a:pPr>
            <a:endParaRPr lang="fr-FR" dirty="0">
              <a:ea typeface="Cambria Math" panose="02040503050406030204" pitchFamily="18" charset="0"/>
            </a:endParaRPr>
          </a:p>
          <a:p>
            <a:pPr algn="just"/>
            <a:endParaRPr lang="fr-FR" dirty="0">
              <a:ea typeface="Cambria Math" panose="02040503050406030204" pitchFamily="18" charset="0"/>
            </a:endParaRPr>
          </a:p>
          <a:p>
            <a:pPr marL="285750" indent="-285750" algn="just">
              <a:buFont typeface="Wingdings" panose="05000000000000000000" pitchFamily="2" charset="2"/>
              <a:buChar char="§"/>
            </a:pPr>
            <a:endParaRPr lang="fr-FR" dirty="0">
              <a:ea typeface="Cambria Math" panose="02040503050406030204" pitchFamily="18" charset="0"/>
            </a:endParaRPr>
          </a:p>
          <a:p>
            <a:pPr marL="285750" indent="-285750" algn="just">
              <a:buFont typeface="Wingdings" panose="05000000000000000000" pitchFamily="2" charset="2"/>
              <a:buChar char="§"/>
            </a:pPr>
            <a:r>
              <a:rPr lang="fr-FR" dirty="0">
                <a:ea typeface="Cambria Math" panose="02040503050406030204" pitchFamily="18" charset="0"/>
              </a:rPr>
              <a:t>Le programme créé un nouveau dossier « résultats » dans le dossier d’origine des images. Dans ce dossier est créé un Excel « </a:t>
            </a:r>
            <a:r>
              <a:rPr lang="fr-FR" dirty="0" err="1">
                <a:ea typeface="Cambria Math" panose="02040503050406030204" pitchFamily="18" charset="0"/>
              </a:rPr>
              <a:t>NdRichSpacing.xslm</a:t>
            </a:r>
            <a:r>
              <a:rPr lang="fr-FR" dirty="0">
                <a:ea typeface="Cambria Math" panose="02040503050406030204" pitchFamily="18" charset="0"/>
              </a:rPr>
              <a:t> » dans lequel se trouve l’ensemble des mesures des </a:t>
            </a:r>
            <a:r>
              <a:rPr lang="fr-FR" dirty="0" err="1">
                <a:ea typeface="Cambria Math" panose="02040503050406030204" pitchFamily="18" charset="0"/>
              </a:rPr>
              <a:t>NdRich</a:t>
            </a:r>
            <a:r>
              <a:rPr lang="fr-FR" dirty="0">
                <a:ea typeface="Cambria Math" panose="02040503050406030204" pitchFamily="18" charset="0"/>
              </a:rPr>
              <a:t> spacing sur toutes les images.</a:t>
            </a:r>
          </a:p>
          <a:p>
            <a:pPr algn="just"/>
            <a:endParaRPr lang="fr-FR" dirty="0">
              <a:ea typeface="Cambria Math" panose="02040503050406030204" pitchFamily="18" charset="0"/>
            </a:endParaRPr>
          </a:p>
        </p:txBody>
      </p:sp>
      <p:pic>
        <p:nvPicPr>
          <p:cNvPr id="15" name="Image 14">
            <a:extLst>
              <a:ext uri="{FF2B5EF4-FFF2-40B4-BE49-F238E27FC236}">
                <a16:creationId xmlns:a16="http://schemas.microsoft.com/office/drawing/2014/main" id="{E3416214-F635-4ED8-88C8-6751DCE68A68}"/>
              </a:ext>
            </a:extLst>
          </p:cNvPr>
          <p:cNvPicPr>
            <a:picLocks noChangeAspect="1"/>
          </p:cNvPicPr>
          <p:nvPr/>
        </p:nvPicPr>
        <p:blipFill>
          <a:blip r:embed="rId2"/>
          <a:stretch>
            <a:fillRect/>
          </a:stretch>
        </p:blipFill>
        <p:spPr>
          <a:xfrm>
            <a:off x="7751777" y="885052"/>
            <a:ext cx="3430747" cy="739965"/>
          </a:xfrm>
          <a:prstGeom prst="rect">
            <a:avLst/>
          </a:prstGeom>
        </p:spPr>
      </p:pic>
      <p:pic>
        <p:nvPicPr>
          <p:cNvPr id="17" name="Image 16">
            <a:extLst>
              <a:ext uri="{FF2B5EF4-FFF2-40B4-BE49-F238E27FC236}">
                <a16:creationId xmlns:a16="http://schemas.microsoft.com/office/drawing/2014/main" id="{493016D3-903F-46AC-9B8D-9A8A9A26051E}"/>
              </a:ext>
            </a:extLst>
          </p:cNvPr>
          <p:cNvPicPr>
            <a:picLocks noChangeAspect="1"/>
          </p:cNvPicPr>
          <p:nvPr/>
        </p:nvPicPr>
        <p:blipFill rotWithShape="1">
          <a:blip r:embed="rId3"/>
          <a:srcRect l="589" t="796" r="737" b="2172"/>
          <a:stretch/>
        </p:blipFill>
        <p:spPr>
          <a:xfrm>
            <a:off x="7088697" y="2046914"/>
            <a:ext cx="4983062" cy="4090352"/>
          </a:xfrm>
          <a:prstGeom prst="rect">
            <a:avLst/>
          </a:prstGeom>
          <a:ln w="28575">
            <a:solidFill>
              <a:schemeClr val="tx1">
                <a:lumMod val="75000"/>
                <a:lumOff val="25000"/>
              </a:schemeClr>
            </a:solidFill>
          </a:ln>
        </p:spPr>
      </p:pic>
      <p:pic>
        <p:nvPicPr>
          <p:cNvPr id="18" name="Image 17">
            <a:extLst>
              <a:ext uri="{FF2B5EF4-FFF2-40B4-BE49-F238E27FC236}">
                <a16:creationId xmlns:a16="http://schemas.microsoft.com/office/drawing/2014/main" id="{4B6200EA-B23A-4999-A60E-1766140FBA5E}"/>
              </a:ext>
            </a:extLst>
          </p:cNvPr>
          <p:cNvPicPr>
            <a:picLocks noChangeAspect="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0830705" y="5867266"/>
            <a:ext cx="540000" cy="540000"/>
          </a:xfrm>
          <a:prstGeom prst="rect">
            <a:avLst/>
          </a:prstGeom>
        </p:spPr>
      </p:pic>
      <p:pic>
        <p:nvPicPr>
          <p:cNvPr id="19" name="Image 18">
            <a:extLst>
              <a:ext uri="{FF2B5EF4-FFF2-40B4-BE49-F238E27FC236}">
                <a16:creationId xmlns:a16="http://schemas.microsoft.com/office/drawing/2014/main" id="{42FA56B2-F01D-4F4B-9A34-3E10A7A37047}"/>
              </a:ext>
            </a:extLst>
          </p:cNvPr>
          <p:cNvPicPr>
            <a:picLocks noChangeAspect="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9467150" y="1085017"/>
            <a:ext cx="540000" cy="540000"/>
          </a:xfrm>
          <a:prstGeom prst="rect">
            <a:avLst/>
          </a:prstGeom>
        </p:spPr>
      </p:pic>
    </p:spTree>
    <p:extLst>
      <p:ext uri="{BB962C8B-B14F-4D97-AF65-F5344CB8AC3E}">
        <p14:creationId xmlns:p14="http://schemas.microsoft.com/office/powerpoint/2010/main" val="35478146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18433" y="325899"/>
            <a:ext cx="6784808" cy="400110"/>
          </a:xfrm>
          <a:prstGeom prst="rect">
            <a:avLst/>
          </a:prstGeom>
          <a:noFill/>
        </p:spPr>
        <p:txBody>
          <a:bodyPr wrap="square" rtlCol="0">
            <a:spAutoFit/>
          </a:bodyPr>
          <a:lstStyle/>
          <a:p>
            <a:pPr algn="just"/>
            <a:r>
              <a:rPr lang="fr-FR" sz="2000" b="1" dirty="0"/>
              <a:t>Mesure « automatique » du Nd-Rich spacing.</a:t>
            </a:r>
          </a:p>
        </p:txBody>
      </p:sp>
      <p:sp>
        <p:nvSpPr>
          <p:cNvPr id="5" name="ZoneTexte 4"/>
          <p:cNvSpPr txBox="1"/>
          <p:nvPr/>
        </p:nvSpPr>
        <p:spPr>
          <a:xfrm>
            <a:off x="220211" y="759511"/>
            <a:ext cx="6683030" cy="5170646"/>
          </a:xfrm>
          <a:prstGeom prst="rect">
            <a:avLst/>
          </a:prstGeom>
          <a:noFill/>
        </p:spPr>
        <p:txBody>
          <a:bodyPr wrap="square" rtlCol="0">
            <a:spAutoFit/>
          </a:bodyPr>
          <a:lstStyle/>
          <a:p>
            <a:pPr marL="285750" indent="-285750" algn="just">
              <a:buFont typeface="Wingdings" panose="05000000000000000000" pitchFamily="2" charset="2"/>
              <a:buChar char="§"/>
            </a:pPr>
            <a:r>
              <a:rPr lang="fr-FR" dirty="0">
                <a:ea typeface="Cambria Math" panose="02040503050406030204" pitchFamily="18" charset="0"/>
              </a:rPr>
              <a:t>Faire la moyenne des résultats sur toutes les images pour obtenir la valeur du </a:t>
            </a:r>
            <a:r>
              <a:rPr lang="fr-FR" dirty="0" err="1">
                <a:ea typeface="Cambria Math" panose="02040503050406030204" pitchFamily="18" charset="0"/>
              </a:rPr>
              <a:t>NdRich</a:t>
            </a:r>
            <a:r>
              <a:rPr lang="fr-FR" dirty="0">
                <a:ea typeface="Cambria Math" panose="02040503050406030204" pitchFamily="18" charset="0"/>
              </a:rPr>
              <a:t> que l’on gardera.</a:t>
            </a:r>
          </a:p>
          <a:p>
            <a:pPr marL="285750" indent="-285750" algn="just">
              <a:buFont typeface="Wingdings" panose="05000000000000000000" pitchFamily="2" charset="2"/>
              <a:buChar char="§"/>
            </a:pPr>
            <a:endParaRPr lang="fr-FR" dirty="0">
              <a:ea typeface="Cambria Math" panose="02040503050406030204" pitchFamily="18" charset="0"/>
            </a:endParaRPr>
          </a:p>
          <a:p>
            <a:pPr marL="285750" indent="-285750" algn="just">
              <a:buFont typeface="Wingdings" panose="05000000000000000000" pitchFamily="2" charset="2"/>
              <a:buChar char="§"/>
            </a:pPr>
            <a:r>
              <a:rPr lang="fr-FR" dirty="0"/>
              <a:t>Remplir l’onglet « contrôles » dans la fiche de suivi du lot de strip casting en question </a:t>
            </a:r>
            <a:r>
              <a:rPr lang="fr-FR" sz="1200" dirty="0"/>
              <a:t>(S:\380-Matériaux\380.74-TerresRares\TECHNIQUE NdFeB FRITTES\Strip Casting\Suivi des coulées )</a:t>
            </a:r>
            <a:r>
              <a:rPr lang="fr-FR" sz="1200" b="1" i="0" dirty="0">
                <a:solidFill>
                  <a:srgbClr val="428BCA"/>
                </a:solidFill>
                <a:effectLst/>
                <a:latin typeface="Calibri" panose="020F0502020204030204" pitchFamily="34" charset="0"/>
              </a:rPr>
              <a:t> .</a:t>
            </a:r>
          </a:p>
          <a:p>
            <a:pPr marL="285750" indent="-285750" algn="just">
              <a:buFont typeface="Wingdings" panose="05000000000000000000" pitchFamily="2" charset="2"/>
              <a:buChar char="§"/>
            </a:pPr>
            <a:endParaRPr lang="fr-FR" sz="1200" b="1" dirty="0">
              <a:solidFill>
                <a:srgbClr val="428BCA"/>
              </a:solidFill>
              <a:latin typeface="Calibri" panose="020F0502020204030204" pitchFamily="34" charset="0"/>
            </a:endParaRPr>
          </a:p>
          <a:p>
            <a:pPr marL="285750" indent="-285750" algn="just">
              <a:buFont typeface="Wingdings" panose="05000000000000000000" pitchFamily="2" charset="2"/>
              <a:buChar char="§"/>
            </a:pPr>
            <a:r>
              <a:rPr lang="fr-FR" dirty="0"/>
              <a:t>La mesure est terminée.</a:t>
            </a:r>
          </a:p>
          <a:p>
            <a:pPr marL="285750" indent="-285750" algn="just">
              <a:buFont typeface="Wingdings" panose="05000000000000000000" pitchFamily="2" charset="2"/>
              <a:buChar char="§"/>
            </a:pPr>
            <a:endParaRPr lang="fr-FR" dirty="0"/>
          </a:p>
          <a:p>
            <a:pPr marL="285750" indent="-285750" algn="just">
              <a:buFont typeface="Wingdings" panose="05000000000000000000" pitchFamily="2" charset="2"/>
              <a:buChar char="§"/>
            </a:pPr>
            <a:r>
              <a:rPr lang="fr-FR" dirty="0"/>
              <a:t>Le détail de ce que fait le programme est décrit sur la page suivante.</a:t>
            </a:r>
          </a:p>
          <a:p>
            <a:pPr marL="285750" indent="-285750" algn="just">
              <a:buFont typeface="Wingdings" panose="05000000000000000000" pitchFamily="2" charset="2"/>
              <a:buChar char="§"/>
            </a:pPr>
            <a:endParaRPr lang="fr-FR" dirty="0"/>
          </a:p>
          <a:p>
            <a:pPr algn="just"/>
            <a:endParaRPr lang="fr-FR" dirty="0"/>
          </a:p>
          <a:p>
            <a:pPr algn="just"/>
            <a:r>
              <a:rPr lang="fr-FR" sz="1600" u="sng" dirty="0"/>
              <a:t>Remarques : </a:t>
            </a:r>
          </a:p>
          <a:p>
            <a:pPr algn="just"/>
            <a:r>
              <a:rPr lang="fr-FR" sz="1600" dirty="0"/>
              <a:t>Dans le dossier « Résultats » se trouve également les images sources binarisés par le programme python, ainsi que les traits de comptages sur lesquels on observe le nombre d’intersection des </a:t>
            </a:r>
            <a:r>
              <a:rPr lang="fr-FR" sz="1600" dirty="0" err="1"/>
              <a:t>dendritres</a:t>
            </a:r>
            <a:r>
              <a:rPr lang="fr-FR" sz="1600" dirty="0"/>
              <a:t> de Nd </a:t>
            </a:r>
            <a:r>
              <a:rPr lang="fr-FR" sz="1600" dirty="0" err="1"/>
              <a:t>rich</a:t>
            </a:r>
            <a:r>
              <a:rPr lang="fr-FR" sz="1600" dirty="0"/>
              <a:t> avec la ligne de comptage.</a:t>
            </a:r>
          </a:p>
          <a:p>
            <a:pPr algn="just"/>
            <a:endParaRPr lang="fr-FR" dirty="0"/>
          </a:p>
        </p:txBody>
      </p:sp>
      <p:pic>
        <p:nvPicPr>
          <p:cNvPr id="15" name="Image 14">
            <a:extLst>
              <a:ext uri="{FF2B5EF4-FFF2-40B4-BE49-F238E27FC236}">
                <a16:creationId xmlns:a16="http://schemas.microsoft.com/office/drawing/2014/main" id="{DF22B591-5093-4DF2-A782-52AB6DD15415}"/>
              </a:ext>
            </a:extLst>
          </p:cNvPr>
          <p:cNvPicPr>
            <a:picLocks noChangeAspect="1"/>
          </p:cNvPicPr>
          <p:nvPr/>
        </p:nvPicPr>
        <p:blipFill>
          <a:blip r:embed="rId2"/>
          <a:stretch>
            <a:fillRect/>
          </a:stretch>
        </p:blipFill>
        <p:spPr>
          <a:xfrm>
            <a:off x="7198146" y="474107"/>
            <a:ext cx="4773643" cy="2080342"/>
          </a:xfrm>
          <a:prstGeom prst="rect">
            <a:avLst/>
          </a:prstGeom>
        </p:spPr>
      </p:pic>
      <p:pic>
        <p:nvPicPr>
          <p:cNvPr id="17" name="Image 16">
            <a:extLst>
              <a:ext uri="{FF2B5EF4-FFF2-40B4-BE49-F238E27FC236}">
                <a16:creationId xmlns:a16="http://schemas.microsoft.com/office/drawing/2014/main" id="{899E6D0D-E6E1-4E5D-9B54-22193366A5CB}"/>
              </a:ext>
            </a:extLst>
          </p:cNvPr>
          <p:cNvPicPr>
            <a:picLocks noChangeAspect="1"/>
          </p:cNvPicPr>
          <p:nvPr/>
        </p:nvPicPr>
        <p:blipFill>
          <a:blip r:embed="rId3"/>
          <a:stretch>
            <a:fillRect/>
          </a:stretch>
        </p:blipFill>
        <p:spPr>
          <a:xfrm>
            <a:off x="7198146" y="3124213"/>
            <a:ext cx="4773643" cy="1726375"/>
          </a:xfrm>
          <a:prstGeom prst="rect">
            <a:avLst/>
          </a:prstGeom>
        </p:spPr>
      </p:pic>
      <p:pic>
        <p:nvPicPr>
          <p:cNvPr id="21" name="Image 20">
            <a:extLst>
              <a:ext uri="{FF2B5EF4-FFF2-40B4-BE49-F238E27FC236}">
                <a16:creationId xmlns:a16="http://schemas.microsoft.com/office/drawing/2014/main" id="{2537435F-67FE-45E0-B596-38F1400A09DF}"/>
              </a:ext>
            </a:extLst>
          </p:cNvPr>
          <p:cNvPicPr>
            <a:picLocks noChangeAspect="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8364341" y="4366708"/>
            <a:ext cx="540000" cy="540000"/>
          </a:xfrm>
          <a:prstGeom prst="rect">
            <a:avLst/>
          </a:prstGeom>
        </p:spPr>
      </p:pic>
      <p:pic>
        <p:nvPicPr>
          <p:cNvPr id="22" name="Image 21">
            <a:extLst>
              <a:ext uri="{FF2B5EF4-FFF2-40B4-BE49-F238E27FC236}">
                <a16:creationId xmlns:a16="http://schemas.microsoft.com/office/drawing/2014/main" id="{E48DD3DE-048D-4B6B-B8E8-4A6C917C22BA}"/>
              </a:ext>
            </a:extLst>
          </p:cNvPr>
          <p:cNvPicPr>
            <a:picLocks noChangeAspect="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8094341" y="1839621"/>
            <a:ext cx="540000" cy="540000"/>
          </a:xfrm>
          <a:prstGeom prst="rect">
            <a:avLst/>
          </a:prstGeom>
        </p:spPr>
      </p:pic>
    </p:spTree>
    <p:extLst>
      <p:ext uri="{BB962C8B-B14F-4D97-AF65-F5344CB8AC3E}">
        <p14:creationId xmlns:p14="http://schemas.microsoft.com/office/powerpoint/2010/main" val="3951682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18433" y="325899"/>
            <a:ext cx="6784808" cy="400110"/>
          </a:xfrm>
          <a:prstGeom prst="rect">
            <a:avLst/>
          </a:prstGeom>
          <a:noFill/>
        </p:spPr>
        <p:txBody>
          <a:bodyPr wrap="square" rtlCol="0">
            <a:spAutoFit/>
          </a:bodyPr>
          <a:lstStyle/>
          <a:p>
            <a:pPr algn="just"/>
            <a:r>
              <a:rPr lang="fr-FR" sz="2000" b="1" dirty="0"/>
              <a:t>Mesure « automatique » du Nd-Rich spacing.</a:t>
            </a:r>
          </a:p>
        </p:txBody>
      </p:sp>
      <p:sp>
        <p:nvSpPr>
          <p:cNvPr id="5" name="ZoneTexte 4"/>
          <p:cNvSpPr txBox="1"/>
          <p:nvPr/>
        </p:nvSpPr>
        <p:spPr>
          <a:xfrm>
            <a:off x="220211" y="759511"/>
            <a:ext cx="7600425" cy="5601533"/>
          </a:xfrm>
          <a:prstGeom prst="rect">
            <a:avLst/>
          </a:prstGeom>
          <a:noFill/>
        </p:spPr>
        <p:txBody>
          <a:bodyPr wrap="square" rtlCol="0">
            <a:spAutoFit/>
          </a:bodyPr>
          <a:lstStyle/>
          <a:p>
            <a:pPr algn="just"/>
            <a:r>
              <a:rPr lang="fr-FR" u="sng" dirty="0">
                <a:ea typeface="Cambria Math" panose="02040503050406030204" pitchFamily="18" charset="0"/>
              </a:rPr>
              <a:t>Explication du code :</a:t>
            </a:r>
          </a:p>
          <a:p>
            <a:pPr algn="just"/>
            <a:endParaRPr lang="fr-FR" dirty="0">
              <a:ea typeface="Cambria Math" panose="02040503050406030204" pitchFamily="18" charset="0"/>
            </a:endParaRPr>
          </a:p>
          <a:p>
            <a:pPr algn="just"/>
            <a:r>
              <a:rPr lang="fr-FR" sz="1600" dirty="0"/>
              <a:t>Pour chaque image sélectionnée (bas ou haut du ruban), le code commence par binariser l’image en noir et blanc.</a:t>
            </a:r>
          </a:p>
          <a:p>
            <a:pPr algn="just"/>
            <a:r>
              <a:rPr lang="fr-FR" sz="1600" dirty="0"/>
              <a:t>La binarisation suit les règles suivantes :</a:t>
            </a:r>
          </a:p>
          <a:p>
            <a:pPr algn="just"/>
            <a:r>
              <a:rPr lang="fr-FR" sz="1600" dirty="0"/>
              <a:t>DEVELOPPER</a:t>
            </a:r>
          </a:p>
          <a:p>
            <a:pPr algn="just"/>
            <a:r>
              <a:rPr lang="fr-FR" sz="1600" dirty="0"/>
              <a:t>DEVELOPPER</a:t>
            </a:r>
          </a:p>
          <a:p>
            <a:pPr algn="just"/>
            <a:r>
              <a:rPr lang="fr-FR" sz="1600" dirty="0"/>
              <a:t>DEVELOPPER</a:t>
            </a:r>
          </a:p>
          <a:p>
            <a:pPr algn="just"/>
            <a:r>
              <a:rPr lang="fr-FR" sz="1600" dirty="0"/>
              <a:t>DEVELOPPER</a:t>
            </a:r>
          </a:p>
          <a:p>
            <a:pPr algn="just"/>
            <a:r>
              <a:rPr lang="fr-FR" sz="1600" dirty="0"/>
              <a:t>DEVELOPPER</a:t>
            </a:r>
          </a:p>
          <a:p>
            <a:pPr algn="just"/>
            <a:endParaRPr lang="fr-FR" sz="1600" dirty="0"/>
          </a:p>
          <a:p>
            <a:pPr algn="just"/>
            <a:r>
              <a:rPr lang="fr-FR" sz="1600" dirty="0"/>
              <a:t>Ensuite, on trace trois traits de comptages, à chaque tier de l’image. Pour chaque trait (en vert ci contre) on compte le nombre de passage d’un pixel noir à un pixel blanc. On divise ensuite la largeur de l’image (en micromètre) par le nombre d’interférence (noir-blanc) pour obtenir la valeur du </a:t>
            </a:r>
            <a:r>
              <a:rPr lang="fr-FR" sz="1600" dirty="0" err="1"/>
              <a:t>Ndrich</a:t>
            </a:r>
            <a:r>
              <a:rPr lang="fr-FR" sz="1600" dirty="0"/>
              <a:t> spacing de la ligne.</a:t>
            </a:r>
          </a:p>
          <a:p>
            <a:pPr algn="just"/>
            <a:r>
              <a:rPr lang="fr-FR" sz="1600" dirty="0"/>
              <a:t>Pour lisser les défauts de la binarisation, chaque ligne de comptage est en fait une bande de 20 pixels de hauteur, dont on prend le résultat moyen.</a:t>
            </a:r>
          </a:p>
          <a:p>
            <a:pPr algn="just"/>
            <a:endParaRPr lang="fr-FR" sz="1600" dirty="0"/>
          </a:p>
          <a:p>
            <a:pPr algn="just"/>
            <a:r>
              <a:rPr lang="fr-FR" sz="1600" dirty="0"/>
              <a:t>Sur l’image d’exemple ci contre (en grand écran en annexe 2), on peut voir le nombre d’intersection (ligne de comptage avec phase Nd blanche) par les pixels coloriés en violets le long des lignes vertes fluos.</a:t>
            </a:r>
            <a:endParaRPr lang="fr-FR" dirty="0"/>
          </a:p>
          <a:p>
            <a:pPr algn="just"/>
            <a:endParaRPr lang="fr-FR" dirty="0"/>
          </a:p>
        </p:txBody>
      </p:sp>
      <p:pic>
        <p:nvPicPr>
          <p:cNvPr id="10" name="Image 9">
            <a:extLst>
              <a:ext uri="{FF2B5EF4-FFF2-40B4-BE49-F238E27FC236}">
                <a16:creationId xmlns:a16="http://schemas.microsoft.com/office/drawing/2014/main" id="{7E5D8CCA-181C-4824-BDF6-17E63BB150EC}"/>
              </a:ext>
            </a:extLst>
          </p:cNvPr>
          <p:cNvPicPr>
            <a:picLocks noChangeAspect="1"/>
          </p:cNvPicPr>
          <p:nvPr/>
        </p:nvPicPr>
        <p:blipFill rotWithShape="1">
          <a:blip r:embed="rId2">
            <a:extLst>
              <a:ext uri="{28A0092B-C50C-407E-A947-70E740481C1C}">
                <a14:useLocalDpi xmlns:a14="http://schemas.microsoft.com/office/drawing/2010/main" val="0"/>
              </a:ext>
            </a:extLst>
          </a:blip>
          <a:srcRect t="2708" r="51700"/>
          <a:stretch/>
        </p:blipFill>
        <p:spPr>
          <a:xfrm>
            <a:off x="7820636" y="429468"/>
            <a:ext cx="3749801" cy="2802007"/>
          </a:xfrm>
          <a:prstGeom prst="rect">
            <a:avLst/>
          </a:prstGeom>
        </p:spPr>
      </p:pic>
      <p:pic>
        <p:nvPicPr>
          <p:cNvPr id="11" name="Image 10">
            <a:extLst>
              <a:ext uri="{FF2B5EF4-FFF2-40B4-BE49-F238E27FC236}">
                <a16:creationId xmlns:a16="http://schemas.microsoft.com/office/drawing/2014/main" id="{CBBC7334-0597-4FBC-BEFE-1ABEA2B99DA0}"/>
              </a:ext>
            </a:extLst>
          </p:cNvPr>
          <p:cNvPicPr>
            <a:picLocks noChangeAspect="1"/>
          </p:cNvPicPr>
          <p:nvPr/>
        </p:nvPicPr>
        <p:blipFill rotWithShape="1">
          <a:blip r:embed="rId2">
            <a:extLst>
              <a:ext uri="{28A0092B-C50C-407E-A947-70E740481C1C}">
                <a14:useLocalDpi xmlns:a14="http://schemas.microsoft.com/office/drawing/2010/main" val="0"/>
              </a:ext>
            </a:extLst>
          </a:blip>
          <a:srcRect l="51700"/>
          <a:stretch/>
        </p:blipFill>
        <p:spPr>
          <a:xfrm>
            <a:off x="7820637" y="3358986"/>
            <a:ext cx="3749800" cy="2880000"/>
          </a:xfrm>
          <a:prstGeom prst="rect">
            <a:avLst/>
          </a:prstGeom>
        </p:spPr>
      </p:pic>
      <p:sp>
        <p:nvSpPr>
          <p:cNvPr id="13" name="ZoneTexte 12">
            <a:extLst>
              <a:ext uri="{FF2B5EF4-FFF2-40B4-BE49-F238E27FC236}">
                <a16:creationId xmlns:a16="http://schemas.microsoft.com/office/drawing/2014/main" id="{218310A8-8358-4842-8FD6-3C5178E409A3}"/>
              </a:ext>
            </a:extLst>
          </p:cNvPr>
          <p:cNvSpPr txBox="1"/>
          <p:nvPr/>
        </p:nvSpPr>
        <p:spPr>
          <a:xfrm>
            <a:off x="8172973" y="3111089"/>
            <a:ext cx="3177331" cy="307777"/>
          </a:xfrm>
          <a:prstGeom prst="rect">
            <a:avLst/>
          </a:prstGeom>
          <a:noFill/>
        </p:spPr>
        <p:txBody>
          <a:bodyPr wrap="square">
            <a:spAutoFit/>
          </a:bodyPr>
          <a:lstStyle/>
          <a:p>
            <a:pPr algn="ctr"/>
            <a:r>
              <a:rPr lang="fr-FR" sz="1400" i="1" u="sng" dirty="0"/>
              <a:t>Image de base prise au MEB (x650)  </a:t>
            </a:r>
          </a:p>
        </p:txBody>
      </p:sp>
      <p:sp>
        <p:nvSpPr>
          <p:cNvPr id="16" name="ZoneTexte 15">
            <a:extLst>
              <a:ext uri="{FF2B5EF4-FFF2-40B4-BE49-F238E27FC236}">
                <a16:creationId xmlns:a16="http://schemas.microsoft.com/office/drawing/2014/main" id="{1167C2F0-FD9B-4283-9353-E90FB1B0A4BA}"/>
              </a:ext>
            </a:extLst>
          </p:cNvPr>
          <p:cNvSpPr txBox="1"/>
          <p:nvPr/>
        </p:nvSpPr>
        <p:spPr>
          <a:xfrm>
            <a:off x="11393838" y="2924122"/>
            <a:ext cx="541790" cy="276999"/>
          </a:xfrm>
          <a:prstGeom prst="rect">
            <a:avLst/>
          </a:prstGeom>
          <a:noFill/>
        </p:spPr>
        <p:txBody>
          <a:bodyPr wrap="square">
            <a:spAutoFit/>
          </a:bodyPr>
          <a:lstStyle/>
          <a:p>
            <a:pPr algn="ctr"/>
            <a:r>
              <a:rPr lang="fr-FR" sz="1200" dirty="0"/>
              <a:t>µm</a:t>
            </a:r>
          </a:p>
        </p:txBody>
      </p:sp>
      <p:sp>
        <p:nvSpPr>
          <p:cNvPr id="18" name="ZoneTexte 17">
            <a:extLst>
              <a:ext uri="{FF2B5EF4-FFF2-40B4-BE49-F238E27FC236}">
                <a16:creationId xmlns:a16="http://schemas.microsoft.com/office/drawing/2014/main" id="{744A2EEF-3F86-46F2-9155-E327F238A4AA}"/>
              </a:ext>
            </a:extLst>
          </p:cNvPr>
          <p:cNvSpPr txBox="1"/>
          <p:nvPr/>
        </p:nvSpPr>
        <p:spPr>
          <a:xfrm>
            <a:off x="7676818" y="190410"/>
            <a:ext cx="541790" cy="276999"/>
          </a:xfrm>
          <a:prstGeom prst="rect">
            <a:avLst/>
          </a:prstGeom>
          <a:noFill/>
        </p:spPr>
        <p:txBody>
          <a:bodyPr wrap="square">
            <a:spAutoFit/>
          </a:bodyPr>
          <a:lstStyle/>
          <a:p>
            <a:pPr algn="ctr"/>
            <a:r>
              <a:rPr lang="fr-FR" sz="1200" dirty="0"/>
              <a:t>µm</a:t>
            </a:r>
          </a:p>
        </p:txBody>
      </p:sp>
      <p:sp>
        <p:nvSpPr>
          <p:cNvPr id="19" name="ZoneTexte 18">
            <a:extLst>
              <a:ext uri="{FF2B5EF4-FFF2-40B4-BE49-F238E27FC236}">
                <a16:creationId xmlns:a16="http://schemas.microsoft.com/office/drawing/2014/main" id="{19B0999C-4B31-4398-9611-144C2DA64084}"/>
              </a:ext>
            </a:extLst>
          </p:cNvPr>
          <p:cNvSpPr txBox="1"/>
          <p:nvPr/>
        </p:nvSpPr>
        <p:spPr>
          <a:xfrm>
            <a:off x="11393838" y="5961987"/>
            <a:ext cx="541790" cy="276999"/>
          </a:xfrm>
          <a:prstGeom prst="rect">
            <a:avLst/>
          </a:prstGeom>
          <a:noFill/>
        </p:spPr>
        <p:txBody>
          <a:bodyPr wrap="square">
            <a:spAutoFit/>
          </a:bodyPr>
          <a:lstStyle/>
          <a:p>
            <a:pPr algn="ctr"/>
            <a:r>
              <a:rPr lang="fr-FR" sz="1200" dirty="0"/>
              <a:t>µm</a:t>
            </a:r>
          </a:p>
        </p:txBody>
      </p:sp>
      <p:sp>
        <p:nvSpPr>
          <p:cNvPr id="20" name="ZoneTexte 19">
            <a:extLst>
              <a:ext uri="{FF2B5EF4-FFF2-40B4-BE49-F238E27FC236}">
                <a16:creationId xmlns:a16="http://schemas.microsoft.com/office/drawing/2014/main" id="{58BFD337-A91C-4816-A678-9EC3269D697F}"/>
              </a:ext>
            </a:extLst>
          </p:cNvPr>
          <p:cNvSpPr txBox="1"/>
          <p:nvPr/>
        </p:nvSpPr>
        <p:spPr>
          <a:xfrm>
            <a:off x="7676818" y="3137210"/>
            <a:ext cx="541790" cy="276999"/>
          </a:xfrm>
          <a:prstGeom prst="rect">
            <a:avLst/>
          </a:prstGeom>
          <a:noFill/>
        </p:spPr>
        <p:txBody>
          <a:bodyPr wrap="square">
            <a:spAutoFit/>
          </a:bodyPr>
          <a:lstStyle/>
          <a:p>
            <a:pPr algn="ctr"/>
            <a:r>
              <a:rPr lang="fr-FR" sz="1200" dirty="0"/>
              <a:t>µm</a:t>
            </a:r>
          </a:p>
        </p:txBody>
      </p:sp>
      <p:sp>
        <p:nvSpPr>
          <p:cNvPr id="23" name="ZoneTexte 22">
            <a:extLst>
              <a:ext uri="{FF2B5EF4-FFF2-40B4-BE49-F238E27FC236}">
                <a16:creationId xmlns:a16="http://schemas.microsoft.com/office/drawing/2014/main" id="{04FBC53F-1D18-4045-B63C-3B10AF3D5BD3}"/>
              </a:ext>
            </a:extLst>
          </p:cNvPr>
          <p:cNvSpPr txBox="1"/>
          <p:nvPr/>
        </p:nvSpPr>
        <p:spPr>
          <a:xfrm>
            <a:off x="7947713" y="6134042"/>
            <a:ext cx="3749800" cy="307777"/>
          </a:xfrm>
          <a:prstGeom prst="rect">
            <a:avLst/>
          </a:prstGeom>
          <a:noFill/>
        </p:spPr>
        <p:txBody>
          <a:bodyPr wrap="square">
            <a:spAutoFit/>
          </a:bodyPr>
          <a:lstStyle/>
          <a:p>
            <a:pPr algn="ctr"/>
            <a:r>
              <a:rPr lang="fr-FR" sz="1400" i="1" u="sng" dirty="0"/>
              <a:t>Image binarisée avec comptage des Nd Rich</a:t>
            </a:r>
          </a:p>
        </p:txBody>
      </p:sp>
    </p:spTree>
    <p:extLst>
      <p:ext uri="{BB962C8B-B14F-4D97-AF65-F5344CB8AC3E}">
        <p14:creationId xmlns:p14="http://schemas.microsoft.com/office/powerpoint/2010/main" val="421617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18433" y="325899"/>
            <a:ext cx="6784808" cy="400110"/>
          </a:xfrm>
          <a:prstGeom prst="rect">
            <a:avLst/>
          </a:prstGeom>
          <a:noFill/>
        </p:spPr>
        <p:txBody>
          <a:bodyPr wrap="square" rtlCol="0">
            <a:spAutoFit/>
          </a:bodyPr>
          <a:lstStyle/>
          <a:p>
            <a:pPr algn="just"/>
            <a:r>
              <a:rPr lang="fr-FR" sz="2000" b="1" dirty="0"/>
              <a:t>Mesure « automatique » du Nd-Rich spacing.</a:t>
            </a:r>
          </a:p>
        </p:txBody>
      </p:sp>
      <p:sp>
        <p:nvSpPr>
          <p:cNvPr id="5" name="ZoneTexte 4"/>
          <p:cNvSpPr txBox="1"/>
          <p:nvPr/>
        </p:nvSpPr>
        <p:spPr>
          <a:xfrm>
            <a:off x="220211" y="759511"/>
            <a:ext cx="7600425" cy="4401205"/>
          </a:xfrm>
          <a:prstGeom prst="rect">
            <a:avLst/>
          </a:prstGeom>
          <a:noFill/>
        </p:spPr>
        <p:txBody>
          <a:bodyPr wrap="square" rtlCol="0">
            <a:spAutoFit/>
          </a:bodyPr>
          <a:lstStyle/>
          <a:p>
            <a:pPr algn="just"/>
            <a:r>
              <a:rPr lang="fr-FR" u="sng" dirty="0">
                <a:ea typeface="Cambria Math" panose="02040503050406030204" pitchFamily="18" charset="0"/>
              </a:rPr>
              <a:t>Explication du code :</a:t>
            </a:r>
          </a:p>
          <a:p>
            <a:pPr algn="just"/>
            <a:endParaRPr lang="fr-FR" dirty="0">
              <a:ea typeface="Cambria Math" panose="02040503050406030204" pitchFamily="18" charset="0"/>
            </a:endParaRPr>
          </a:p>
          <a:p>
            <a:pPr algn="just"/>
            <a:r>
              <a:rPr lang="fr-FR" sz="1600" dirty="0"/>
              <a:t>Pour essayer de corriger les biais de préparation de l’échantillon lors du polissage (trous, arrachements); on considère que les pixels noirs de l’image de base sont des défauts. </a:t>
            </a:r>
          </a:p>
          <a:p>
            <a:pPr algn="just"/>
            <a:endParaRPr lang="fr-FR" sz="1600" dirty="0"/>
          </a:p>
          <a:p>
            <a:pPr algn="just"/>
            <a:r>
              <a:rPr lang="fr-FR" sz="1600" dirty="0"/>
              <a:t>On les représente en rouge dans la binarisation. </a:t>
            </a:r>
          </a:p>
          <a:p>
            <a:pPr algn="just"/>
            <a:endParaRPr lang="fr-FR" sz="1600" dirty="0"/>
          </a:p>
          <a:p>
            <a:pPr algn="just"/>
            <a:r>
              <a:rPr lang="fr-FR" sz="1600" dirty="0"/>
              <a:t>Lors du comptage du nombre de </a:t>
            </a:r>
            <a:r>
              <a:rPr lang="fr-FR" sz="1600" dirty="0" err="1"/>
              <a:t>NdRich</a:t>
            </a:r>
            <a:r>
              <a:rPr lang="fr-FR" sz="1600" dirty="0"/>
              <a:t> par ligne, on supprime ces pixels morts. On fait donc varier la largeur de l’image artificiellement en supprimant les pixels « défaut », ce qui raccourci le nombre de pixel utile de l’image. On évite ainsi de compter un Nd </a:t>
            </a:r>
            <a:r>
              <a:rPr lang="fr-FR" sz="1600" dirty="0" err="1"/>
              <a:t>rich</a:t>
            </a:r>
            <a:r>
              <a:rPr lang="fr-FR" sz="1600" dirty="0"/>
              <a:t> en trop, ou d’oublier d’en compter s’ils sont masqués par le défaut de préparation.</a:t>
            </a:r>
          </a:p>
          <a:p>
            <a:pPr algn="just"/>
            <a:endParaRPr lang="fr-FR" sz="1600" dirty="0"/>
          </a:p>
          <a:p>
            <a:pPr algn="just"/>
            <a:endParaRPr lang="fr-FR" sz="1600" dirty="0"/>
          </a:p>
          <a:p>
            <a:pPr algn="just"/>
            <a:endParaRPr lang="fr-FR" dirty="0"/>
          </a:p>
          <a:p>
            <a:pPr algn="just"/>
            <a:endParaRPr lang="fr-FR" dirty="0"/>
          </a:p>
        </p:txBody>
      </p:sp>
      <p:pic>
        <p:nvPicPr>
          <p:cNvPr id="10" name="Image 9">
            <a:extLst>
              <a:ext uri="{FF2B5EF4-FFF2-40B4-BE49-F238E27FC236}">
                <a16:creationId xmlns:a16="http://schemas.microsoft.com/office/drawing/2014/main" id="{7E5D8CCA-181C-4824-BDF6-17E63BB150EC}"/>
              </a:ext>
            </a:extLst>
          </p:cNvPr>
          <p:cNvPicPr>
            <a:picLocks noChangeAspect="1"/>
          </p:cNvPicPr>
          <p:nvPr/>
        </p:nvPicPr>
        <p:blipFill rotWithShape="1">
          <a:blip r:embed="rId2">
            <a:extLst>
              <a:ext uri="{28A0092B-C50C-407E-A947-70E740481C1C}">
                <a14:useLocalDpi xmlns:a14="http://schemas.microsoft.com/office/drawing/2010/main" val="0"/>
              </a:ext>
            </a:extLst>
          </a:blip>
          <a:srcRect t="2708" r="51700"/>
          <a:stretch/>
        </p:blipFill>
        <p:spPr>
          <a:xfrm>
            <a:off x="7820636" y="429468"/>
            <a:ext cx="3749801" cy="2802007"/>
          </a:xfrm>
          <a:prstGeom prst="rect">
            <a:avLst/>
          </a:prstGeom>
        </p:spPr>
      </p:pic>
      <p:pic>
        <p:nvPicPr>
          <p:cNvPr id="11" name="Image 10">
            <a:extLst>
              <a:ext uri="{FF2B5EF4-FFF2-40B4-BE49-F238E27FC236}">
                <a16:creationId xmlns:a16="http://schemas.microsoft.com/office/drawing/2014/main" id="{CBBC7334-0597-4FBC-BEFE-1ABEA2B99DA0}"/>
              </a:ext>
            </a:extLst>
          </p:cNvPr>
          <p:cNvPicPr>
            <a:picLocks noChangeAspect="1"/>
          </p:cNvPicPr>
          <p:nvPr/>
        </p:nvPicPr>
        <p:blipFill rotWithShape="1">
          <a:blip r:embed="rId2">
            <a:extLst>
              <a:ext uri="{28A0092B-C50C-407E-A947-70E740481C1C}">
                <a14:useLocalDpi xmlns:a14="http://schemas.microsoft.com/office/drawing/2010/main" val="0"/>
              </a:ext>
            </a:extLst>
          </a:blip>
          <a:srcRect l="51700"/>
          <a:stretch/>
        </p:blipFill>
        <p:spPr>
          <a:xfrm>
            <a:off x="7820637" y="3358986"/>
            <a:ext cx="3749800" cy="2880000"/>
          </a:xfrm>
          <a:prstGeom prst="rect">
            <a:avLst/>
          </a:prstGeom>
        </p:spPr>
      </p:pic>
      <p:sp>
        <p:nvSpPr>
          <p:cNvPr id="13" name="ZoneTexte 12">
            <a:extLst>
              <a:ext uri="{FF2B5EF4-FFF2-40B4-BE49-F238E27FC236}">
                <a16:creationId xmlns:a16="http://schemas.microsoft.com/office/drawing/2014/main" id="{218310A8-8358-4842-8FD6-3C5178E409A3}"/>
              </a:ext>
            </a:extLst>
          </p:cNvPr>
          <p:cNvSpPr txBox="1"/>
          <p:nvPr/>
        </p:nvSpPr>
        <p:spPr>
          <a:xfrm>
            <a:off x="8172973" y="3111089"/>
            <a:ext cx="3177331" cy="307777"/>
          </a:xfrm>
          <a:prstGeom prst="rect">
            <a:avLst/>
          </a:prstGeom>
          <a:noFill/>
        </p:spPr>
        <p:txBody>
          <a:bodyPr wrap="square">
            <a:spAutoFit/>
          </a:bodyPr>
          <a:lstStyle/>
          <a:p>
            <a:pPr algn="ctr"/>
            <a:r>
              <a:rPr lang="fr-FR" sz="1400" i="1" u="sng" dirty="0"/>
              <a:t>Image de base prise au MEB (x650)  </a:t>
            </a:r>
          </a:p>
        </p:txBody>
      </p:sp>
      <p:sp>
        <p:nvSpPr>
          <p:cNvPr id="16" name="ZoneTexte 15">
            <a:extLst>
              <a:ext uri="{FF2B5EF4-FFF2-40B4-BE49-F238E27FC236}">
                <a16:creationId xmlns:a16="http://schemas.microsoft.com/office/drawing/2014/main" id="{1167C2F0-FD9B-4283-9353-E90FB1B0A4BA}"/>
              </a:ext>
            </a:extLst>
          </p:cNvPr>
          <p:cNvSpPr txBox="1"/>
          <p:nvPr/>
        </p:nvSpPr>
        <p:spPr>
          <a:xfrm>
            <a:off x="11393838" y="2924122"/>
            <a:ext cx="541790" cy="276999"/>
          </a:xfrm>
          <a:prstGeom prst="rect">
            <a:avLst/>
          </a:prstGeom>
          <a:noFill/>
        </p:spPr>
        <p:txBody>
          <a:bodyPr wrap="square">
            <a:spAutoFit/>
          </a:bodyPr>
          <a:lstStyle/>
          <a:p>
            <a:pPr algn="ctr"/>
            <a:r>
              <a:rPr lang="fr-FR" sz="1200" dirty="0"/>
              <a:t>µm</a:t>
            </a:r>
          </a:p>
        </p:txBody>
      </p:sp>
      <p:sp>
        <p:nvSpPr>
          <p:cNvPr id="18" name="ZoneTexte 17">
            <a:extLst>
              <a:ext uri="{FF2B5EF4-FFF2-40B4-BE49-F238E27FC236}">
                <a16:creationId xmlns:a16="http://schemas.microsoft.com/office/drawing/2014/main" id="{744A2EEF-3F86-46F2-9155-E327F238A4AA}"/>
              </a:ext>
            </a:extLst>
          </p:cNvPr>
          <p:cNvSpPr txBox="1"/>
          <p:nvPr/>
        </p:nvSpPr>
        <p:spPr>
          <a:xfrm>
            <a:off x="7676818" y="190410"/>
            <a:ext cx="541790" cy="276999"/>
          </a:xfrm>
          <a:prstGeom prst="rect">
            <a:avLst/>
          </a:prstGeom>
          <a:noFill/>
        </p:spPr>
        <p:txBody>
          <a:bodyPr wrap="square">
            <a:spAutoFit/>
          </a:bodyPr>
          <a:lstStyle/>
          <a:p>
            <a:pPr algn="ctr"/>
            <a:r>
              <a:rPr lang="fr-FR" sz="1200" dirty="0"/>
              <a:t>µm</a:t>
            </a:r>
          </a:p>
        </p:txBody>
      </p:sp>
      <p:sp>
        <p:nvSpPr>
          <p:cNvPr id="19" name="ZoneTexte 18">
            <a:extLst>
              <a:ext uri="{FF2B5EF4-FFF2-40B4-BE49-F238E27FC236}">
                <a16:creationId xmlns:a16="http://schemas.microsoft.com/office/drawing/2014/main" id="{19B0999C-4B31-4398-9611-144C2DA64084}"/>
              </a:ext>
            </a:extLst>
          </p:cNvPr>
          <p:cNvSpPr txBox="1"/>
          <p:nvPr/>
        </p:nvSpPr>
        <p:spPr>
          <a:xfrm>
            <a:off x="11393838" y="5961987"/>
            <a:ext cx="541790" cy="276999"/>
          </a:xfrm>
          <a:prstGeom prst="rect">
            <a:avLst/>
          </a:prstGeom>
          <a:noFill/>
        </p:spPr>
        <p:txBody>
          <a:bodyPr wrap="square">
            <a:spAutoFit/>
          </a:bodyPr>
          <a:lstStyle/>
          <a:p>
            <a:pPr algn="ctr"/>
            <a:r>
              <a:rPr lang="fr-FR" sz="1200" dirty="0"/>
              <a:t>µm</a:t>
            </a:r>
          </a:p>
        </p:txBody>
      </p:sp>
      <p:sp>
        <p:nvSpPr>
          <p:cNvPr id="20" name="ZoneTexte 19">
            <a:extLst>
              <a:ext uri="{FF2B5EF4-FFF2-40B4-BE49-F238E27FC236}">
                <a16:creationId xmlns:a16="http://schemas.microsoft.com/office/drawing/2014/main" id="{58BFD337-A91C-4816-A678-9EC3269D697F}"/>
              </a:ext>
            </a:extLst>
          </p:cNvPr>
          <p:cNvSpPr txBox="1"/>
          <p:nvPr/>
        </p:nvSpPr>
        <p:spPr>
          <a:xfrm>
            <a:off x="7676818" y="3137210"/>
            <a:ext cx="541790" cy="276999"/>
          </a:xfrm>
          <a:prstGeom prst="rect">
            <a:avLst/>
          </a:prstGeom>
          <a:noFill/>
        </p:spPr>
        <p:txBody>
          <a:bodyPr wrap="square">
            <a:spAutoFit/>
          </a:bodyPr>
          <a:lstStyle/>
          <a:p>
            <a:pPr algn="ctr"/>
            <a:r>
              <a:rPr lang="fr-FR" sz="1200" dirty="0"/>
              <a:t>µm</a:t>
            </a:r>
          </a:p>
        </p:txBody>
      </p:sp>
      <p:sp>
        <p:nvSpPr>
          <p:cNvPr id="23" name="ZoneTexte 22">
            <a:extLst>
              <a:ext uri="{FF2B5EF4-FFF2-40B4-BE49-F238E27FC236}">
                <a16:creationId xmlns:a16="http://schemas.microsoft.com/office/drawing/2014/main" id="{04FBC53F-1D18-4045-B63C-3B10AF3D5BD3}"/>
              </a:ext>
            </a:extLst>
          </p:cNvPr>
          <p:cNvSpPr txBox="1"/>
          <p:nvPr/>
        </p:nvSpPr>
        <p:spPr>
          <a:xfrm>
            <a:off x="7947713" y="6134042"/>
            <a:ext cx="3749800" cy="307777"/>
          </a:xfrm>
          <a:prstGeom prst="rect">
            <a:avLst/>
          </a:prstGeom>
          <a:noFill/>
        </p:spPr>
        <p:txBody>
          <a:bodyPr wrap="square">
            <a:spAutoFit/>
          </a:bodyPr>
          <a:lstStyle/>
          <a:p>
            <a:pPr algn="ctr"/>
            <a:r>
              <a:rPr lang="fr-FR" sz="1400" i="1" u="sng" dirty="0"/>
              <a:t>Image binarisée avec comptage des Nd Rich</a:t>
            </a:r>
          </a:p>
        </p:txBody>
      </p:sp>
      <p:cxnSp>
        <p:nvCxnSpPr>
          <p:cNvPr id="6" name="Connecteur droit avec flèche 5">
            <a:extLst>
              <a:ext uri="{FF2B5EF4-FFF2-40B4-BE49-F238E27FC236}">
                <a16:creationId xmlns:a16="http://schemas.microsoft.com/office/drawing/2014/main" id="{54038826-6880-43C5-B902-852DAD43AC0F}"/>
              </a:ext>
            </a:extLst>
          </p:cNvPr>
          <p:cNvCxnSpPr>
            <a:cxnSpLocks/>
          </p:cNvCxnSpPr>
          <p:nvPr/>
        </p:nvCxnSpPr>
        <p:spPr>
          <a:xfrm>
            <a:off x="5285064" y="1845578"/>
            <a:ext cx="3348102" cy="74195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Ellipse 14">
            <a:extLst>
              <a:ext uri="{FF2B5EF4-FFF2-40B4-BE49-F238E27FC236}">
                <a16:creationId xmlns:a16="http://schemas.microsoft.com/office/drawing/2014/main" id="{3E38CBF6-0682-4A32-88F7-21763C66DEC4}"/>
              </a:ext>
            </a:extLst>
          </p:cNvPr>
          <p:cNvSpPr/>
          <p:nvPr/>
        </p:nvSpPr>
        <p:spPr>
          <a:xfrm>
            <a:off x="10331041" y="2292338"/>
            <a:ext cx="252000" cy="252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44000" rtlCol="0" anchor="ctr">
            <a:spAutoFit/>
          </a:bodyPr>
          <a:lstStyle/>
          <a:p>
            <a:pPr algn="ctr"/>
            <a:endParaRPr lang="fr-FR" dirty="0"/>
          </a:p>
        </p:txBody>
      </p:sp>
      <p:sp>
        <p:nvSpPr>
          <p:cNvPr id="24" name="Ellipse 23">
            <a:extLst>
              <a:ext uri="{FF2B5EF4-FFF2-40B4-BE49-F238E27FC236}">
                <a16:creationId xmlns:a16="http://schemas.microsoft.com/office/drawing/2014/main" id="{E7052AC4-043D-4679-8045-6F612D8AB4B7}"/>
              </a:ext>
            </a:extLst>
          </p:cNvPr>
          <p:cNvSpPr/>
          <p:nvPr/>
        </p:nvSpPr>
        <p:spPr>
          <a:xfrm>
            <a:off x="9273578" y="2627001"/>
            <a:ext cx="252000" cy="252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44000" rtlCol="0" anchor="ctr">
            <a:spAutoFit/>
          </a:bodyPr>
          <a:lstStyle/>
          <a:p>
            <a:pPr algn="ctr"/>
            <a:endParaRPr lang="fr-FR" dirty="0"/>
          </a:p>
        </p:txBody>
      </p:sp>
      <p:sp>
        <p:nvSpPr>
          <p:cNvPr id="25" name="Ellipse 24">
            <a:extLst>
              <a:ext uri="{FF2B5EF4-FFF2-40B4-BE49-F238E27FC236}">
                <a16:creationId xmlns:a16="http://schemas.microsoft.com/office/drawing/2014/main" id="{97571DD7-1468-464B-A867-A1FEAFE09A69}"/>
              </a:ext>
            </a:extLst>
          </p:cNvPr>
          <p:cNvSpPr/>
          <p:nvPr/>
        </p:nvSpPr>
        <p:spPr>
          <a:xfrm>
            <a:off x="10617665" y="1018609"/>
            <a:ext cx="252000" cy="252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44000" rtlCol="0" anchor="ctr">
            <a:spAutoFit/>
          </a:bodyPr>
          <a:lstStyle/>
          <a:p>
            <a:pPr algn="ctr"/>
            <a:endParaRPr lang="fr-FR" dirty="0"/>
          </a:p>
        </p:txBody>
      </p:sp>
      <p:sp>
        <p:nvSpPr>
          <p:cNvPr id="26" name="Ellipse 25">
            <a:extLst>
              <a:ext uri="{FF2B5EF4-FFF2-40B4-BE49-F238E27FC236}">
                <a16:creationId xmlns:a16="http://schemas.microsoft.com/office/drawing/2014/main" id="{85CE2535-FB78-414C-8321-437D6CAE8246}"/>
              </a:ext>
            </a:extLst>
          </p:cNvPr>
          <p:cNvSpPr/>
          <p:nvPr/>
        </p:nvSpPr>
        <p:spPr>
          <a:xfrm>
            <a:off x="8633166" y="2515723"/>
            <a:ext cx="252000" cy="2520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44000" rtlCol="0" anchor="ctr">
            <a:spAutoFit/>
          </a:bodyPr>
          <a:lstStyle/>
          <a:p>
            <a:pPr algn="ctr"/>
            <a:endParaRPr lang="fr-FR" dirty="0"/>
          </a:p>
        </p:txBody>
      </p:sp>
      <p:sp>
        <p:nvSpPr>
          <p:cNvPr id="28" name="Ellipse 27">
            <a:extLst>
              <a:ext uri="{FF2B5EF4-FFF2-40B4-BE49-F238E27FC236}">
                <a16:creationId xmlns:a16="http://schemas.microsoft.com/office/drawing/2014/main" id="{FD464BAD-575A-4116-9619-3CD0452FE09E}"/>
              </a:ext>
            </a:extLst>
          </p:cNvPr>
          <p:cNvSpPr/>
          <p:nvPr/>
        </p:nvSpPr>
        <p:spPr>
          <a:xfrm>
            <a:off x="10314263" y="5278377"/>
            <a:ext cx="252000" cy="252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44000" rtlCol="0" anchor="ctr">
            <a:spAutoFit/>
          </a:bodyPr>
          <a:lstStyle/>
          <a:p>
            <a:pPr algn="ctr"/>
            <a:endParaRPr lang="fr-FR" dirty="0"/>
          </a:p>
        </p:txBody>
      </p:sp>
      <p:sp>
        <p:nvSpPr>
          <p:cNvPr id="29" name="Ellipse 28">
            <a:extLst>
              <a:ext uri="{FF2B5EF4-FFF2-40B4-BE49-F238E27FC236}">
                <a16:creationId xmlns:a16="http://schemas.microsoft.com/office/drawing/2014/main" id="{04D3BF5A-4793-4A7B-8E2B-D393902F13D8}"/>
              </a:ext>
            </a:extLst>
          </p:cNvPr>
          <p:cNvSpPr/>
          <p:nvPr/>
        </p:nvSpPr>
        <p:spPr>
          <a:xfrm>
            <a:off x="9256800" y="5613040"/>
            <a:ext cx="252000" cy="252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44000" rtlCol="0" anchor="ctr">
            <a:spAutoFit/>
          </a:bodyPr>
          <a:lstStyle/>
          <a:p>
            <a:pPr algn="ctr"/>
            <a:endParaRPr lang="fr-FR" dirty="0"/>
          </a:p>
        </p:txBody>
      </p:sp>
      <p:sp>
        <p:nvSpPr>
          <p:cNvPr id="30" name="Ellipse 29">
            <a:extLst>
              <a:ext uri="{FF2B5EF4-FFF2-40B4-BE49-F238E27FC236}">
                <a16:creationId xmlns:a16="http://schemas.microsoft.com/office/drawing/2014/main" id="{B8E48B9B-C22B-4783-A2F1-FE81DFCA1F47}"/>
              </a:ext>
            </a:extLst>
          </p:cNvPr>
          <p:cNvSpPr/>
          <p:nvPr/>
        </p:nvSpPr>
        <p:spPr>
          <a:xfrm>
            <a:off x="10600887" y="4004648"/>
            <a:ext cx="252000" cy="252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44000" rtlCol="0" anchor="ctr">
            <a:spAutoFit/>
          </a:bodyPr>
          <a:lstStyle/>
          <a:p>
            <a:pPr algn="ctr"/>
            <a:endParaRPr lang="fr-FR" dirty="0"/>
          </a:p>
        </p:txBody>
      </p:sp>
      <p:sp>
        <p:nvSpPr>
          <p:cNvPr id="31" name="Ellipse 30">
            <a:extLst>
              <a:ext uri="{FF2B5EF4-FFF2-40B4-BE49-F238E27FC236}">
                <a16:creationId xmlns:a16="http://schemas.microsoft.com/office/drawing/2014/main" id="{9400920B-8E92-47A3-9DF8-8BFA65F6E094}"/>
              </a:ext>
            </a:extLst>
          </p:cNvPr>
          <p:cNvSpPr/>
          <p:nvPr/>
        </p:nvSpPr>
        <p:spPr>
          <a:xfrm>
            <a:off x="8616388" y="5501762"/>
            <a:ext cx="252000" cy="252000"/>
          </a:xfrm>
          <a:prstGeom prst="ellipse">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44000" rtlCol="0" anchor="ctr">
            <a:spAutoFit/>
          </a:bodyPr>
          <a:lstStyle/>
          <a:p>
            <a:pPr algn="ctr"/>
            <a:endParaRPr lang="fr-FR" dirty="0"/>
          </a:p>
        </p:txBody>
      </p:sp>
    </p:spTree>
    <p:extLst>
      <p:ext uri="{BB962C8B-B14F-4D97-AF65-F5344CB8AC3E}">
        <p14:creationId xmlns:p14="http://schemas.microsoft.com/office/powerpoint/2010/main" val="32871981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18433" y="325899"/>
            <a:ext cx="6784808" cy="400110"/>
          </a:xfrm>
          <a:prstGeom prst="rect">
            <a:avLst/>
          </a:prstGeom>
          <a:noFill/>
        </p:spPr>
        <p:txBody>
          <a:bodyPr wrap="square" rtlCol="0">
            <a:spAutoFit/>
          </a:bodyPr>
          <a:lstStyle/>
          <a:p>
            <a:pPr algn="just"/>
            <a:r>
              <a:rPr lang="fr-FR" sz="2000" b="1" dirty="0"/>
              <a:t>Mesure « automatique » du Nd-Rich spacing.</a:t>
            </a:r>
          </a:p>
        </p:txBody>
      </p:sp>
      <p:sp>
        <p:nvSpPr>
          <p:cNvPr id="5" name="ZoneTexte 4"/>
          <p:cNvSpPr txBox="1"/>
          <p:nvPr/>
        </p:nvSpPr>
        <p:spPr>
          <a:xfrm>
            <a:off x="211822" y="935680"/>
            <a:ext cx="11012648" cy="3170099"/>
          </a:xfrm>
          <a:prstGeom prst="rect">
            <a:avLst/>
          </a:prstGeom>
          <a:noFill/>
        </p:spPr>
        <p:txBody>
          <a:bodyPr wrap="square" rtlCol="0">
            <a:spAutoFit/>
          </a:bodyPr>
          <a:lstStyle/>
          <a:p>
            <a:pPr algn="just"/>
            <a:r>
              <a:rPr lang="fr-FR" u="sng" dirty="0">
                <a:ea typeface="Cambria Math" panose="02040503050406030204" pitchFamily="18" charset="0"/>
              </a:rPr>
              <a:t>Perspectives d’automatisation:</a:t>
            </a:r>
          </a:p>
          <a:p>
            <a:pPr algn="just"/>
            <a:endParaRPr lang="fr-FR" dirty="0">
              <a:ea typeface="Cambria Math" panose="02040503050406030204" pitchFamily="18" charset="0"/>
            </a:endParaRPr>
          </a:p>
          <a:p>
            <a:pPr marL="285750" indent="-285750" algn="just">
              <a:buFont typeface="Arial" panose="020B0604020202020204" pitchFamily="34" charset="0"/>
              <a:buChar char="•"/>
            </a:pPr>
            <a:r>
              <a:rPr lang="fr-FR" sz="1600" dirty="0"/>
              <a:t>Le code développé en interne pourrait être améliorés par des méthodes de binarisation plus poussés ou des modèles de réseaux de neurones, qu’on pourrait entrainer afin de mieux reconnaitre les formes typique des phases Nd Rich dans les rubans. On pourrait imaginer reconstituer les zones manquantes, effacés par les défauts ou non visible au MEB. Cela pourrait faire l’objet d’un stage.</a:t>
            </a:r>
          </a:p>
          <a:p>
            <a:pPr marL="285750" indent="-285750" algn="just">
              <a:buFont typeface="Arial" panose="020B0604020202020204" pitchFamily="34" charset="0"/>
              <a:buChar char="•"/>
            </a:pPr>
            <a:endParaRPr lang="fr-FR" sz="1600" dirty="0"/>
          </a:p>
          <a:p>
            <a:pPr marL="285750" indent="-285750" algn="just">
              <a:buFont typeface="Arial" panose="020B0604020202020204" pitchFamily="34" charset="0"/>
              <a:buChar char="•"/>
            </a:pPr>
            <a:r>
              <a:rPr lang="fr-FR" sz="1600" dirty="0"/>
              <a:t>Les images obtenus au MEB XL30 ont une résolution faible. Le passage de cette routine sur un MEB plus performant pourrait grandement fiabiliser la binarisation par l’augmentation de la résolution </a:t>
            </a:r>
            <a:r>
              <a:rPr lang="fr-FR" sz="1600" dirty="0" err="1"/>
              <a:t>spaciale</a:t>
            </a:r>
            <a:r>
              <a:rPr lang="fr-FR" sz="1600" dirty="0"/>
              <a:t>.</a:t>
            </a:r>
          </a:p>
          <a:p>
            <a:pPr algn="just"/>
            <a:endParaRPr lang="fr-FR" sz="1600" dirty="0"/>
          </a:p>
          <a:p>
            <a:pPr algn="just"/>
            <a:endParaRPr lang="fr-FR" dirty="0"/>
          </a:p>
          <a:p>
            <a:pPr algn="just"/>
            <a:endParaRPr lang="fr-FR" dirty="0"/>
          </a:p>
        </p:txBody>
      </p:sp>
    </p:spTree>
    <p:extLst>
      <p:ext uri="{BB962C8B-B14F-4D97-AF65-F5344CB8AC3E}">
        <p14:creationId xmlns:p14="http://schemas.microsoft.com/office/powerpoint/2010/main" val="3659262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18433" y="451734"/>
            <a:ext cx="11734800" cy="400110"/>
          </a:xfrm>
          <a:prstGeom prst="rect">
            <a:avLst/>
          </a:prstGeom>
          <a:noFill/>
        </p:spPr>
        <p:txBody>
          <a:bodyPr wrap="square" rtlCol="0">
            <a:spAutoFit/>
          </a:bodyPr>
          <a:lstStyle/>
          <a:p>
            <a:pPr algn="just"/>
            <a:r>
              <a:rPr lang="fr-FR" sz="2000" b="1" dirty="0"/>
              <a:t>Annexe 1 : Redimensionner un panel d’images avec Windows Resizer </a:t>
            </a:r>
          </a:p>
        </p:txBody>
      </p:sp>
      <p:sp>
        <p:nvSpPr>
          <p:cNvPr id="5" name="ZoneTexte 4"/>
          <p:cNvSpPr txBox="1"/>
          <p:nvPr/>
        </p:nvSpPr>
        <p:spPr>
          <a:xfrm>
            <a:off x="118433" y="1087527"/>
            <a:ext cx="11734800" cy="5355312"/>
          </a:xfrm>
          <a:prstGeom prst="rect">
            <a:avLst/>
          </a:prstGeom>
          <a:noFill/>
        </p:spPr>
        <p:txBody>
          <a:bodyPr wrap="square" rtlCol="0">
            <a:spAutoFit/>
          </a:bodyPr>
          <a:lstStyle/>
          <a:p>
            <a:pPr algn="just"/>
            <a:r>
              <a:rPr lang="fr-FR" u="sng" dirty="0"/>
              <a:t>Téléchargement :</a:t>
            </a:r>
          </a:p>
          <a:p>
            <a:pPr algn="just"/>
            <a:endParaRPr lang="fr-FR" dirty="0"/>
          </a:p>
          <a:p>
            <a:pPr marL="285750" indent="-285750" algn="just">
              <a:buFont typeface="Wingdings" panose="05000000000000000000" pitchFamily="2" charset="2"/>
              <a:buChar char="§"/>
            </a:pPr>
            <a:r>
              <a:rPr lang="fr-FR" dirty="0"/>
              <a:t>Télécharger PowerToys (extension windows gratuite) : </a:t>
            </a:r>
          </a:p>
          <a:p>
            <a:pPr algn="just"/>
            <a:r>
              <a:rPr lang="fr-FR" dirty="0">
                <a:hlinkClick r:id="rId2"/>
              </a:rPr>
              <a:t>https://learn.microsoft.com/fr-fr/windows/powertoys/install</a:t>
            </a:r>
            <a:endParaRPr lang="fr-FR" dirty="0"/>
          </a:p>
          <a:p>
            <a:pPr algn="just"/>
            <a:r>
              <a:rPr lang="fr-FR" dirty="0"/>
              <a:t>Il faut redémarrer le pc après le téléchargement.</a:t>
            </a:r>
          </a:p>
          <a:p>
            <a:pPr algn="just"/>
            <a:endParaRPr lang="fr-FR" dirty="0"/>
          </a:p>
          <a:p>
            <a:pPr algn="just"/>
            <a:r>
              <a:rPr lang="fr-FR" u="sng" dirty="0"/>
              <a:t>Mise en place de Windows Resizer :</a:t>
            </a:r>
          </a:p>
          <a:p>
            <a:pPr marL="285750" indent="-285750" algn="just">
              <a:buFont typeface="Wingdings" panose="05000000000000000000" pitchFamily="2" charset="2"/>
              <a:buChar char="§"/>
            </a:pPr>
            <a:r>
              <a:rPr lang="fr-FR" dirty="0"/>
              <a:t>Lancer l’application PowerToys, puis dans les onglets à gauche cliquer sur « Gestion de fichiers » puis « Image resizer ». Cliquer sur « activer image resizer ».</a:t>
            </a:r>
          </a:p>
          <a:p>
            <a:pPr marL="285750" indent="-285750" algn="just">
              <a:buFont typeface="Wingdings" panose="05000000000000000000" pitchFamily="2" charset="2"/>
              <a:buChar char="§"/>
            </a:pPr>
            <a:r>
              <a:rPr lang="fr-FR" dirty="0"/>
              <a:t>Cliquer sur « Ajouter une nouvelle taille d’image ». Une nouvelle ligne « nouvelle taille 1 » apparait en bas. Cliquer sur le crayon à droite. Renommer « Format MEB XL30 ». </a:t>
            </a:r>
            <a:r>
              <a:rPr lang="fr-FR" b="1" dirty="0"/>
              <a:t>Choisir « étirer » (très important)</a:t>
            </a:r>
            <a:r>
              <a:rPr lang="fr-FR" dirty="0"/>
              <a:t>,</a:t>
            </a:r>
            <a:r>
              <a:rPr lang="fr-FR" b="1" dirty="0"/>
              <a:t> </a:t>
            </a:r>
            <a:r>
              <a:rPr lang="fr-FR" dirty="0"/>
              <a:t>largeur : 644 et hauteur : 484 pixels. Le format est enregistré.</a:t>
            </a:r>
          </a:p>
          <a:p>
            <a:pPr marL="285750" indent="-285750" algn="just">
              <a:buFont typeface="Wingdings" panose="05000000000000000000" pitchFamily="2" charset="2"/>
              <a:buChar char="§"/>
            </a:pPr>
            <a:endParaRPr lang="fr-FR" dirty="0"/>
          </a:p>
          <a:p>
            <a:pPr algn="just"/>
            <a:r>
              <a:rPr lang="fr-FR" u="sng" dirty="0"/>
              <a:t>Redimensionnement des images:</a:t>
            </a:r>
          </a:p>
          <a:p>
            <a:pPr marL="285750" indent="-285750" algn="just">
              <a:buFont typeface="Wingdings" panose="05000000000000000000" pitchFamily="2" charset="2"/>
              <a:buChar char="§"/>
            </a:pPr>
            <a:r>
              <a:rPr lang="fr-FR" dirty="0"/>
              <a:t>Sélectionner les images à redimensionner </a:t>
            </a:r>
            <a:r>
              <a:rPr lang="fr-FR" dirty="0">
                <a:sym typeface="Wingdings" panose="05000000000000000000" pitchFamily="2" charset="2"/>
              </a:rPr>
              <a:t> </a:t>
            </a:r>
            <a:r>
              <a:rPr lang="fr-FR" dirty="0"/>
              <a:t>Clic droit </a:t>
            </a:r>
            <a:r>
              <a:rPr lang="fr-FR" dirty="0">
                <a:sym typeface="Wingdings" panose="05000000000000000000" pitchFamily="2" charset="2"/>
              </a:rPr>
              <a:t> « Redimensionner avec Image Resizer »  Choisir « Format MEB XL30 » et Overwrite files  Cliquer sur Resize.</a:t>
            </a:r>
          </a:p>
          <a:p>
            <a:pPr algn="just"/>
            <a:r>
              <a:rPr lang="fr-FR" dirty="0">
                <a:sym typeface="Wingdings" panose="05000000000000000000" pitchFamily="2" charset="2"/>
              </a:rPr>
              <a:t>Les images sont toutes redimensionnées au bon format.</a:t>
            </a:r>
          </a:p>
          <a:p>
            <a:pPr algn="just"/>
            <a:endParaRPr lang="fr-FR" dirty="0">
              <a:sym typeface="Wingdings" panose="05000000000000000000" pitchFamily="2" charset="2"/>
            </a:endParaRPr>
          </a:p>
          <a:p>
            <a:pPr algn="just"/>
            <a:r>
              <a:rPr lang="fr-FR" dirty="0">
                <a:sym typeface="Wingdings" panose="05000000000000000000" pitchFamily="2" charset="2"/>
              </a:rPr>
              <a:t>	</a:t>
            </a:r>
            <a:r>
              <a:rPr lang="fr-FR" sz="1600" i="1" dirty="0">
                <a:sym typeface="Wingdings" panose="05000000000000000000" pitchFamily="2" charset="2"/>
              </a:rPr>
              <a:t>PS : </a:t>
            </a:r>
            <a:r>
              <a:rPr lang="fr-FR" sz="1600" i="1" dirty="0"/>
              <a:t>PowerToys permet un panels d’autres outils comme renommer plusieurs fichiers en 1 clic.</a:t>
            </a:r>
            <a:endParaRPr lang="fr-FR" i="1" dirty="0"/>
          </a:p>
        </p:txBody>
      </p:sp>
    </p:spTree>
    <p:extLst>
      <p:ext uri="{BB962C8B-B14F-4D97-AF65-F5344CB8AC3E}">
        <p14:creationId xmlns:p14="http://schemas.microsoft.com/office/powerpoint/2010/main" val="31020400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p:cNvSpPr txBox="1"/>
          <p:nvPr/>
        </p:nvSpPr>
        <p:spPr>
          <a:xfrm>
            <a:off x="118433" y="451734"/>
            <a:ext cx="11734800" cy="400110"/>
          </a:xfrm>
          <a:prstGeom prst="rect">
            <a:avLst/>
          </a:prstGeom>
          <a:noFill/>
        </p:spPr>
        <p:txBody>
          <a:bodyPr wrap="square" rtlCol="0">
            <a:spAutoFit/>
          </a:bodyPr>
          <a:lstStyle/>
          <a:p>
            <a:pPr algn="just"/>
            <a:r>
              <a:rPr lang="fr-FR" sz="2000" b="1" dirty="0"/>
              <a:t>Annexe 2 : Exemple de binarisation des images via python</a:t>
            </a:r>
          </a:p>
        </p:txBody>
      </p:sp>
      <p:pic>
        <p:nvPicPr>
          <p:cNvPr id="6" name="Image 5">
            <a:extLst>
              <a:ext uri="{FF2B5EF4-FFF2-40B4-BE49-F238E27FC236}">
                <a16:creationId xmlns:a16="http://schemas.microsoft.com/office/drawing/2014/main" id="{9853A837-6F55-4EFB-A8FE-4E1D825B3C53}"/>
              </a:ext>
            </a:extLst>
          </p:cNvPr>
          <p:cNvPicPr>
            <a:picLocks noChangeAspect="1"/>
          </p:cNvPicPr>
          <p:nvPr/>
        </p:nvPicPr>
        <p:blipFill rotWithShape="1">
          <a:blip r:embed="rId2">
            <a:extLst>
              <a:ext uri="{28A0092B-C50C-407E-A947-70E740481C1C}">
                <a14:useLocalDpi xmlns:a14="http://schemas.microsoft.com/office/drawing/2010/main" val="0"/>
              </a:ext>
            </a:extLst>
          </a:blip>
          <a:srcRect r="51700"/>
          <a:stretch/>
        </p:blipFill>
        <p:spPr>
          <a:xfrm>
            <a:off x="118435" y="1186058"/>
            <a:ext cx="5859063" cy="4500000"/>
          </a:xfrm>
          <a:prstGeom prst="rect">
            <a:avLst/>
          </a:prstGeom>
        </p:spPr>
      </p:pic>
      <p:pic>
        <p:nvPicPr>
          <p:cNvPr id="7" name="Image 6">
            <a:extLst>
              <a:ext uri="{FF2B5EF4-FFF2-40B4-BE49-F238E27FC236}">
                <a16:creationId xmlns:a16="http://schemas.microsoft.com/office/drawing/2014/main" id="{AB92EBF6-38AE-4363-A63E-EDAB007754DC}"/>
              </a:ext>
            </a:extLst>
          </p:cNvPr>
          <p:cNvPicPr>
            <a:picLocks noChangeAspect="1"/>
          </p:cNvPicPr>
          <p:nvPr/>
        </p:nvPicPr>
        <p:blipFill rotWithShape="1">
          <a:blip r:embed="rId2">
            <a:extLst>
              <a:ext uri="{28A0092B-C50C-407E-A947-70E740481C1C}">
                <a14:useLocalDpi xmlns:a14="http://schemas.microsoft.com/office/drawing/2010/main" val="0"/>
              </a:ext>
            </a:extLst>
          </a:blip>
          <a:srcRect l="51700"/>
          <a:stretch/>
        </p:blipFill>
        <p:spPr>
          <a:xfrm>
            <a:off x="5963123" y="1186058"/>
            <a:ext cx="5859063" cy="4500000"/>
          </a:xfrm>
          <a:prstGeom prst="rect">
            <a:avLst/>
          </a:prstGeom>
        </p:spPr>
      </p:pic>
      <p:sp>
        <p:nvSpPr>
          <p:cNvPr id="8" name="ZoneTexte 7">
            <a:extLst>
              <a:ext uri="{FF2B5EF4-FFF2-40B4-BE49-F238E27FC236}">
                <a16:creationId xmlns:a16="http://schemas.microsoft.com/office/drawing/2014/main" id="{DFD03FEB-5148-4E5C-8551-DFF07B2C6947}"/>
              </a:ext>
            </a:extLst>
          </p:cNvPr>
          <p:cNvSpPr txBox="1"/>
          <p:nvPr/>
        </p:nvSpPr>
        <p:spPr>
          <a:xfrm>
            <a:off x="1470056" y="5662458"/>
            <a:ext cx="3957622" cy="369332"/>
          </a:xfrm>
          <a:prstGeom prst="rect">
            <a:avLst/>
          </a:prstGeom>
          <a:noFill/>
        </p:spPr>
        <p:txBody>
          <a:bodyPr wrap="square">
            <a:spAutoFit/>
          </a:bodyPr>
          <a:lstStyle/>
          <a:p>
            <a:pPr algn="ctr"/>
            <a:r>
              <a:rPr lang="fr-FR" i="1" u="sng" dirty="0"/>
              <a:t>Image de base prise au MEB (x650)  </a:t>
            </a:r>
          </a:p>
        </p:txBody>
      </p:sp>
      <p:sp>
        <p:nvSpPr>
          <p:cNvPr id="9" name="ZoneTexte 8">
            <a:extLst>
              <a:ext uri="{FF2B5EF4-FFF2-40B4-BE49-F238E27FC236}">
                <a16:creationId xmlns:a16="http://schemas.microsoft.com/office/drawing/2014/main" id="{8145293A-01F0-4AC8-AA55-AF2BE31EB659}"/>
              </a:ext>
            </a:extLst>
          </p:cNvPr>
          <p:cNvSpPr txBox="1"/>
          <p:nvPr/>
        </p:nvSpPr>
        <p:spPr>
          <a:xfrm>
            <a:off x="5677571" y="5247637"/>
            <a:ext cx="541790" cy="369332"/>
          </a:xfrm>
          <a:prstGeom prst="rect">
            <a:avLst/>
          </a:prstGeom>
          <a:noFill/>
        </p:spPr>
        <p:txBody>
          <a:bodyPr wrap="square">
            <a:spAutoFit/>
          </a:bodyPr>
          <a:lstStyle/>
          <a:p>
            <a:pPr algn="ctr"/>
            <a:r>
              <a:rPr lang="fr-FR" dirty="0"/>
              <a:t>µm</a:t>
            </a:r>
          </a:p>
        </p:txBody>
      </p:sp>
      <p:sp>
        <p:nvSpPr>
          <p:cNvPr id="12" name="ZoneTexte 11">
            <a:extLst>
              <a:ext uri="{FF2B5EF4-FFF2-40B4-BE49-F238E27FC236}">
                <a16:creationId xmlns:a16="http://schemas.microsoft.com/office/drawing/2014/main" id="{A3F0C9D8-A60D-4C96-A49E-BED68E297134}"/>
              </a:ext>
            </a:extLst>
          </p:cNvPr>
          <p:cNvSpPr txBox="1"/>
          <p:nvPr/>
        </p:nvSpPr>
        <p:spPr>
          <a:xfrm>
            <a:off x="621563" y="5385459"/>
            <a:ext cx="541790" cy="276999"/>
          </a:xfrm>
          <a:prstGeom prst="rect">
            <a:avLst/>
          </a:prstGeom>
          <a:noFill/>
        </p:spPr>
        <p:txBody>
          <a:bodyPr wrap="square">
            <a:spAutoFit/>
          </a:bodyPr>
          <a:lstStyle/>
          <a:p>
            <a:pPr algn="ctr"/>
            <a:r>
              <a:rPr lang="fr-FR" sz="1200" dirty="0"/>
              <a:t>µm</a:t>
            </a:r>
          </a:p>
        </p:txBody>
      </p:sp>
      <p:sp>
        <p:nvSpPr>
          <p:cNvPr id="13" name="ZoneTexte 12">
            <a:extLst>
              <a:ext uri="{FF2B5EF4-FFF2-40B4-BE49-F238E27FC236}">
                <a16:creationId xmlns:a16="http://schemas.microsoft.com/office/drawing/2014/main" id="{488E96D2-AD19-4BDB-87A9-C1AE8148B6E5}"/>
              </a:ext>
            </a:extLst>
          </p:cNvPr>
          <p:cNvSpPr txBox="1"/>
          <p:nvPr/>
        </p:nvSpPr>
        <p:spPr>
          <a:xfrm>
            <a:off x="6664092" y="5686058"/>
            <a:ext cx="4719768" cy="369332"/>
          </a:xfrm>
          <a:prstGeom prst="rect">
            <a:avLst/>
          </a:prstGeom>
          <a:noFill/>
        </p:spPr>
        <p:txBody>
          <a:bodyPr wrap="square">
            <a:spAutoFit/>
          </a:bodyPr>
          <a:lstStyle/>
          <a:p>
            <a:pPr algn="ctr"/>
            <a:r>
              <a:rPr lang="fr-FR" i="1" u="sng" dirty="0"/>
              <a:t>Image binarisé avec comptage des Nd Rich</a:t>
            </a:r>
          </a:p>
        </p:txBody>
      </p:sp>
      <p:sp>
        <p:nvSpPr>
          <p:cNvPr id="14" name="ZoneTexte 13">
            <a:extLst>
              <a:ext uri="{FF2B5EF4-FFF2-40B4-BE49-F238E27FC236}">
                <a16:creationId xmlns:a16="http://schemas.microsoft.com/office/drawing/2014/main" id="{455BD41D-DF8A-4523-9948-2A926F0EA31A}"/>
              </a:ext>
            </a:extLst>
          </p:cNvPr>
          <p:cNvSpPr txBox="1"/>
          <p:nvPr/>
        </p:nvSpPr>
        <p:spPr>
          <a:xfrm>
            <a:off x="11565948" y="5247637"/>
            <a:ext cx="541790" cy="369332"/>
          </a:xfrm>
          <a:prstGeom prst="rect">
            <a:avLst/>
          </a:prstGeom>
          <a:noFill/>
        </p:spPr>
        <p:txBody>
          <a:bodyPr wrap="square">
            <a:spAutoFit/>
          </a:bodyPr>
          <a:lstStyle/>
          <a:p>
            <a:pPr algn="ctr"/>
            <a:r>
              <a:rPr lang="fr-FR" dirty="0"/>
              <a:t>µm</a:t>
            </a:r>
          </a:p>
        </p:txBody>
      </p:sp>
      <p:sp>
        <p:nvSpPr>
          <p:cNvPr id="15" name="ZoneTexte 14">
            <a:extLst>
              <a:ext uri="{FF2B5EF4-FFF2-40B4-BE49-F238E27FC236}">
                <a16:creationId xmlns:a16="http://schemas.microsoft.com/office/drawing/2014/main" id="{89091EF0-70A3-412A-A6FA-A39AA7A0E59C}"/>
              </a:ext>
            </a:extLst>
          </p:cNvPr>
          <p:cNvSpPr txBox="1"/>
          <p:nvPr/>
        </p:nvSpPr>
        <p:spPr>
          <a:xfrm>
            <a:off x="5977498" y="871699"/>
            <a:ext cx="541790" cy="369332"/>
          </a:xfrm>
          <a:prstGeom prst="rect">
            <a:avLst/>
          </a:prstGeom>
          <a:noFill/>
        </p:spPr>
        <p:txBody>
          <a:bodyPr wrap="square">
            <a:spAutoFit/>
          </a:bodyPr>
          <a:lstStyle/>
          <a:p>
            <a:pPr algn="ctr"/>
            <a:r>
              <a:rPr lang="fr-FR" dirty="0"/>
              <a:t>µm</a:t>
            </a:r>
          </a:p>
        </p:txBody>
      </p:sp>
      <p:sp>
        <p:nvSpPr>
          <p:cNvPr id="16" name="ZoneTexte 15">
            <a:extLst>
              <a:ext uri="{FF2B5EF4-FFF2-40B4-BE49-F238E27FC236}">
                <a16:creationId xmlns:a16="http://schemas.microsoft.com/office/drawing/2014/main" id="{8DD9C9DB-C5F2-48E1-A068-4CC7B834A73E}"/>
              </a:ext>
            </a:extLst>
          </p:cNvPr>
          <p:cNvSpPr txBox="1"/>
          <p:nvPr/>
        </p:nvSpPr>
        <p:spPr>
          <a:xfrm>
            <a:off x="200958" y="871699"/>
            <a:ext cx="541790" cy="369332"/>
          </a:xfrm>
          <a:prstGeom prst="rect">
            <a:avLst/>
          </a:prstGeom>
          <a:noFill/>
        </p:spPr>
        <p:txBody>
          <a:bodyPr wrap="square">
            <a:spAutoFit/>
          </a:bodyPr>
          <a:lstStyle/>
          <a:p>
            <a:pPr algn="ctr"/>
            <a:r>
              <a:rPr lang="fr-FR" dirty="0"/>
              <a:t>µm</a:t>
            </a:r>
          </a:p>
        </p:txBody>
      </p:sp>
    </p:spTree>
    <p:extLst>
      <p:ext uri="{BB962C8B-B14F-4D97-AF65-F5344CB8AC3E}">
        <p14:creationId xmlns:p14="http://schemas.microsoft.com/office/powerpoint/2010/main" val="1547347489"/>
      </p:ext>
    </p:extLst>
  </p:cSld>
  <p:clrMapOvr>
    <a:masterClrMapping/>
  </p:clrMapOvr>
</p:sld>
</file>

<file path=ppt/theme/theme1.xml><?xml version="1.0" encoding="utf-8"?>
<a:theme xmlns:a="http://schemas.openxmlformats.org/drawingml/2006/main" name="Thème Office">
  <a:themeElements>
    <a:clrScheme name="CEA 2023">
      <a:dk1>
        <a:srgbClr val="262626"/>
      </a:dk1>
      <a:lt1>
        <a:sysClr val="window" lastClr="FFFFFF"/>
      </a:lt1>
      <a:dk2>
        <a:srgbClr val="E50019"/>
      </a:dk2>
      <a:lt2>
        <a:srgbClr val="FFFFFF"/>
      </a:lt2>
      <a:accent1>
        <a:srgbClr val="3E4A83"/>
      </a:accent1>
      <a:accent2>
        <a:srgbClr val="7E9CBB"/>
      </a:accent2>
      <a:accent3>
        <a:srgbClr val="FFCD31"/>
      </a:accent3>
      <a:accent4>
        <a:srgbClr val="DA837B"/>
      </a:accent4>
      <a:accent5>
        <a:srgbClr val="0093A7"/>
      </a:accent5>
      <a:accent6>
        <a:srgbClr val="BD987A"/>
      </a:accent6>
      <a:hlink>
        <a:srgbClr val="E50019"/>
      </a:hlink>
      <a:folHlink>
        <a:srgbClr val="E50019"/>
      </a:folHlink>
    </a:clrScheme>
    <a:fontScheme name="CEA">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lIns="144000" tIns="108000" rIns="144000" bIns="144000" rtlCol="0" anchor="ctr">
        <a:spAutoFit/>
      </a:bodyP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 id="{3A49CB87-34A2-4842-9399-204CC597F263}" vid="{FA22F746-B1A6-4872-BA8F-71F60027D3B0}"/>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bureautique" ma:contentTypeID="0x0101009AC65FE4C57B4241B7BB126C82049321006502EDEDC0136B40BE1694CA6DFB09E5" ma:contentTypeVersion="20" ma:contentTypeDescription="Crée un document." ma:contentTypeScope="" ma:versionID="f1b05a092d0904e6962f83cebf818255">
  <xsd:schema xmlns:xsd="http://www.w3.org/2001/XMLSchema" xmlns:xs="http://www.w3.org/2001/XMLSchema" xmlns:p="http://schemas.microsoft.com/office/2006/metadata/properties" xmlns:ns1="http://schemas.microsoft.com/sharepoint/v3" xmlns:ns2="582fa2ad-bcfb-4c30-8490-7bbd511b1880" xmlns:ns3="151dffeb-2989-4a61-aef8-844a993007f8" targetNamespace="http://schemas.microsoft.com/office/2006/metadata/properties" ma:root="true" ma:fieldsID="7c3819e88b0869059371fc3b24198fff" ns1:_="" ns2:_="" ns3:_="">
    <xsd:import namespace="http://schemas.microsoft.com/sharepoint/v3"/>
    <xsd:import namespace="582fa2ad-bcfb-4c30-8490-7bbd511b1880"/>
    <xsd:import namespace="151dffeb-2989-4a61-aef8-844a993007f8"/>
    <xsd:element name="properties">
      <xsd:complexType>
        <xsd:sequence>
          <xsd:element name="documentManagement">
            <xsd:complexType>
              <xsd:all>
                <xsd:element ref="ns1:Language" minOccurs="0"/>
                <xsd:element ref="ns2:BackwardLinks" minOccurs="0"/>
                <xsd:element ref="ns2:ThematicsTaxHTField0" minOccurs="0"/>
                <xsd:element ref="ns3:TaxCatchAll" minOccurs="0"/>
                <xsd:element ref="ns3:TaxCatchAllLabel" minOccurs="0"/>
                <xsd:element ref="ns2:CenterAndUnitTaxHTField0" minOccurs="0"/>
                <xsd:element ref="ns3:TaxKeywordTaxHTField" minOccurs="0"/>
                <xsd:element ref="ns2:TypologyTaxHTField0" minOccurs="0"/>
                <xsd:element ref="ns2:OrganisationTaxHTField0" minOccurs="0"/>
                <xsd:element ref="ns2:PublicTaxHTField0" minOccurs="0"/>
                <xsd:element ref="ns2:Summary" minOccurs="0"/>
                <xsd:element ref="ns2:ThumbnailImage" minOccurs="0"/>
                <xsd:element ref="ns2:ThumbnailImageUrl" minOccurs="0"/>
                <xsd:element ref="ns2:BigPicture" minOccurs="0"/>
                <xsd:element ref="ns2:BigPictureUrl" minOccurs="0"/>
                <xsd:element ref="ns2:ManualDate" minOccurs="0"/>
                <xsd:element ref="ns2:Displayed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Language" ma:index="5" nillable="true" ma:displayName="Langue" ma:default="Français (France)" ma:internalName="Language">
      <xsd:simpleType>
        <xsd:union memberTypes="dms:Text">
          <xsd:simpleType>
            <xsd:restriction base="dms:Choice">
              <xsd:enumeration value="Arabe (Arabie saoudite)"/>
              <xsd:enumeration value="Bulgare (Bulgarie)"/>
              <xsd:enumeration value="Chinois (R.A.S. de Hong Kong)"/>
              <xsd:enumeration value="Chinois (République populaire de Chine)"/>
              <xsd:enumeration value="Chinois (Taïwan)"/>
              <xsd:enumeration value="Croate (Croatie)"/>
              <xsd:enumeration value="Tchèque (République tchèque)"/>
              <xsd:enumeration value="Danois (Danemark)"/>
              <xsd:enumeration value="Néerlandais (Pays-Bas)"/>
              <xsd:enumeration value="Anglais"/>
              <xsd:enumeration value="Estonien (Estonie)"/>
              <xsd:enumeration value="Finnois (Finlande)"/>
              <xsd:enumeration value="Français (France)"/>
              <xsd:enumeration value="Allemand (Allemagne)"/>
              <xsd:enumeration value="Grec (Grèce)"/>
              <xsd:enumeration value="Hébreu (Israël)"/>
              <xsd:enumeration value="Hindi (Inde)"/>
              <xsd:enumeration value="Hongrois (Hongrie)"/>
              <xsd:enumeration value="Indonésien (Indonésie)"/>
              <xsd:enumeration value="Italien (Italie)"/>
              <xsd:enumeration value="Japonais (Japon)"/>
              <xsd:enumeration value="Coréen (Corée)"/>
              <xsd:enumeration value="Letton (Lettonie)"/>
              <xsd:enumeration value="Lituanien (Lituanie)"/>
              <xsd:enumeration value="Malais (Malaisie)"/>
              <xsd:enumeration value="Norvégien (Bokmal) (Norvège)"/>
              <xsd:enumeration value="Polonais (Pologne)"/>
              <xsd:enumeration value="Portugais (Brésil)"/>
              <xsd:enumeration value="Portugais (Portugal)"/>
              <xsd:enumeration value="Roumain (Roumanie)"/>
              <xsd:enumeration value="Russe (Russie)"/>
              <xsd:enumeration value="Serbe (Latin, Serbie)"/>
              <xsd:enumeration value="Slovaque (Slovaquie)"/>
              <xsd:enumeration value="Slovène (Slovénie)"/>
              <xsd:enumeration value="Espagnol (Espagne)"/>
              <xsd:enumeration value="Suédois (Suède)"/>
              <xsd:enumeration value="Thaï (Thaïlande)"/>
              <xsd:enumeration value="Turc (Turquie)"/>
              <xsd:enumeration value="Ukrainien (Ukraine)"/>
              <xsd:enumeration value="Ourdou (République islamique du Pakistan)"/>
              <xsd:enumeration value="Vietnamien (Vietnam)"/>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582fa2ad-bcfb-4c30-8490-7bbd511b1880" elementFormDefault="qualified">
    <xsd:import namespace="http://schemas.microsoft.com/office/2006/documentManagement/types"/>
    <xsd:import namespace="http://schemas.microsoft.com/office/infopath/2007/PartnerControls"/>
    <xsd:element name="BackwardLinks" ma:index="6" nillable="true" ma:displayName="Liens entrants" ma:internalName="BackwardLinks" ma:readOnly="false">
      <xsd:simpleType>
        <xsd:restriction base="dms:Text"/>
      </xsd:simpleType>
    </xsd:element>
    <xsd:element name="ThematicsTaxHTField0" ma:index="8" nillable="true" ma:taxonomy="true" ma:internalName="ThematicsTaxHTField0" ma:taxonomyFieldName="Thematics" ma:displayName="Thématiques" ma:fieldId="{c4af68e9-307a-4318-8504-f93285936fc7}" ma:taxonomyMulti="true" ma:sspId="a6e70cbb-a60f-4600-a53f-b7ff8cffd0af" ma:termSetId="a10a44d9-d1f6-48e5-bb68-cccd1ea0729b" ma:anchorId="00000000-0000-0000-0000-000000000000" ma:open="false" ma:isKeyword="false">
      <xsd:complexType>
        <xsd:sequence>
          <xsd:element ref="pc:Terms" minOccurs="0" maxOccurs="1"/>
        </xsd:sequence>
      </xsd:complexType>
    </xsd:element>
    <xsd:element name="CenterAndUnitTaxHTField0" ma:index="12" nillable="true" ma:taxonomy="true" ma:internalName="CenterAndUnitTaxHTField0" ma:taxonomyFieldName="CenterAndUnit" ma:displayName="Centre et unité" ma:fieldId="{facf9d3d-8cf6-4fab-8f4b-dfbbe29f3a4b}" ma:taxonomyMulti="true" ma:sspId="a6e70cbb-a60f-4600-a53f-b7ff8cffd0af" ma:termSetId="88381266-4cf9-4d0f-9f66-bc7ee8b8f509" ma:anchorId="00000000-0000-0000-0000-000000000000" ma:open="false" ma:isKeyword="false">
      <xsd:complexType>
        <xsd:sequence>
          <xsd:element ref="pc:Terms" minOccurs="0" maxOccurs="1"/>
        </xsd:sequence>
      </xsd:complexType>
    </xsd:element>
    <xsd:element name="TypologyTaxHTField0" ma:index="18" nillable="true" ma:taxonomy="true" ma:internalName="TypologyTaxHTField0" ma:taxonomyFieldName="Typology" ma:displayName="Type de contenu" ma:readOnly="false" ma:default="" ma:fieldId="{fca8d298-920d-4815-a20b-c1a36091f1f7}" ma:taxonomyMulti="true" ma:sspId="a6e70cbb-a60f-4600-a53f-b7ff8cffd0af" ma:termSetId="092849f7-9260-4df9-99c4-635fefe8f60a" ma:anchorId="00000000-0000-0000-0000-000000000000" ma:open="false" ma:isKeyword="false">
      <xsd:complexType>
        <xsd:sequence>
          <xsd:element ref="pc:Terms" minOccurs="0" maxOccurs="1"/>
        </xsd:sequence>
      </xsd:complexType>
    </xsd:element>
    <xsd:element name="OrganisationTaxHTField0" ma:index="20" nillable="true" ma:taxonomy="true" ma:internalName="OrganisationTaxHTField0" ma:taxonomyFieldName="Organisation" ma:displayName="Organisation" ma:readOnly="false" ma:fieldId="{dacc8977-bae2-4cdb-ba56-0a020a4af99a}" ma:taxonomyMulti="true" ma:sspId="a6e70cbb-a60f-4600-a53f-b7ff8cffd0af" ma:termSetId="88381266-4cf9-4d0f-9f66-bc7ee8b8f509" ma:anchorId="00000000-0000-0000-0000-000000000000" ma:open="false" ma:isKeyword="false">
      <xsd:complexType>
        <xsd:sequence>
          <xsd:element ref="pc:Terms" minOccurs="0" maxOccurs="1"/>
        </xsd:sequence>
      </xsd:complexType>
    </xsd:element>
    <xsd:element name="PublicTaxHTField0" ma:index="22" nillable="true" ma:taxonomy="true" ma:internalName="PublicTaxHTField0" ma:taxonomyFieldName="Public" ma:displayName="Public" ma:readOnly="false" ma:fieldId="{7196c7f4-9f00-45cf-9674-ae6fd7f8c9dc}" ma:taxonomyMulti="true" ma:sspId="a6e70cbb-a60f-4600-a53f-b7ff8cffd0af" ma:termSetId="d1bb7582-47f0-4b95-a8a0-54d382c0433c" ma:anchorId="00000000-0000-0000-0000-000000000000" ma:open="false" ma:isKeyword="false">
      <xsd:complexType>
        <xsd:sequence>
          <xsd:element ref="pc:Terms" minOccurs="0" maxOccurs="1"/>
        </xsd:sequence>
      </xsd:complexType>
    </xsd:element>
    <xsd:element name="Summary" ma:index="24" nillable="true" ma:displayName="Résumé" ma:internalName="Summary" ma:readOnly="false">
      <xsd:simpleType>
        <xsd:restriction base="dms:Note">
          <xsd:maxLength value="255"/>
        </xsd:restriction>
      </xsd:simpleType>
    </xsd:element>
    <xsd:element name="ThumbnailImage" ma:index="25" nillable="true" ma:displayName="Image poster" ma:internalName="ThumbnailImage" ma:readOnly="false">
      <xsd:simpleType>
        <xsd:restriction base="dms:Unknown"/>
      </xsd:simpleType>
    </xsd:element>
    <xsd:element name="ThumbnailImageUrl" ma:index="26" nillable="true" ma:displayName="ThumbnailImageUrl" ma:hidden="true" ma:internalName="ThumbnailImageUrl" ma:readOnly="false" ma:showField="FALSE">
      <xsd:simpleType>
        <xsd:restriction base="dms:Text"/>
      </xsd:simpleType>
    </xsd:element>
    <xsd:element name="BigPicture" ma:index="27" nillable="true" ma:displayName="Grande image" ma:internalName="BigPicture" ma:readOnly="false">
      <xsd:simpleType>
        <xsd:restriction base="dms:Unknown"/>
      </xsd:simpleType>
    </xsd:element>
    <xsd:element name="BigPictureUrl" ma:index="28" nillable="true" ma:displayName="BigPictureUrl" ma:hidden="true" ma:internalName="BigPictureUrl" ma:readOnly="false" ma:showField="FALSE">
      <xsd:simpleType>
        <xsd:restriction base="dms:Text"/>
      </xsd:simpleType>
    </xsd:element>
    <xsd:element name="ManualDate" ma:index="29" nillable="true" ma:displayName="Date manuelle" ma:format="DateTime" ma:LCID="1036" ma:internalName="ManualDate" ma:readOnly="false">
      <xsd:simpleType>
        <xsd:restriction base="dms:DateTime"/>
      </xsd:simpleType>
    </xsd:element>
    <xsd:element name="DisplayedDate" ma:index="30" nillable="true" ma:displayName="Date affichée" ma:format="DateTime" ma:LCID="1036" ma:internalName="DisplayedDat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51dffeb-2989-4a61-aef8-844a993007f8" elementFormDefault="qualified">
    <xsd:import namespace="http://schemas.microsoft.com/office/2006/documentManagement/types"/>
    <xsd:import namespace="http://schemas.microsoft.com/office/infopath/2007/PartnerControls"/>
    <xsd:element name="TaxCatchAll" ma:index="9" nillable="true" ma:displayName="Taxonomy Catch All Column" ma:description="" ma:hidden="true" ma:list="{0d3ac70b-b933-4e26-b91d-fb6c0c0cea2a}" ma:internalName="TaxCatchAll" ma:showField="CatchAllData" ma:web="151dffeb-2989-4a61-aef8-844a993007f8">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description="" ma:hidden="true" ma:list="{0d3ac70b-b933-4e26-b91d-fb6c0c0cea2a}" ma:internalName="TaxCatchAllLabel" ma:readOnly="true" ma:showField="CatchAllDataLabel" ma:web="151dffeb-2989-4a61-aef8-844a993007f8">
      <xsd:complexType>
        <xsd:complexContent>
          <xsd:extension base="dms:MultiChoiceLookup">
            <xsd:sequence>
              <xsd:element name="Value" type="dms:Lookup" maxOccurs="unbounded" minOccurs="0" nillable="true"/>
            </xsd:sequence>
          </xsd:extension>
        </xsd:complexContent>
      </xsd:complexType>
    </xsd:element>
    <xsd:element name="TaxKeywordTaxHTField" ma:index="14" nillable="true" ma:taxonomy="true" ma:internalName="TaxKeywordTaxHTField" ma:taxonomyFieldName="TaxKeyword" ma:displayName="Mots clés d’entreprise" ma:fieldId="{23f27201-bee3-471e-b2e7-b64fd8b7ca38}" ma:taxonomyMulti="true" ma:sspId="a6e70cbb-a60f-4600-a53f-b7ff8cffd0af" ma:termSetId="00000000-0000-0000-0000-000000000000" ma:anchorId="00000000-0000-0000-0000-000000000000" ma:open="true" ma:isKeyword="tru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Type de contenu"/>
        <xsd:element ref="dc:title" minOccurs="0" maxOccurs="1" ma:index="1"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pe:Receivers xmlns:spe="http://schemas.microsoft.com/sharepoint/events">
  <Receiver>
    <Name>Office document_ItemAdded</Name>
    <Synchronization>Synchronous</Synchronization>
    <Type>10001</Type>
    <SequenceNumber>11001</SequenceNumber>
    <Url/>
    <Assembly>CEA.I2I.Web.Core, Version=1.0.0.0, Culture=neutral, PublicKeyToken=39d5d856cb1a3e17</Assembly>
    <Class>CEA.I2I.Web.Core.Receivers.OfficeDocumentEventReceiver</Class>
    <Data/>
    <Filter/>
  </Receiver>
  <Receiver>
    <Name>Office document_ItemUpdated</Name>
    <Synchronization>Synchronous</Synchronization>
    <Type>10002</Type>
    <SequenceNumber>11001</SequenceNumber>
    <Url/>
    <Assembly>CEA.I2I.Web.Core, Version=1.0.0.0, Culture=neutral, PublicKeyToken=39d5d856cb1a3e17</Assembly>
    <Class>CEA.I2I.Web.Core.Receivers.OfficeDocumentEventReceiver</Class>
    <Data/>
    <Filter/>
  </Receiver>
</spe:Receivers>
</file>

<file path=customXml/item4.xml><?xml version="1.0" encoding="utf-8"?>
<p:properties xmlns:p="http://schemas.microsoft.com/office/2006/metadata/properties" xmlns:xsi="http://www.w3.org/2001/XMLSchema-instance" xmlns:pc="http://schemas.microsoft.com/office/infopath/2007/PartnerControls">
  <documentManagement>
    <Language xmlns="http://schemas.microsoft.com/sharepoint/v3">Français (France)</Language>
    <TypologyTaxHTField0 xmlns="582fa2ad-bcfb-4c30-8490-7bbd511b1880">
      <Terms xmlns="http://schemas.microsoft.com/office/infopath/2007/PartnerControls"/>
    </TypologyTaxHTField0>
    <PublicTaxHTField0 xmlns="582fa2ad-bcfb-4c30-8490-7bbd511b1880">
      <Terms xmlns="http://schemas.microsoft.com/office/infopath/2007/PartnerControls"/>
    </PublicTaxHTField0>
    <Summary xmlns="582fa2ad-bcfb-4c30-8490-7bbd511b1880" xsi:nil="true"/>
    <ManualDate xmlns="582fa2ad-bcfb-4c30-8490-7bbd511b1880" xsi:nil="true"/>
    <TaxKeywordTaxHTField xmlns="151dffeb-2989-4a61-aef8-844a993007f8">
      <Terms xmlns="http://schemas.microsoft.com/office/infopath/2007/PartnerControls"/>
    </TaxKeywordTaxHTField>
    <ThumbnailImageUrl xmlns="582fa2ad-bcfb-4c30-8490-7bbd511b1880" xsi:nil="true"/>
    <TaxCatchAll xmlns="151dffeb-2989-4a61-aef8-844a993007f8"/>
    <ThumbnailImage xmlns="582fa2ad-bcfb-4c30-8490-7bbd511b1880" xsi:nil="true"/>
    <OrganisationTaxHTField0 xmlns="582fa2ad-bcfb-4c30-8490-7bbd511b1880">
      <Terms xmlns="http://schemas.microsoft.com/office/infopath/2007/PartnerControls"/>
    </OrganisationTaxHTField0>
    <BigPictureUrl xmlns="582fa2ad-bcfb-4c30-8490-7bbd511b1880" xsi:nil="true"/>
    <BigPicture xmlns="582fa2ad-bcfb-4c30-8490-7bbd511b1880" xsi:nil="true"/>
    <BackwardLinks xmlns="582fa2ad-bcfb-4c30-8490-7bbd511b1880">2</BackwardLinks>
    <ThematicsTaxHTField0 xmlns="582fa2ad-bcfb-4c30-8490-7bbd511b1880">
      <Terms xmlns="http://schemas.microsoft.com/office/infopath/2007/PartnerControls"/>
    </ThematicsTaxHTField0>
    <CenterAndUnitTaxHTField0 xmlns="582fa2ad-bcfb-4c30-8490-7bbd511b1880">
      <Terms xmlns="http://schemas.microsoft.com/office/infopath/2007/PartnerControls"/>
    </CenterAndUnitTaxHTField0>
    <DisplayedDate xmlns="582fa2ad-bcfb-4c30-8490-7bbd511b1880">2023-01-25T10:00:27+00:00</DisplayedDate>
  </documentManagement>
</p:properties>
</file>

<file path=customXml/itemProps1.xml><?xml version="1.0" encoding="utf-8"?>
<ds:datastoreItem xmlns:ds="http://schemas.openxmlformats.org/officeDocument/2006/customXml" ds:itemID="{6F971FD6-17CC-4F23-9DB3-D1FB3A6D1EC9}">
  <ds:schemaRefs>
    <ds:schemaRef ds:uri="http://schemas.microsoft.com/sharepoint/v3/contenttype/forms"/>
  </ds:schemaRefs>
</ds:datastoreItem>
</file>

<file path=customXml/itemProps2.xml><?xml version="1.0" encoding="utf-8"?>
<ds:datastoreItem xmlns:ds="http://schemas.openxmlformats.org/officeDocument/2006/customXml" ds:itemID="{76654F01-D451-414A-9EDC-9425484D295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582fa2ad-bcfb-4c30-8490-7bbd511b1880"/>
    <ds:schemaRef ds:uri="151dffeb-2989-4a61-aef8-844a993007f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EC6F6A1-DBB8-49CB-9A01-6DDECDCC9EEC}">
  <ds:schemaRefs>
    <ds:schemaRef ds:uri="http://schemas.microsoft.com/sharepoint/events"/>
  </ds:schemaRefs>
</ds:datastoreItem>
</file>

<file path=customXml/itemProps4.xml><?xml version="1.0" encoding="utf-8"?>
<ds:datastoreItem xmlns:ds="http://schemas.openxmlformats.org/officeDocument/2006/customXml" ds:itemID="{DF5003DA-E900-47F2-BA91-7AD870D471EB}">
  <ds:schemaRefs>
    <ds:schemaRef ds:uri="http://purl.org/dc/terms/"/>
    <ds:schemaRef ds:uri="http://purl.org/dc/dcmitype/"/>
    <ds:schemaRef ds:uri="http://schemas.openxmlformats.org/package/2006/metadata/core-properties"/>
    <ds:schemaRef ds:uri="http://purl.org/dc/elements/1.1/"/>
    <ds:schemaRef ds:uri="http://schemas.microsoft.com/office/2006/metadata/properties"/>
    <ds:schemaRef ds:uri="http://schemas.microsoft.com/office/infopath/2007/PartnerControls"/>
    <ds:schemaRef ds:uri="http://schemas.microsoft.com/office/2006/documentManagement/types"/>
    <ds:schemaRef ds:uri="151dffeb-2989-4a61-aef8-844a993007f8"/>
    <ds:schemaRef ds:uri="582fa2ad-bcfb-4c30-8490-7bbd511b1880"/>
    <ds:schemaRef ds:uri="http://schemas.microsoft.com/sharepoint/v3"/>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FOR_328_Modele_Livrable_PPT_FR_LITEN_16-9</Template>
  <TotalTime>2538</TotalTime>
  <Words>2977</Words>
  <Application>Microsoft Office PowerPoint</Application>
  <PresentationFormat>Grand écran</PresentationFormat>
  <Paragraphs>235</Paragraphs>
  <Slides>20</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20</vt:i4>
      </vt:variant>
    </vt:vector>
  </HeadingPairs>
  <TitlesOfParts>
    <vt:vector size="26" baseType="lpstr">
      <vt:lpstr>Arial</vt:lpstr>
      <vt:lpstr>Arial Black</vt:lpstr>
      <vt:lpstr>Calibri</vt:lpstr>
      <vt:lpstr>Cambria Math</vt:lpstr>
      <vt:lpstr>Wingdings</vt:lpstr>
      <vt:lpstr>Thème Office</vt:lpstr>
      <vt:lpstr>Titre du livrable</vt:lpstr>
      <vt:lpstr>Approbation CEA et suivi des révisions</vt:lpstr>
      <vt:lpstr>Gestion de la confidentialité</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CEA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HENIN Mathieu</dc:creator>
  <cp:lastModifiedBy>HENIN Mathieu</cp:lastModifiedBy>
  <cp:revision>71</cp:revision>
  <dcterms:created xsi:type="dcterms:W3CDTF">2025-08-21T07:49:25Z</dcterms:created>
  <dcterms:modified xsi:type="dcterms:W3CDTF">2025-09-02T13:37:41Z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0x0101009AC65FE4C57B4241B7BB126C82049321006502EDEDC0136B40BE1694CA6DFB09E5</vt:lpwstr>
  </property>
  <property fmtid="{D5CDD505-2E9C-101B-9397-08002B2CF9AE}" pid="3" name="TaxKeyword">
    <vt:lpwstr/>
  </property>
  <property fmtid="{D5CDD505-2E9C-101B-9397-08002B2CF9AE}" pid="4" name="I2ICODE">
    <vt:lpwstr>WEB</vt:lpwstr>
  </property>
  <property fmtid="{D5CDD505-2E9C-101B-9397-08002B2CF9AE}" pid="5" name="WebApplicationID">
    <vt:lpwstr>3f72b11a-dedf-47a1-b48a-dfd7b45017bd</vt:lpwstr>
  </property>
  <property fmtid="{D5CDD505-2E9C-101B-9397-08002B2CF9AE}" pid="6" name="I2ISITECODE">
    <vt:lpwstr/>
  </property>
</Properties>
</file>